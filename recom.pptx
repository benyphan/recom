
<file path=[Content_Types].xml><?xml version="1.0" encoding="utf-8"?>
<Types xmlns="http://schemas.openxmlformats.org/package/2006/content-types">
  <Default Extension="9mfltraaaabkleqvqdah9iams2hampaaaaaelftksuqmcc" ContentType="image/9mfltraaaabkleqvqdah9iams2hampaaaaaelftksuqmcc"/>
  <Default Extension="png" ContentType="image/png"/>
  <Default Extension="zi5ebgaaaazjrefuawdb2ppr80apcwaaaabjru5erkjggg==" ContentType="image/zi5ebgaaaazjrefuawdb2ppr80apcwaaaabjru5erkjggg=="/>
  <Default Extension="webp" ContentType="image/webp"/>
  <Default Extension="9qzaqeaaaagsurbvamaa7vbhowdsgyaaaaasuvork5cyii=" ContentType="image/9qzaqeaaaagsurbvamaa7vbhowdsgyaaaaasuvork5cyii="/>
  <Default Extension="jpeg" ContentType="image/jpeg"/>
  <Default Extension="rels" ContentType="application/vnd.openxmlformats-package.relationships+xml"/>
  <Default Extension="xml" ContentType="application/xml"/>
  <Default Extension="+jcbnpaaaabkleqvqdaahaqohwmclcaaaaaelftksuqmcc" ContentType="image/+jcbnpaaaabkleqvqdaahaqohwmclcaaaaaelftksuqmcc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CE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5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7934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42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628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34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32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90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07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154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+jcbnpaaaabkleqvqdaahaqohwmclcaaaaaelftksuqmcc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9mfltraaaabkleqvqdah9iams2hampaaaaaelftksuqmcc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9qzaqeaaaagsurbvamaa7vbhowdsgyaaaaasuvork5cyii=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webp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zi5ebgaaaazjrefuawdb2ppr80apcwaaaabjru5erkjggg=="/><Relationship Id="rId9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eb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0.zi5ebgaaaazjrefuawdb2ppr80apcwaaaabjru5erkjggg==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eb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0.zi5ebgaaaazjrefuawdb2ppr80apcwaaaabjru5erkjggg==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eb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0.zi5ebgaaaazjrefuawdb2ppr80apcwaaaabjru5erkjggg==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eb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0.zi5ebgaaaazjrefuawdb2ppr80apcwaaaabjru5erkjggg==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eb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0.zi5ebgaaaazjrefuawdb2ppr80apcwaaaabjru5erkjggg==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eb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0.zi5ebgaaaazjrefuawdb2ppr80apcwaaaabjru5erkjggg==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eb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0.zi5ebgaaaazjrefuawdb2ppr80apcwaaaabjru5erkjggg==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.+jcbnpaaaabkleqvqdaahaqohwmclcaaaaaelftksuqmcc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bright-minimalism/title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B5gl610e+LfqdPekG5WQBNgEh2W9LDYyxphgDCYYLAOLAIEQQUIIgYWIIkhCJCEEEmgJQhI5CwzIYMDk5MUS2XhtMLBESUi6CjfMndTdp2r/3+numZ65M3MndPf0VP/q1neq6quvvvCrw/PYz6vT03/QI8fxbHnUfPygR62NH/To1Y3jo9bruFXavaGu91OZjx/4tifHD3z0mfGp/+Z148l7h3Ec5+NQZbxwG85VzOt0q9TpVeztqbVqf3oc1sdx/cw4/tt/eGZ874edqjkM58qjhgc4ffAjh3F7+aCLtNlet9V2e91BOP/gR5fd254YX/Wzpwq4qIfNUocd3Tf7Xb13HD/q/7h//JC3Pz1+yKPH88oH1/VBMLfG4QH/98qEie+A74DvgO+A74DvgO+A78AEvwP+370P8v8P9879373vgO+A74DvgO+A74DvgO+A74DvwFS+A30uto0Xq9yPdV0yP5LM7ssXf93b5Mht3VVN8upat64b11KdrKTrx7zyu0/k+H1rWVpqdVV90+37b8Lra8ntDz2dd//nh5PZLs+vvud/+FvrOX7vPPP1PvN5fZ2Gc2Wo812ege4JECBAgAABAgQIECBAgMAeCBiCAAECBAgQIECAAIGDJNASzQvW29X1VqnTbJ23Y7veZ6U7nac/59a8w7vUvMbV+mjzvMiy6s7WvtWiHbfqrvjYQsF5l/vunue7vmE9S92RLPXnksrKhbN99K5CxlauuP8D17CAFmvePPbzfPjHzbJye5LNqjrbnX0c89OvOJNuOJZxWF6M174T28vuDLxPejUNAgQIECBAgAABAgQIECBAYPoCVkiAAAECBAgQIHDgBPpKv7JRtqdtLQLLtu3C6223bsjpxlzHbj3v+s/P5N99yqGaxSzjuFLH3ZxrjdufrjGSlz7veM5snC6uFx91e3HcgY+xltHKDnS1j7sosG6t5leLXaS9Y2aHTubDHt/S36relX2oXqtU+Hvf3UNe9aunsr5+LsBPS+u7ur9VqrWdwBQFrIkAAQIECBAgQIAAAQIECBCYvoAVEiBAgAABAgdToE8q7NoM37I4tjCuYbTjVmnX+6C0RLTK0M2TfsyRO07k2d96LN1SCxJb2VhBnS1W1VbWSrtOd27+207PVZ531p46r2Kz4y7z04fz//335Bd/rE+/fls12uitpnPeL3/rxmKv6eZiZZEz1sS2HxcP1MdFRq/aqe71LtvbGmdp7/Wfvu9yHvF3aq39WlI+i/e2QVyVO7h3XX7z59YyrN2WvvqvPV39X8PGoG3gC8sOjq0rAgQI3FgBoxMgQIAAAQIECBAgQIAAAQLTF7BCAgQIEDjAAv3iF49pkWMLvLZLLCKx7RU3/rylpYtZjJmPZ/LM59+ah77NrHLCIS1kHer+hatozS9W1+ovX5rJVjnXcraSvPgr3pwMR6uyGdXh2gaoBy+9D9V1G/3SLaZwpxY5Hk669aQZ1kv8v55U73OprrOU9C0czg5vffXXZ6whfubHTmYcZovgdxH+1vdnYyJNvk2omm5MrE62ruvUToAAAQIEbloBEydAgAABAgQIECBAgAABAgSmL2CFBAgcdIFKwroyaKUOZ/cKySqMSytn627UyfnBWwt5M1vLR3xSn/f+0Fk2Auxc/da6beVqnqz2v/rKM/mj3z5S2eRy+osE5y1D3F6upvsD2Xao71rGRQj76Hdcz2Per95p1oqifSdbqdOd3MfqrPLdt/xN8v/+1nq6tPGSrobquq6Orczq2FfpYiNAgAABAgQITEbAQggQIECAAAECBAgQIECAAIHpC1ghgRLokxZytZJ9uLW0bp60ILqVmmHXn847/8OjedqzDmXxq83WpOovt1/f6iot3Oq8pvKtzzue2azYWl3Xgsp2sgvlCta1C6PufZft5YyzrK2fzv/1SRW8zsb6Ri7VPAp73HSuq53b16urMT/7H05lpX9onafGi40AAQIECBAgQIDApAUsjgABAgQIECBAgAABAgQIEJi+wNYKtyVsLYnbKnV762esdXpj9jGLPw3cnQtgh6HL0uHjefY3J8tHx4yzCgn7Ll03S9d1qc/0yQNKV3UP2FtlKw+40Sq2etlqMGRcW8+3POdMjt91a/qxwueM6SqU7scsxmtPtVJV2V5a3cXK9jZb51vttkZvx626SR8rSD9265gPetxy0rXwt47t19Vddm6r95QqY32Hhvra/OJPLmU+n9c7bJVjxnGrZPO8HdvwbRJbpV0rBAgQIECAAAECBAgQuKkETJYAAQIECBAgQIAAAQIEDpjABRljC7r2i0DNZVipFK5Kt96yu2TpRL706x+at/v7da+lphUc7v5sW0DY5W/+eCn/8YfurflUQFlVlRzW0HVenzffvo9m3CzH5fyrj1jNsdu2z2vcfrFj510/y+/9l7W89m/uTdfNHqTf+p5lqzxIU7cJECBAgAABAgQIECBAgMC+EzAhAgQIECBAgAABAgQOokCfswFXC7qyv7auQsAW9Fb8u7RyIv/uE5P3/Xd9utl60qdmfiipz+za1iXDctZPdHnRs08n6w+rkaquPu3XLzDW650Pydgfz8c++dYsXmXVVU12bavX93M/cibL4x2V4deX6AEDVYPFRNrxATenUWEVBAgQIECAAAECBAgQIECAwPQFrJAAAQIECBAgQODAClQC1oKuVvaLwbg5kXYcM9TUhq7PP3rMkXzmc44lswpiU6lhV/fHbrPtTh+q/wqdt4LIX/ixtfz331lLX/NoI7Vha/RFi3atXJtA197h0un8k/c6nLf7h3vzVbznDWt51S+v1atdqvd5qe/PpeqvbZ2eIrCfBMyFAAECBAgQIECAAAECBAgQmL6AFRIgQIAAAQIHW6BSt/0EULFqdyap1HfoT9VhnrE7nTve5p58yTf1WTq2muRwlaUq1bY+d3xfZL8tAKyQMKt5y18n3/Tlq1npa9yxzSdpI9cU04LgHR//gHTYmIeuSzeb598+sUuWTiVn/yJztzMK7UW10npb/FvSQ37xx8/k9Imj6foh3Q4N07pXCBAgcBMImCIBAgQIECBAgAABAgQIECAwfQErJECAAAEC6feXQSVy8yNJHTIuV9K6lMO33Z3nvuSWPPTtWpK3kixutmlXae2yk9uQhUhLdscKmddX8rVffHfW1yqZbPOpodos2u06TTsfuqSeapfKVQvM807v0uV9/02F6+fS381e6v1unl3zod7N4uvSXlQq0K8X9RPft56Mh9L+hwXtT1Bfc98eJECAAAECN5WAyRIgQIAAAQIECBAgQIAAAQLTF7BCAgQIbAjsQMq20dHOfI4Zlk5l6Feztrac9e6+fOHXPDTv+s+XK7RraV6Fdzsz0CV6aWNUUFh3xzN9fu6HV/Pf/+ttFU0eqprau0oQK+5tf7m4ruzXITCfr2esUPbDP75LtzzPWIH7uUB2kdheR+/bH62+umS+3uX3fyN502tuqUy4yziMGbuNd729tXMCBAgQIECAwOQELIgAAQIECBAgQIAAAQIECBCYvoAVEtgmsM8C4KRrv7QdV7J8+FQ++elH8/6PbeFvTbOr8HdYyu5ulRRW3NvGuOt1yYu//HiGYZZxXvX96apeW4SHdWK/HoGxy2w2y50PXcmHf+yRjOMs2fjpdR239nrnW6fXc6yxknlm3Up+4nta6Fxhc9aT+o4lZ6rnCojr006AAAECBAgQIEBgigLWRIAAAQIECBAgQIAAAQIECExf4MIV7lDKdmG313Y9pMvaWrK0MuZffPCZfOrnV/g761LVqdosMsI625W95YCL0iVD8qIvPpPuzEMrkJ4nfZWxwucWGta9cRzTDRulH+v2rkxoip0WVuEW4eLXt098xnqWjrZ1Vn1Xx6591HER2lZd7XV1fXvrY22WN/xl8lu/en99hZYqDE4dZ1WWr69vTxMgQIAAAQIECBAgQGD/CpgZAQIECBAgQIAAAQIECBxQgX5/rXvM8qEh//h9Tue533xnUpnrRvi7h7Os8PGnv281v/+qMevz9W0Dd3XeSh1u2n0fTLz92eVivPWOM/nAx278ae2uq4oHTO1idQ9o9OAV/ZBKevOff2Q1fbfx55+7rq/nuqT92jx1rCs7AQIECBAgQIAAAQIECBCYjoCVECBAgAABAgQIECBwkAVaErYv1j+fz7O2vpa3f+elfPE3HMns8A2Y1pi87o+TlzxvLX3mGRcB4QPn0Ve7LILDFh62EtvVCPSn8uEfN8stDyvITb52aOVsN3Xr7Pl1nLR/6/fM/ckrf2CtAt+V6qmN0kqdLt5hOx6QYpkECBAgQIAAAQIECBAgQIDA9AWskAABAgQIECBA4MAL7IMAeCPpW17u87Z/dzlf9e19bn9ovZduPekqucvG/ezWdrb7OhmSL/vsN2V9tdLnCn/79uvRy467FSRetpGb2wSGzDJWAPxxn34sqWOlstvubj+91q/muK2TMV3X5edfeSJnTi5lvj5uu+eUwMESsFoCBAgQIECAAAECBAgQIEBg+gJWSIAAAQIECBBoAteasrVnd6BUINedrpBuzG0Pf1O+/vu6vO3fG9PNKolNm9qRGqOrshf7er75uSfy139yJMPQxm/jzmvgsUrb2/WFpdUrVyrQVIes5vGffiS3PayeGmf10UzrsLVvcW9dX9WxPXy8nmgj1aHGytDnZ39kzDBfqu9Z94DSWikECBCYuIDlESBAgAABAgQIECBAgAABAtMXsEICBAgQIHBWoKWsZy/2/qRLhqNZOfbWPP/bH563/Yc1g66FeHVc7HV/cdzFjzbEOOT/+ek+P/F99yZj+zPBm+O1e5unG4dWsVU2anxejUCXw0dnedynVci+xThuf99X09fF2rZOb6kb7WvdQuClvPqXT+XP/tdbqq5LV592AgQIECBwsASslgABAgQIECBAgAABAgQIEJi+gBUSIEDgfIGWlJ1fs0dXfd9lPl/LeOh1+Ypvuz3v/O7rNXL7xW0d9nKv/PENf9HnG790Pf3ao2rkzV+ljhUXtnKp2LDda6WesF+hQLeWD/u4ee54m7X0i195l3F7tN7B4i99t2O7vq7SvtIt/O0zX53lZ394TD/cmX7s600OZ3tur66VsxVOCBAgQIAAAQJTE7AeAgQIECBAgAABAgQIECBAYPoCVkjgIgL9Rep2tarrNkK/tbW1rBw5nRd81yPy7u+/nLRf3o5Luzr22c5b0NhKVazdn3zdM4/nnjcvp5ttVlZUmLMltusRWKSs5dpee38iT/j3R9N1y9Vjq9g61uWO7DVOzlRPa/V9Sv76z+b5zV9azbB2pOq29nMh8FaNIwECBAgQIECAAIGpCVgPAQIECBAgQIAAAQIECBAgMH2BS61wTwPgrmV+GTOvULA/8pZ8+UuP5d3/ZYWAbRattB/fpq8WfYbN46Umfl31Yz3dyjDkJV99Mn/8B31mY5++O5l+YurIYwAAEABJREFU808SDzXXVpI6OVtybmt/qrqVczXOLiLQDIduPUN/PB/95KXc+fDm2Rq2Y5Xaz/Je7Lw1vYYyX1/LT37PqXTD0fSZZaz3ulXm43D2+hq69ggBAgQIECBAgAABAgT2s4C5ESBAgAABAgQIECBAgMABF2ix654RVAaXYd7l0NFTed5LH573/JBZFuFfzt9aNttqto7tfOfKPFtj/ubPzPPTrziV9dNHNuoqLNw4yQVbSyYvqLqpLm/kZOstjitZOXIyn/AZt6ay2F2ezOlkOJR737ycX/2Z1WRcqtfd1Zg1j/pMXW2U2AgQIECAAAECBAgQIECAwMQELIcAAQIECBAgQIAAAQJJv5cI4zikO/SGfOVLVvLPPrhLulNVKpir05bL1VmG7PI2VuhcQ7z+z4c873PuzXj6oRmHvoYf0419BYZ1vx2rJmdLbNcj0K3mwz7mUG57RPvzzNnlrULmccwrvvVETty9sviCtx9qd2NX77ersVtJFr9MrqsDsVskAQIECBAgQIAAAQIECBAgMH0BKyRAgAABAgQIECCwKVCJ5+bZLh1a6JuMacdDR0/na17+8PzTD6qQtT9dIy4lG38Xulq0VtmlbTyv3xNvSZ75KffnzP13JrP7awrzGr/L2M1TKWGV1NbVhKrUmf16BMp+5W/zhKfdWc6HrqejK3i23leF98ff3OXnf2I1S8v1Puupyn7r3bbXWffrOpuHdqoQmLqA9REgQIAAAQIECBAgQIAAAQLTF7BCAgQIECBAgMB2gV0OgMfMlioA7NZy5JYz+YqXL+ef/usW/o41hxYG1nmdtb3VtOPulPXqtso4ZFhNvuoZp/O3f9XGbv827JGcG7tf/DK0Gtt3RKBk+1P5hE9/SO58RHXYFX4ddmWvoRYvssLdn/mR0zl1sssw3FLvsyq2Ddh++bvt0ikBAgSmLGBtBAgQIECAAAECBAgQIECAwPQFrJAAAQIECDxAYAcC4Ja8PaDfzYoua6tjbn/IWl7w3YfymPdfSWatfSvdok07GxZnu/TRBhiXq/M2ypjvfvE9+a+/el8yHM7WL0Fbk6EbKyyMbUcFxjz8UUOe8LTbsvFv/9b7X6S0TXyr7OiAWT+R/PgPvCmZH8uwPss4bLzX9vaFvztrrTcCBAgQ2M8C5kaAAAECBAgQIECAAAECBAhMX8AKCRAgcHGB6wyAt0K8dtwYYBG01enQgr4Ke9/2783zbf/plrzLP58lfbvb1Z0+QzbKWG3bfp0TaV1cvHRV3QYZVvJLPzbPK156Moe6h2fWzTLrx3Rdn67vk9YutusXGBdd9H295241j3vqeg7dXlWz9u5badDbS93bqX1M/vMrzuTeNzw8mS+l3mq6NlTrf+vYzhUCBAgQIECAwJQFrI0AAQIECBAgQIAAAQIECBCYvoAVEriMQMvILnP7Km5V+LbRukK+Ctv6Cvze/h37fMP3H87D3q7q+nZ38VEBcDs/V6r54mLruLi45o8aa/FsO7ZJnU4q6P2fv7ea53/BiWT10XW9Vi3mVdr9zUM7vbDULfvVCGwBJsMwzyMeeSgf8fg7k249SStdHXd6b++5+mxD1+kPv3SWtTNLGccxXV/vuBs3bm4eFl++rfO6YydAgAABAgQIECAwJQFrIUCAAAECBAgQIECAAAECBKYv8GAr3EhkH6zVZe9X6pYqQ1ehX5exvzvd0lre9b2P51t/KnnYO9TD/fnDtBiw1WyVdl2t0o6trp1fW6l55M31aDvWIS10PJzX/3mXr/j0pJ/flnR1b5zVPCsFrMH6SgTrsPi16MWOsV2FQFdtu/o2dOlWTuYpX7aWpaNVlaX6aH/+uavjLuz1SmvQ/MfvPp633lVjzoZ6n0N9n+pYQXA/pq4vXnZhNrokQIAAAQIECBAgQIDAjRAwJgECBAgQIECAAAECBAgQWAi0zHNxcvUflaplvvHYWAFfhb5ZOlXXS/lXH3EqX/e9d2b5ltN1vZd7W87DasAhlfBWWc7xtyTP/OT7c/ddNcdhVvfa3tVHa1uHSe97v7hxKNf+ZN7+763m/R97KJXCZte3bp55ffV++GWrGdbrHbevZht0bO+5lXahECBAgAABAgQIECBAgACBqQpYFwECBAgQIECAAAECBM4JVFp37uLqzlqwtlyPVBez+9P3FbxlPZ/6+UfzJd94e2aH5pktHc55P73sqnntm4c627ZvhXbbqq7+tILf9tBQYW/NZfXUmOc9/f684a+OZBiHjFlLN4yL0o99uirZk4QyB2Abz66xXzqdL/jq9qefq2rbyz7bop1slWpyXXt7h1V+5kdO5+7X15jjLF3XV5dt4O2lqg7abr0ECBAgQIAAAQIECBAgQIDA9AWskAABAgQIECBAgMAFAi0pu6DqQS4Xv6rcajNk6NYz9KfSrRzPc7/tcJ7wjArgZu3+4qOdXFlpWd2VtbxIq/XNuraceVJ9rZ3q81WftZ7f/pVDWVs7k2TM2H6p3G7WlX0HBRbfiZboJmfW1/Ne/3qWf/BP+szrVVx0lHo/i9fQjhdtcDWVNe5alx962XrW5qfbW66Hd6Tj6sdO4OYVMHMCBAgQIECAAAECBAgQIEBg+gJWSIAAAQIECBC4mEBLTC9Wf/m69u/9dkPGfshstpK3efShvOynbs/7/Js+XX8lwe9Y/W+Ujc+6rL2db/6Gt66udG/hb3uqjnVYP73Ust581wvW86pfGDNbWsry8qH09d9skQu2jy5dDdbKlY6i3UUEWvBb34WNO12Guj5y68l81pfenn45ZX+qbg2bJYvMt9izVdPOc11b9TAO+YnvPZO33jVP3x2p3voq3QWlLu0ECBA4OAJWSoAAAQIECBAgQIAAAQIECExfwAoJECBAgMAlBVpadsmbD7xRgVuqzE4n3emM45h3e6+1fNOP3ZZH/r0hQ7+WB9/q+dbH2YZDXQ2LULDdOVt9RSfr1arFiS3wq/P+eJaWu/zAN67nFS9fq0CwUsjqPRU9dlVyduvOnjm5HoF6Y7Wnm2fxb/92Qz7207s84h2rz75Kmn97P+dKa95Ku9uO7U47tuurLhU4r5+Y5Ye+/S0Z5jVgt7b5ltv73SpX3asHCBAgQIDATSxg6gQIECBAgAABAgQIECBAgMD0BayQAAEClxeo1OzyDc6/21XQ18pyBW3L+fjPmOfrfng5D33bZOVQl1m/ksXPb+vz8nsL5zZatLOrnMTGg4vPpfpsT7e/NbyccfWW/Mi3Hc/3v7jm0x2rXLL1Xk1q77o+XdelPhel3VmUSh/9EjjXti0A26MNMbnjUa/NJ/37W7P4efUi0p8lpb1R6vQSez19iTuXrm7/44N292d+aJ57Xv/QeteHsviF99jXV7C+o9korY1CgAABAgQIEDgQAhZJgAABAgQIECBAgAABAgQITF/ACglcgUClZZdrdS6aGxe/pK3rfsidD1/Pl33zLE/+osOV7XVJt5rk/greWnd1XVdXu1/sqYvVZREstt+Nbo4wthB4LZnP8tu/MuS7Xriesa/59BUKVwddBZB1yIVbrWSxogvrXV+lQMNt76A/kad90aOyfGvJjq3yyr8LrfXVjVpj1AMn7hvyQy8/k/XV9n1YTto8uo17ddtOgAABAgQIECBA4MAIWCgBAgQIECBAgAABAgQIECAwfYErXWFL6S7RtgVp40bcWoHeMM4z74/nXd7jVL75xw7lfR87S5YraB2r3VjhW25JrijJa43qmUXjdt4nmyHtxlm72ihd3Tl/b0Hf3VVVz7dxcyLjfMz8zK35rZ+f58s+43Tma7dmWF+pcLfLWGF1hnqm9rHatzLUne2llpZWqlP7NQgM9ZKGCtv/j/e6Px/wUe17UO6trvqqt1SfW3ufsd5zu6rb7bAo7Z1vv15UXu5jaDdPpeu6/Oz3r+Ytb0xWllbS1X9ppV5mm1O2trpOK1vXjgQIECBAgAABAgQIEJiWgNUQIECAAAECBAgQIECAAIHzBFr+dl7FuYuuTut2C8/qdOnwyTz+qbO88AeP5m3eaZHCJd16NrauDq3UYdf3O2qEWTb+zHCXrqb4h7855Ks+p8Lf+TwbW4WQdTJW2di7jcOB+dzLhdZ3Yektefqz3iaVsS8G3nLfOi4q6+PC66q6yr166E8nw9Hce1fyAy+9O1n8jw+qm67u1cFOgAABAgQIECBAgAABAgQOjoCVEiBAgAABAgQIECBA4IECFZ9eOjjb+MXsqTz87d+S53/HsTzl2bdk5ViFqbN6bGk1mR+tHuu6Pq9ur+ev7oHN1vXc4t94rdAxfcbVo/mdX17Lc556KqeOH824fku1u5b51GP2axAY0y0dz0d+0lLe6d2Svv0AuHqpt1Rvp67rfKizsUqd7tC+XO95yI982/05fc9D04+zdPWd6MaujueGaL8CbuVczQE6s1QCBAgQIECAAAECBAgQIEBg+gJWSIAAAQIECBAgQOASApXVzZMKz7but9OhLoYMGWen8j4fuprv+fmH5t0/4ETVrqUSt2pfp2n/9m4du81Sh93b2xyr9/YT0+5U0p2u8Df57V9bzXM+fTXrp48lLe1b/FvEY2y7LbBhPGbMHQ9fy9Oe/ZAsMt7u8uM+yO3LPHzul+bD+pA3va7LT/3w8cznG/XtO9tm1I7tr0Cn5nW2s67utHK2wgmBaQtYHQECBAgQIECAAAECBAgQIDB9ASskQIAAAQIECFxOoE9XcW8rlZ4NGSpUG1OnufUR9+QLX3A4X/kdt+fQ7dXFeFvlau0nnhXj9XXdEr9ZO+5yqfwu2QqAa+zhaM1jJa/+5dV8xWeuZb52NMM4pFuq0rVQutrs8pQOevdDN898SGaH1/O0L7l98We4k+MXZWlflW7zTju2683LKzy0kLcGSx3r0PfLefk3vClnTjyk3nlf39jqtX1hW291HFJfmBb4tu90K61eIUCAwMEQsEoCBAgQIECAAAECBAgQIEBg+gJWSIAAAQIEHlSgz1ihaVfhWrdWjWcZ+vvzPh9+Oi/7yYfmQ55QCW/tG7+qrKCt9mq0h3ub1+kar0K9+kxfCWDN4dU/l3zVZ99bIeChVrtZWpu6uXnlsEsC7ZfWw3KWVpL/8z3X8wEftVxBbL2nVEUL6nd02NZvvfO02Hie9Cfy13+c/MZP3ZEMh5KxSn05F1PqknZMC39bCHxe2dFJ6YwAAQIECOxDAVMiQIAAAQIECBAgQIAAAQIEpi9ghQQIELgygX7o1zNUiLY6nMqtD7kvz3rxcr78JUfyiL9THbRMtQ6Lva/PCtnqc+/2Fk6PhzMOhzK2P+889vnNn17Psz/jjVk//vD07f7mbGa1hq7r0nUbZbPaYUcFxgyz9YxdC1vX8gVfcyyZnSjzFtTOaqT2hWmlTi/cL1F9YbPzr5fqsn3xKvxtAfP6sXzzlx/PmVNJV1XdepdLb+3eVrl0K3cIECBAgAABAje9gAUQIECAAAECBAgQIGLVTJkAABAASURBVECAAAEC0xewQgJXIVDpWoV3s/vyIY/r8j0/f1s+6GOPpGtZ3g3LzrYlhW0OtZiubxH1Sn70pWfyZU87nqXuzmR2Jt3sdLqMVapR7V0V++4KdP1aWuj7mV86yyPeocYaKgROC2qHutj64tTpZfZu897WcfPy4odFyL+aVOr8Gz+zlt//zT5L/UrS1/e2y+W3eubyDdwlQIAAAQIECBAgcHMLmD0BAgQIECBAgAABAgQIECAwfYGrXWH/6He8P8//9jvyJd94a25/VD0+bpY6XGxvt1vUd7F711/Xej9e3dRxMUj7mefxjKt9fujFq/mO5yfdeHvW1w5XILhcpYLA9nd/q+1Yj6SOXZV2vlXqidh2RmCoqH0cVvKO7zLPY59YYW8LYPvWdwuA633U/XZ10dLabt5op+2xdtysuvShvdfx1qzen7zsa6vZcKQ+6tWn3Uj6Oi5KXW4cu/QV/C5KbAQIECBAgAABAgQIEJisgIURIECAAAECBAgQIECAAIGLCvTf80tvk/f4oArzlipB66pNHS6X47Xb1WqX9prAeFvSQt06zXxW4e+tefnXns73/N8ns7a6vjFuBXxZTLI1ukjZur845gBtu7vUrhtz6OipPPNrbsvSoRprqHJ2b+/h7MXOnbRua5yf/uEzeePrhnRdq0g2PnOJ7fJ3L/GQagIECBAgQIAAAQIECBAgcJMImCYBAgQIECBAgAABAgQuLdD3h9aT9nPMrUitO79xC3yHqtoqdbrLe43YBuvWs3Y6ee5TT+QVLzuR+Znb0y/VXC8xemWT593pq5vFss6rdXEtAuM4puWuXT/Px37akbzju51JZvUuumvp7eqeGeu78NbXJ9//fw8Z1y/2RqtBqlz4BWjhfytXN9zN3drsCRAgQIAAAQIECBAgQIAAgekLWCEBAgQIECBAgACBBxGoRG1WTSrQq8C1TpIW6rWSjW3cOJz3ue32efXXdtFGqADv7MPVe03p/jcv5UuffDL/9RdnGc48JKkwrxtvrVbV/sKwr2rtuyfQwt8xY97x7y3nE542y9Li57+Vzm99Z3Z86HrHm322Xx1/x4uO5/h9Z+qr2f7UdLd558LDuWcuvOOawEEQsEYCBAgQIECAAAECBAgQIEBg+gJWSIAAAQIECBC4EoE+FaxmbH/Pt7LgzWxtaL+oTAvUxsWPg+vOecfNZlfS/4O0aWOcqTbznB0y6/nbP0+e9hHH89u/upaMK1leSbr2k96KAOssqWP7K9FDsnisHdsy6nKxt/kuTnzsgEB7R+s5dOzePPMbxizfMlaf8ypLVXZjb2+z3nt7szXUn/+PMb/0k2O68fBisFl9znbuC1i92QkQIHDTC1gAAQIECBAgQIAAAQIECBAgMH0BKyRAgAABAlcscC4rHTdOW/g7Vvg2bnaxdb15ubOHltougr3NMLGyv//528m//7jX5A1/s5Kl7vaktWmBXyuL0c+epHLgjRLb7gjUt6CrMLab5+OefEve+Z80+3pJi8GW63PjO1MnO7S3vqtU6L9475UzP+8L/6q+A0vV/6H0fRu/Thf79vNFhQ8CBAgQIHAABSyZAAECBAgQIECAAAECBAgQmL6AFRIgQODqBC6a4HXpF9lqNreKATfPdvjQVc/dvcnQZVgb83M/sppnPvH+3H/XIzLO5+m61aSrQDBjWtNcxdbat3IVj2h6VmA8ezb0J/PO75o8/rMq8B3W0/L4jZu7EcD2yTirUiPUd+Jnf+hkXve/3i7j2qy+kUO6rKerYTdKn66vdnYCBAgQIECAwEEVsG4CBAgQIECAAAECBAgQIEBg+gJWSOAaBB4QoVW+9oBuLlb3gEZXVDFUq1bqsNhbz7cmVfXS563lRV9yOmunbqmQr6bVn6oWdWyJY5XWMudyybpn3x2BehmZF/VYpcvKykq+8GuOZOlIq1+8hd0ZdqvXetft9P43J9//LesZ1vsK/w8lXfs+1Bz2YAqxESBAgAABAgQIENjnAqZHgAABAgQIECBAgAABAgQITF/gWldY6Vo92kK1VhanG1VJq+jS13/tMzu2zaun9Sob+5n7+nzhp9yVn/iuChznKxmGPvP5LP1wR/qujjWPPhtbO/YXhMDtutVvtDj32XLEVs7VOHtwgSGZ3Z2hK+Qq/cqYJ/z7Lu/4rvVk12dsv86t06FbZPYVENfFTu01ZOtwrON8bS3f+02n8qbX3lrh7yw1cMb50Yz13RirQe3ZOFbj+n7kbMm5reZfD5+7dkaAAAECBAgQIECAAIFpCFgFAQIECBAgQIAAAQIECBC4rMDFstPLPnB9N7eGGzOcSf76f475lA+5O7/7q0eT4VAyLlf3lS4uktuttlV14d5yv1a3dWznB7rs1OLLfn5HvYeVjP29+d8fczIf/1lH0y0VdO0bo1SbjZNd+BzT9UP+9A9m+ckfOJ35cLLGGKu0vY174Xei3Wv1rbQ2CgECBAgQIECAAAECBAgQmLKAtREgQIAAAQIECBAgQODBBS5M1BZPdLlodXZia7/izNpyfvWn1vOUj/qrvPmvj2WpOu6zmn7efu1ZFxfZu5b1bavv63r3ZrltoAN12oLUehvdWpaPnMqXvPCW9HWZFsjP5slsNV3XZVb/9fUd6apkR7cua/f1+ebnDunWb89yf+iC3ruN68WXoZ23slF1oD8tngABAgQIECBAgAABAgQIEJi+gBUSIECAAAECBAgQuEKB/grbXWWzSmcv9kRVn7l/lm941vG88IvXsn7/O2Rs4eLYUsZZssjz6qP22PZIYDhvnKHeUWb35ku//hF5xDucuzWmAuBxpSp2+uW08Tf/JHiN/SPffjp//N9qrPoydC3lrxEvvu/0PC4+iloC+13A/AgQIECAAAECBAgQIECAAIHpC1ghAQIECBAgQOBqBHYhAN4K9OpYgV5acJhTGSrju+svk8/6d8l//L5kOH0oSxnTd7OK+lbStSC4q+s2+3pu69+ZHeq6lXa7Thf7Lkx60e/B+yjo2X217BIu4KHeRLd0Iu/34X3e97HLSbeatBC2Spd6R112eKvxU1+MDPVNWM9df5388EuTpaX2y98abOtPgu/wqLojQIDARAQsgwABAgQIECBAgAABAgQIEJi+gBUSIECAAIGrFuiv+onLPtACvY1fb6YFe92Jal11w+H8xn9ay5Me+6b85Z+t5tDKsapPusr4stjaSSvtotq3QyutqpV2ruy8wFivf/3Oc/12Qx7xd+/NF33dQ5K6lYroz93crbMKmdsvwIdZnv9Fb8zqqfZr8N0aS78ECBAgQGAqAtZBgAABAgQIECBAgAABAgQITF/ACgkQIHBtAv21PXapp7q6MasyZBy6jOvHcvKtS3nB553IVz19Pafufvjil77Det0fx4xVusp7W6mH6l77vLLSnmnlylprdVGBBthVYN+dylCHlSP35su/5ZFZPpyMWa330y1+m1tv66KPLyrr/VXjxenVf7TvS59hvc/P/dCZ/PffbP/DgI0AeKjOWtd1sBMgQIAAAQIECGwXcE6AAAECBAgQIECAAAECBAhMX8AKCVyHwA4EwBdEdUPrcr3C3OX88e8NedpH352ffsV6MhxJWt6Xtj1ItHe2XWur7KrAUIH9eDTz7v489Ytuyd9/t2SetaT9+eV5V6+slZ2cwda7b8exQuZZ3vz65CXPm6fvu/MGai3Oq3BBgAABAgQIECBA4IALWD4BAgQIECBAgAABAgQIECAwfYHrXWFLa6+zjxbaVWDYcuB5dTWOWTt5JN/1NWv5nMfN89o/uyUrS7em6+bpKlrsuj5dlWq52Md6vJV20Y6tm3a+VfpKAfuti23H1raVbVVOr1pgzDA7k7Ffz/s/NvmIT13OWP91lQkP3Vj3hnSL/y72BjYH6+rYSh0efK+XmZOpIappfWcqaO6GQ3npV53M6fuPVPLcfgFct6+4v+rGToAAAQIECBAgQIAAgYMhYJUECBAgQIAAAQIECBAgQOCKBC6T7F3B8y3PW6Swldh1w+KBv/mz5HMffzrf/9J7KsnrMy7uL25d+cei32rejnWwX0rgeuu7dOOhvP07D/n859+S9fXWX9X17WtR+BUCt5qdK9VnC4C708mwUmUpv/aT8/z6z3bJWGP27f7OjaYnAgQIECBAgAABAgQIECAwDQGrIECAAAECBAgQIECAwJULVOp25Y0f0LJyu2FYq/BuOWMdfuLbT+fJH3J3/uS/rWY5xzIO8/TtF6SLXK8a13nL+FrJBdtWTtxX/fZSl/YdFVi8jM0exywfe2u+8AVLueVhydLh0+m6Md22/zYb7tChr+/Kw6scSiXPuff1fb71K9eyVF+IPvVdGbrUabsV2xUIaEKAAAECBAgQIECAAAECBAhMX8AKCRAgQIAAAQIECFylQCVyV/LEeMlGfbec1/1J8jmPW81LnjemW39IusySRfS7VMduo7SEd6xT+w0UaC/gXBn7k/msZ92ad/ln9Z4q+E3F9qm3l93c2jj1XRiHMd/6vNO55y31/Vg/mvSnshi6q0OVdt61Y2wECFxMQB0BAgQIECBAgAABAgQIECAwfQErJECAAAECBAhci0D/oA+1vDCnk/YXnhfn83pkzLCarN+fvPSr7s+TH/um/NHvHa7MbqwyTzc/UseVdO3f+m1/2rdKX6Ffn5botZLFrzxbFhjbHgsMGbp5snQqH/jRQz78CctZ/Ju89X5Swf1Ywf2uTqiN0yW/8sp5fuWn5hnnhxbDZ7hl8Z1IhjoO6ceNYxZ3x12dks4JECBwkwmYLgECBAgQIECAAAECBAgQIDB9ASskQIAAAQLXLNBf/skK3rqT1aSaVWhXye7G+bzL/3h18mmPvTeveNmYMyceknTri3i3HbPY6pnF0cf+Emjvpc87/m9dvuD5t6XlvS2TbXOst72IW9v57pQxa/PTueuvkm949vGMQ4XPWwO1wbfOu2HrrI7txlapSzsBAgQIEDjQAhZPgAABAgQIECBAgAABAgQITF/ACgkQIHB9Ai0NvEwPXTIcTcZD1Wa9jrO86a+7fO3nHc/nfsLdee2fHstSV6Uf049L6ebVdmht67l64gF7JY3tV7+tbN1r561ceN3qWtmqd9wJgXovfZc7H3U6X/2dh7N0ZJ6N1D5pxxaz5uzWvhqtnK3YgZMuy+PhPP+Zb82Z43dU9rxSpUbtqmz2XjOs79lOj7vZuQMBAgQIECBA4GYWMHcCBAgQIECAAAECBAgQIEBg+gJWSGAHBB48adtI5DKsLeVHX3oyn/bYt+QXXzmk/cnepIK7brWyw0WjpF/bKK1+Byani+sVqPezeBft2Poa0y2dyhe/4Ege9ui67qps2y+4rPe67eZOnNbX5j9+z1r+8LfGpL43Y/tT1LERIECAAAECBAgQIPBgAu4TIECAAAECBAgQIECAAAEC0xfYqRX2Z/PByuQW5/PW9Xp9jJmvVqBb17/9i/MzJBliAAAQAElEQVR86gffm5c/v8+Jt9yWbn4ss/qvH2fph5VkqG4q3BuHWRal+hrHeVqpOxu/8qwe040Zu+4ipd3cKGOlkNvLRq3Pqxeol5B6KRW0pjtT7yKZz96ST3vmLI/5gD5dX+9iPku9nDrf6L2rQ78ofaveuQC4TaX6fe2fJt/xorXMxtuScSn9on5sX4u6Hmu2VcZ2Oi7mO9Z5FrNoM2slNgIECBAgQIAAAQIECBw0AeslQIAAAQIECBAgQIAAAQJXJdDyvvMfmJ1OhqWMlQHf9ZrlfMknn8kzP/VE/vpPK7DL4WrbHtkK49qxlape7NvPFxX1sUjx6rh9b+22yvZ651cmcCWtNn37U8lY762/P+/3IUfyMU+t86wmFdZfSS/X36bef+3z+lo997PvyumT7X8kcKW9bq5hEQJf6TPaESBAgAABAgQIECBAgACBqQhYBwECBAgQIECAAAECBK5eoKW5556qoC4V8t7/5uRbnnN/Pulf/01+97+sZnm4PctVP87X04/donR17Fr7OqaVXLh1VbFV2mlrXEf7Hgr0ma/ennTzvOs/TZ7zzbcksyHJSh3PpJtVOJxdfi9Dl2Et+Y6vPZ2/+O+3Z1zvF7/ubd+jmsjGr3/bydlS7ReBb3e2xskFAi4JECBAgAABAgQIECBAgACB6QtYIQECBAgQIECAAIFrFDgXAFcOeN9bx/zQN5zIEz7gjfmp7z+c9dOPSOZHktl6BXWzjLN7Ki4cM1RA1zLfVi4/bnf52+7ugkC9yHpLWx33S8nb/v2Tefa33JpK8pOhz8btejdDvdt6l1ttd+Y4bOum5tKN+aPfX82Pf8+ZHFo5VPdq3Prc2tt3qJWt643j+W026nwSINAEFAIECBAgQIAAAQIECBAgQGD6AlZIgAABAgQIELgegUUauHpyzCu/65486V/fm+/+hpWcvPttKvhdzmyswG7s07XQsIK8fv3OjO1fh618bmiljVz12SrtehEo1s3FcVHhY08FKnTNPEP5D/W2lg7fny/7pmN5yNuN6ZdW015f3aoZzTbO6+yB+/DAqqutadPIet7y2i5f9hlrGVZvz3yezDb/y2ISXbI4VibdTrOx9RsHnwQIECBwvoArAgQIECBAgAABAgQIECBAYPoCVkiAAAECBK5boP/PP3QmT/qwv803PWcld7/xWGW5y5XGbfTbMrluEdB1GxWL9PDs7bRbZ4PgbN+22m+vc74nAu3f9p3XO+xPJv2pPO9lt+Yd3qXC3sXPbNu//1uz6KpUENs+L11aCNzKpVtc/E57poLmbi1ZXc5Xft7f5L63LqX9Geqx3Urb2gQ2SqtqpdUqBAgQIECAwKUE1BMgQIAAAQIECBAgQIAAAQLTF7BCAgQI7IxA/43PWs1df/7oLPVH0i2daplu+srm2q8w+66rQDhnSxZbq+sqBd4si7qLfLTAsZWL3FK1WwJjhtl6Wig/H1fzSZ8/5N0/cEy33ALZGnOssqt7G2C9RqhvT4W/P/gtJ/P//tdbMq4vpx/HVO257037brRSrS+2n/ej8os1UEeAAAECBAgQOCgC1kmAAAECBAgQIECAAAECBAhMX8AKCeygQD+u3ZZxEftWoDu/baPrceNwRZ9X0/aKOtToygUafivnnuj6tWT5RD7qU5JP+uxbs3i1LXrtKpitV5wd3zbHb4cKeZMaZ1jKH7zqdH7gW8+kG4+k6+c16ixZzKGdx0aAAAECBAgQIECAwBUIaEKAAAECBAgQIECAAAECBAhMX2CnV9gvAsIK7roqfUXB7c/01mnGbtws53602QZvbaqmIsX2i85WUuftzgWlnq/074JKlzsn0BLXFqZWab+krTLUm+iynMe835jP/oo7Nl9MX0MuVZlVudK9PbNVLvfMWDfvb1+HjVLh77h+LMffnDz/c1ezfvLOzHI4/bg1duuzy+J7sfn9aDWt5IKtllPfvwsqXRIgQIAAAQIECBAgQODgCFgpAQIECBAgQIAAAQIECBC4JoF+HCrobTneNT3uob0VuHC0FqZWADw7kXRD0p/MO/3v9+erX3pLMqvrbN+67Rc7dF59jree66vrM47zPPfpb81b7zq8LcCtdotW7djK4sIHAQIECBAgQIAAAQIECBAgcFEBlQQIECBAgAABAgQIELh2gb79+rKVs11s/jLz7PVFTs5rf5H7qvZCoAWp7U1Uej9U2Lre55F/ZzXP+647snxr1aXutcNuTmV7/+18fSmv+Na1/OH/06evILi/MIPezbkchL6tkQABAgQIECBAgAABAgQIEJi+gBUSIECAAAECBAgQuE6BSgmvsweP77HA9lS1yzgeyTDOcuwR9+VFP3hHHvq2bTonkxbk9+vZ1a1l0N08i3/bt6b1e7+xnu984XoNfVsyHElmp5O0ZLiVOrUTIHDNAh4kQIAAAQIECBAgQIAAAQIEpi9ghQQIECBAgACBnRAQAO+E4p71UUHq7HiNNmRIhb+LMqQ/fFde9P235mFvX2Fs3UkOV5uxym6/3jbGUBnvLG94TfJ1X1jjDSsV+a4nLRgel1I3t5U6tRMgQIDA1QpoT4AAAQIECBAgQIAAAQIECExfwAoJECBAgMCOCVRit2N96WjXBbpk7Y6zo4wVtXaH35yv++6H5Z3/cZfZ0tbrrHbZi63GGZeTYcxzP/uNefMb2phV1w6Lsv18UeGDAAECBAgQuCoBjQkQIECAAAECBAgQIECAAIHpC1ghAQIEdlZgKzHc2V71tgsC7de2lbXO5hn60xnrclh+U577rbfl3d6ny9h+iDvsfeA6P5N89TPuyZ//wcPSd2u17jaH7aWq7AQIECBAgAABAlcv4AkCBAgQIECAAAECBAgQIEBg+gJWSGAXBATAu4C6s11W0ju2QLX9eefqeZgl45HMDp3J533FQ/LeH7SSVFW6utf+7PLiT0DX+S7v4yKBTn7y+9byaz9Vc8yYYVzdHHUxmTpvxzrYCRAgQIAAAQIECBC4KgGNCRAgQIAAAQIECBAgQIAAgekL7NYKBcC7Jbsj/Vaw2p2pwLc6q3B36IYsVd6b2al80jO6/NtPXEq31KXrxnT9sDgmu/xKx5pLlfnaPP/t19fz3S+sYHp+WzJ06YYj6cYavwLrmk1ayWI+XT3USh3sBAgQIECAAAECBAgQIHA5AfcIECBAgAABAgQIECBAgMB1CVRad13Pe3g3BVqYOj+SpAYZZ0mV+Xgin/hZK/nEz5lVwFrhayqNrdsb+169zjFvft1Svupz7s2pE7P0Nc8W73bpNqZx9rh5+YDrrXpHAgQIECBAgAABAgQIECBA4JyAMwIECBAgQIAAAQIECFy/QH/9Xehh5wS2h7l13v5N3dnppF+r8He5jifyyZ+7kk/6gi7pVtMvVSicC7f2SreXC+9f3/Wwnqwd7/LMTzyRU/ceS78Z7rZjX1d9Zum6/twgY821lXM1zq5WQHsCBAgQIECAAAECBAgQIEBg+gJWSIAAAQIECBAgQGCHBLYldTvUo26uUaAC38WveduxdVHBaYWpY1YyZDnz2Yk88emH8gmftZyun1WD9svge+q41b5O92Kv4Z71tNfnDa/tMsz7dO2/rkvLeFvZiykYg8BBErBWAgQIECBAgAABAgQIECBAYPoCVkiAAAECBAgQ2EmBfic709dOCAxpaeqQMWO/mlnfZ328O0/4zEN54ucspVuuBPbsMLfXWVel7e1VttLOd6i0oWo6lUDXnKrP9eTlz1/Pq355luHM0ZrXWobN4buuT9fVRZ86niuxESBAgMC1CniOAAECBAgQIECAAAECBAgQmL6AFRIgQIAAgR0XqLhux/vU4TUJVHg6zpJhafPpCoDHQzk1vzsf+xkr+eTPX0rfbrVQdrNFUs9kF7fW/Vapcf/TD57Mj3/P8SzPHpbF0EP7FXK3CIFbENxKNYuNAAECBAgQuF4BzxMgQIAAAQIECBAgQIAAAQLTF7BCAgQI7I6AAHh3XK+h14pOu7XKf09n6IfMxz7znMoTP+vWPO1Zx9IfOp6x6tNVu2vo/XoeGTPkt39lNd/2/JMZT92ZvubWVzDcjlkkwbERIECAAAECBAjslIB+CBAgQIAAAQIECBAgQIAAgekLWCGBXRQQAO8i7pV1XYHuWGnqIkid1SN1Pe+zfOTePP6pszz5mUvpFtXHkgpik7pfZ7u7t7/73EZo0e96/vp/9fnyp78p81MPS5ZO1o2636ZRYXR3mfm0VVVjOwECBAgQIECAAAECVyigGQECBAgQIECAAAECBAgQIDB9gd1eYb/bA+j/UgItQa0gdXbPRoP269+xXsdwOFk5nU96+rE89UsPpVvevN316boKgysN7rrt0WpfDVqpw47tNbfaU8H0W1+zlOd++pi1+942w3rS5XBqKhln1aCvUkvoFmVMN1QZz5XUebqxHqoSGwECBAgQIECAAAECBAhcRsAtAgQIECBAgAABAgQIECCwIwI7nRzuyKSm30kLRFuplc5vS7qWrJ5J+vV0s9P51M9Zzic+Y5b02di6jcOefFaYuzXO6vHk2U89ntf+eU2gP5EstbB6c97ZOrbWdb8dFAIECBAgQIAAAQIECBAgQOAaBDxCgAABAgQIECBAgACBnRPod64rPV2dQAtNW6mgd1zKuHZr+tmZfNLnLuUJn1uvpV9N2u3s5Vahbn96MeB6HZ7z1NX82R8eTvvL0+OwnHH9WPqxq5JFaT/ujW33BPRMgAABAgQIECBAgAABAgQITF/ACgkQIECAAAECBAjssEAljTvco+4eRKBC1sw323QtW81QSeqRh9yXT/+S5Tzxc5YzH6rNWMFrd2+1q/P63NX9vCHWkvVZXvglx/OqXz2ZtD9L3dV8x+WawpC0v/ccGwECuy2gfwIECBAgQIAAAQIECBAgQGD6AlZIgAABAgQIENgNAQHwbqhess+WtG6EqEN/OsPYpeu6zA7fky/+hkN53GesJF0y67dey+1Jq8hebKupJLrKsXzvi8/kF3/0cJb7o1kEvhX69hnSj7NsbV2dtFIHOwECBAjsrIDeCBAgQIAAAQIECBAgQIAAgekLWCEBAgQIENg1ga2kcdcG0PF2gRaZFnkLUucVrvZjlo/dl+d+8215rw8+lPX5PIu8tzVrJXuxjZuDnEy6tfzIS+b5vhfX4Itf/G7dy+bW6mv+m1cOBAgQIECAwE4L6I8AAQIECBAgQIAAAQIECBCYvoAVEiBAYHcFpHm76/uA3oehz9CvJyV/+8PW8/zvvCX/4t/M0tX10mz2gPa7X1Ehbzckwx35Lz895uVfUyH0fDndovpQ0v4E9CKV3phJV4ezpbXZLFVtJ0CAAAECBAgQuB4BzxIgQIAAAQIECBAgQIAAAQLTF7BCAnsgULHjHoxy4IeolDStFMRCvMvbvMPxvPhHZ/k/36vLMNa9rVS1muz+XuMt5tOONaEa/3d+bS3P+5y1Grquu9N1bPvW1ecZ6gAAEABJREFU/fMn17XqVloThQABAgQIECBAgACB6xbQAQECBAgQIECAAAECBAgQIDB9gb1aYaV9ezXUAR1nqPC0W63Fr2eo865fz6Pe6b686Advzdv/wz7dUpd+Vm2yl9u8BmtlvY5jfveXk+c85d7MTx5L1y1XOZS+H6sksy5Vap5jl67KOCRDhb9bZey6jF11YydAgAABAgQIECBAgACBaxHwDAECBAgQIECAAAECBAgQ2FGBfkd709k2gUpJUwHr7NRm3Szp53n39z2Tl/3Ew/PId0jm8+N1r7Wrw3n7Ll604YalZKwyX87/9wdjvvzpFf6euT1j34LqanDJRLeriV1YqspOgAABAgQIECBAgAABAgQIXIOARwgQIECAAAECBAgQILDzAgLgnTfd7LEFpRX6joeS4XBFwW/OB3zEer7y24/l6MOqSeWsfX9rnbR2ddirvcZNVx/dffnbv0ye/dTjOX381owVBiez9HWr3zaXRdOq21bldLcF9E+AAAECBAgQIECAAAECBAhMX8AKCRAgQIAAAQIECOySwPasb5eGOEjdtqS0lbbmjePQn8mw8oZ84tNvy5e+5FAOHWv3qtTtrhvqZC/3GrRfT7p53vK3t+UZH//6vPk1t2dYW07qVsYKrDdOYiNA4MYIGJUAAQIECBAgQIAAAQIECBCYvoAVEiBAgAABAgR2U0AAvGO6iwS1eqvj2GV1/czi3/ddPrSa57zo4XnSFx1JC14Xv75tIWv7qW26JLsdAm/2X9NK2p+jHvO3f7aUz3ncybz19UdrJvO0eS3+zd+6qotkMa8stlpKLlYWN30QIECAwE4K6IsAAQIECBAgQIAAAQIECBCYvoAVEiBAgACBXRcQAO8ocYWtXfuF7ZBDh5dz9LYTef73HMn7fdQs6deS1LE+z993+xVU//MasQXA45EKf5fz+U+8N6/9i5V0Q/sT1EnXZdt23sW2eqcECBAgQIDA7gnomQABAgQIECBAgAABAgQIEJi+gBUSIEBgbwQqHdybgaY/SgtOZ1kf5ulX5nn0O63lpT99S/7xe1XQughfN//Mclq7ptGOrbTzXS71llfX7smbXtPl859wMm993e1ZqtS370+mDlWqweYUuprr9rJZ7UCAAAECBAgQILBbAvolQIAAAQIECBAgQIAAAQIEpi9ghQT2UOBc8reHg05nqEpLs1HGcahldVlZPpT3/MD785JXHskj/s48WTpZ9bW323XIov3iZA8+2tza+GPueeMdecYnvD5vvWtMm2s3q/pxKZX+xkaAAAECBAgQIECAwI0RMCoBAgQIECBAgAABAgQIECAwfYG9XmG/1wNOZ7wWrlbA261VpDvP+nw1w+x4PvZpq/nyl96ZI3esVbbaUt9DyVK1bX/9efGD3/bRyi5K1HBpQ2e9BlnOXX/Z5Us+KXW8LfO1wxkW949VFr2SfuzSJ9n61W82t6pOK5uXi+5alxe227rvSIAAAQIECBAgQIAAAQJXJaAxAQIECBAgQIAAAQIECBDYFYGW/e1Kx9PvtIW4leqOSxWeLi3+vd8v+6bDedIXHU63fP+25Xd13hLXOjzofr0N2jirFexWPy2pTZe7/mI5z/j4+/PXfzLWPCv0bXHvItlt82ql2toJECBAgAABAgQIECBAgACBPRQwFAECBAgQIECAAAECBHZPQAB8xbbjRVpWgNp1eeTfPZVv+g+35f3+7UpS1xluqePyRmmB66Jkj7Z6pTWtdMfzt3/R54s+acibXnOsplWVs9VUZJ1ZzbHrukVdy4lb2aPJGeZyAu4RIECAAAECBAgQIECAAAEC0xewQgIECBAgQIAAAQK7LFBp4S6PcFN3vxn6Ln4x2863SltUnXen8pj3vz8v/amjecd3qfB3qeq7M9nIe9eSeV3v6d7VaFWG5DV/cixf+uT785q/Ws0wr7oKf7uxxb91Xq3sBAjsLwGzIUCAAAECBAgQIECAAAECBKYvYIUECBAgQIAAgb0QEABfUrkC3rSy1aCC0/5k1uYnMuu7dIfuzif8++U8/3tuy9GHJf3hatdVyaH2UaXC1trr5CJ7JbQXqb2mqq0ptmPrtkLev/zjMZ/38ffntX9yNN14KLPlpB+W6/yBE2rZ9sXKNc3FQwQIECBwLQKeIUCAAAECBAgQIECAAAECBKYvYIUECBAgQGDPBATAl6TukgpT09LRrpLVsajWb8nh5Sp33pPnvfy2fMoXVd3iV78X66TuXaz6bF31mVbOVlzbSU1z8VPj7nTSn84f/848z/iEv809d91S898+ue7a+vcUAQIECBAgsIsCuiZAgAABAgQIECBAgAABAgSmL2CFBAgQ2FuBB0sp93Y2+2q0MenmVSqkrfB3GNczX7onf//d78/L/9Md+af/uu61gDj7YVutsPdwXv3zS/ncx9+f03c/On26zPqkDtm+dW1Z28r2e84JECBAgAABAgT2UMBQBAgQIECAAAECBAgQIECAwPQFrJDADRBoEeENGHafDtl+7dvK2el1SX+ywtVk+cjxPP4pR/PiH7k1D3/7ajAero8btFeAe3bkxXmfV/3CWr7y6WcyrN6WcajK7tRi3l01bKUOdgIECBAgQIAAAQIE9omAaRAgQIAAAQIECBAgQIAAAQLTF7hRK+xv1MD7etwWAnfrFaAWT3coRx76pnzFS2/JU57dpT9c4WpVp5VZsviF7VUnrO3hrZKr22r4xQPz9jnPOB/zsz/Q5zlPOZ7VE4cytrm3yQ3HsphbC4O3lSFjtpdc4bY129b99nKFj2tGgAABAgQIECBAgAABAhsCPgkQIECAAAECBAgQIECAwK4KtFxvVwe4eTqvZLVbS7ozVSr8raA0s/vzT/55n+/42Yfln/6rSnm7paSlqnWaHd2usrM2fntzQ58feslqvvHZNefhaNKtpm3tdjsqBAgQIECAAAECBAgQIECAwH4SMBcCBAgQIECAAAECBAjsvkCLEXd/lJtihBabztLP+op+17O8knzmsw7lBT/Q5+FvN6ZfHpK+S8t/cyO3yqlTUxkq633JV57Jd3/9Wsa1Cn+Hw8l4OH3NrWZZnxv71r/5u3Hlc18KmBQBAgQIECBAgAABAgQIECAwfQErJECAAAECBAgQILBHAi0v3KOh9uswLVHdmNtYp+vjat7uH5zJi390JR/56cvJcvtVcCWuXfuby61stN2zz5rTYqzFsebR35usJ8/+9Pvy49/Z5rNZtu4vGj/wY+vPNj/wjhoCBG6kgLEJECBAgAABAgQIECBAgACB6QtYIQECBAgQIEBgLwX6vRxs/41VqWl/f02rS+p07M/ksZ+4npf99O35++9RdbOq7ioE7tuffj5S7aqiPvd+r8nVoMNwOsfffHue/vGvy+/88tH0WUk33p4uy5l1yaxqqtl5u+D3PA4XBAgQ2E8C5kKAAAECBAgQIECAAAECBAhMX8AKCRAgQIDAngv0ez7ifhtwPFQzWs8j/+7pfPV3zPKM59+aHFqturavp9LV9heXc2O3McNwJm/666P5zI88nv/x6juTYalKhdOVDXdtcouPep113S4vLENVtFIHOwECBAgQIHDDBUyAAAECBAgQIECAAAECBAgQmL6AFRIgQODGCFRieGMGvlGjthC0lcy6tD+ePPbr+YDHncjLf+5I3vNDKlBNn5Xllc3pLVX+21VNbtg2H89krFD3f/zXPp/38ffkDX9xJG2Ws5r9rBbQ171ua3Zb53XcqnIkQIAAAQIECBDYZwKmQ4AAAQIECBAgQIAAAQIECExfwAoJ3ECBAxQAt1S0StdKMgxrOXbbmTznm5fzxS++PYdvP11B65B0W7/+rXa154ZsY81lY/BZfyi//lPzfPGnvTFveu1tFUjXKxuXalYV+9ZeJ+f2reut47k7zggQIECAAAECBAgQ2AcCpkCAAAECBAgQIECAAAECBAhMX+BGr7DSxBs9hV0ef6w0tJVuPWO/mr5fz2x5Pe/9Yat5xW8eyfs9dvPXvuOhujerySwv/uTzUFHrUI9Wxd7ui9x3PZl3GVbH/PCL5/mKzzyd1eNvl6H9FLib13xqYrWnGzLWbMdxSN1chMatZqx2W6UaL/b2oltZXPggQIAAAQIECBAgQIAAgb0WMB4BAgQIECBAgAABAgQIENgTgWlngi34bYyL0DQZh+U89FGr+cqX9fmKlx/N0YfUzRak1iEV+Gaxna1YXO3ux0V6b3Mdl7J2eszXP/N0Xv71p9KPtyatPhUMZ2Nrs+zaR0XAtbKqXCTHdbQTIECAAAECBAgQIECAAAEC+0vAbAgQIECAAAECBAgQILB3AtMOgLsxfa1wrOB0fX46/+YTjuc7fu6WvOcHtV/6Vnpa+yL33Xa84THqOOZNr+nyxZ+8ll/5qS4ruSVL3ZCl+Syz+aEKg5fSd7PU0jZLV8cuWSwki21YfPrY9wImSIAAAQIECBAgQIAAAQIECExfwAoJECBAgAABAgQI7LFAv8fj7fBwLa5tZavbrfN2HDOO86z3b87b/YNT+dZX3pLPf+FtOXZ7td2el26dt2Pd2r5fpGr77es4b/O74PFWVcntn/7eUj7rY96QP3j1WtbW1jNmnnTrWWxLq0mFwYumNblqnvYj53Hjp8CxESBw8wiYKQECBAgQIECAAAECBAgQIDB9ASskQIAAAQIECNwIgZs4AF7EoGVWMehYaWi2rttxTL9yOsvH7skTP3s5L/9Pd+Rd3muotmsZ+6FanitVeXZvT7aeWmkw7ViNH/AXllu71ls7nn34ik/aky3QrWProJUMGVaTX/qJMxX+3pO7X//wrHSHszweSde1BjWbfkw3zlKfi5HG9Bm7qs9ilnW+qF58tNrFiQ8CBAgQ2I8C5kSAAAECBAgQIECAAAECBAhMX8AKCRAgQIDADRO4ibPCCj7HpWSossk3ZJahW1uUf/TPTuQ7//ND88lfcHv6I6eqRWt3qI71XMb6L4syVM1WGev8SvatdlvHK3lmo017Yl6nbQ4VAncnkvZv+867fNvz78vzv+DujOu31sTqfgu1W8nmtgiCq74uW/VQp4tS123+dbATIECAAAEC+17ABAkQIECAAAECBAgQIECAAIHpC1ghAQIEbqzATRYAtwB1C6zOW9i7dDrtV73zlor2a3noI0/lOd+SvOiHH55HvVOlpN2ZzGZH6qEKXDNPV4Fr19WzVXOpvZ6qELbuXr5ZNbjavfU8q4eGjJXejuvHcvfrZ/mCJ9yfV37XSrL+NkmlueO87o8VUo9D2lQXpZ7a2PsKruu1tbm10rrcuOGTAAECBAgQIEBgPwuYGwECBAgQIECAAAECBAgQIDB9ASsksA8EKkncB7O4oim0tPNc2ThrYWoFpUOf2eG78rinrOc7f/6O/MuPOJy0YLRvrbK51fkwq/NW+sXtujhvb4+cV3GJi612W8dLNLt4dc01Watgdzl//LtDnvaRJ/I7v7Fagf+EiGcAABAASURBVPChpALtcZxXwFtzzRVuV9H0CnvUjAABAgQIECBAgACBHRbQHQECBAgQIECAAAECBAgQIDB9gf2ywn6/TOTK5lFpZ3cmYzdPvzRk3h6q8/f44Dflu37xYXnqFx/NLXdWZTVbJLxdi2hXsjjPUrJYbZfUSVelX5R2tVG6bNvaxYVl83arbl2142bVxQ9tHlulzbadZ8ywdjg//f1n8gVPWM2bXns0S91D0g1dlaV0XZ/FtKtd0mWoZ4axjkPqvMu8rsc67zZLn9QqkvYr4WxudWvzzIEAAQIECBAgQIAAAQIEbrCA4QkQIECAAAECBAgQIECAwJ4KtPxwTwe89sG6erSmOx6qaHQ96/O1/J3/7a15wfcs52u+6yF52787S3coqax0USo7rfZtb89tP7bzPSqLlLbGqtA281lNLlk93uWFX7iab/jS1czXl+tmm18rdXrR/XL3LvqASgIECBAgQIAAAQIECBAgQGBfCJgEAQIECBAgQIAAAQIE9l6gEtW9H/RaRxxT//X35djtq/m8583yHT/zsDzm/Sv17WsZS+sZ9t1PX1t4u56tn+e+5n8lT33san7pletZyuGMa/3i1vZf7/aVYLeSswl266PLuPGz4PQVJreSza0928rmpcPNIGCOBAgQIECAAAECBAgQIECAwPQFrJAAAQIECBAgQIDADRLob9C4lxi20s0L7gwZsyjt38edHc+nft6h/PB/uT0f/il9lg4nY18B69BlGJcybj3ebZ3kBm3bx6/zmt8vvGItT/6wt+R1f7GSbn5rzWupSs29myeLXwpXu2xtLfTdOm/HC69b3UYZ61YrG1c+CRDY7wLmR4AAAQIECBAgQIAAAQIECExfwAoJECBAgAABAjdSYB8FwC0AbaU4KtEcKjRd/Nu3OZ3ZoXvzoY9fzQ/82h35hGccztE7h2o0S/uRbNctpavTWa1kVseujl3XUtFUOlxlz/cKdbNWo7a1dFk9vpyv/fx784Ivuj/zM3dkmA+Zzyv0rWC7GtXe1jKmr/S6lbRFJenKoJU6y5Vs1fxssyI4e+6EAAECBPaNgIkQIECAAAECBAgQIECAAAEC0xewQgIECBAgcMMF9lFW2FUkWsFtfQ7tV73LJ5LlN+c9/tU83/uLd+YZXzvLI9+5Mt1+yNhthKtNr5210s4XZXExJItf1dYxe70t1SRXMqyN+es/GvNpH34iP/9jNan57TWRvko2I96qW5y1Nae2dl2Hs3urb+VsxUVP2gpbuehNlQQIECBAgMA+ETANAgQIECBAgAABAgQIECBAYPoCVkiAAIH9IbCRSO6PuWSs/9bGE+kr5P3H/yJ54Q/ekRd836155Dsmy7Mji1l2Ff52Xbc4bx8tNm2lnV+0tJutXPTmDla2Mcb6GKqsj3nly4d8xr97a/72z7vMspK+m9exS1//dd3W/NuxlZzdannpxr6uW31X51mUbG5dHVupw2JvLVtZXGz72OhnW4VTAgQIECBAgACBGyNgVAIECBAgQIAAAQIECBAgQGD6AlZIYB8JXCw73KPpVVC6GGnz2K0n/ck85r0P5YU/vJQX/MBS/vH7zJLZmSrVsKuy2M+fcqtuZXFrzz5qrouxNueezePY5a6/6vIlTzqR73jhPMPaHem6mt1wpELc5dRHlfbnn2MjQIAAAQIECBAgQOAACFgiAQIECBAgQIAAAQIECBAgMH2B/bbC89PUvZjdUIFohqQC33Ec037xm9la3u29T+cbXrGcF/7oSv7P9+7TL61sxqorWWztscVJm3Iri4u06lY2rupzcdHub5Z23Urd2pF9kd9uBr5ZTVtKspb52jyv+sVT+fR/u5bf/uXDmZ8+lHF1lm44lDaTtJ/kLibQJnOu9BUat5LNlYwVGI91u/2Z642StOtsbht1NX7rr5XN+gsP7ZlWLqx3TYAAAQIECBAgQIAAAQJ7ImAQAgQIECBAgAABAgQIECBwQwQW2eSejlzZZRZ/4niebnZ/HvMvjuZFP7iSF3zfsQp+D2eRlnbbZ3TexfYbN+Z81oZdrlS2juNKWm5735uX8o3PPp4vefLxHL9nlqV+aVGfxdYtPjc+2ufWdTterLQ2CgECBAgQIECAAAECBAgQIHDzCpg5AQIECBAgQIAAAQIEbpzADgbALdl9sIWM6VZOZm1tLf/oMX2+8YduyQv/Q5d3fd95+pUKQ8d6vpU6pKvrVtr5vipDzWY9Y45nXB/zP1+1nqd/5In8/A8cy9J4Z7qhyzBPulpHrSA2AmcFnBAgQIAAAQIECBAgQIAAAQLTF7BCAgQIECBAgAABAjdY4PoD4Ao6N38Oe24p46Jycd3i0kXp1jLMjue9P3Seb/mpWb7xx5fzj963ItK+Sree1P2xq5Z12Z7eKtmP29hn7cStednzT+TpH/vWvOYvZsm4XDMtzm6eIfO0tbRSlXYCBAgEAQECBAgQIECAAAECBAgQIDB9ASskQIAAAQIECOwHgUosr2MaLaUdKrGtyLP9m76VeiaL6z7zujeMXYZxPYeOrudDH7+a7/v1W/Ocl9ySf/ReNexyPVd70j4O1WE5XddnTBalDvtkbzOqqVQ2Xblu2vr++HfGPOmDX58ff/mYfnh4+hxJX0uapYLgCrS7fqxmGyWL1Wz2Ud3YCRAgQODACVgwAQIECBAgQIAAAQIECBAgMH0BKyRAgAABAvtGoL+umbS/czxrv96tUjHoIuzsh6Q/mW7pvtzx8LU86Zlr+f5fX85nP385j3qHLt1yhaHtuQsGHlJhcdXV3frcL3tb1+mazNpiaS0AftnzTuUZHzPmzX/zqGR+awW/XWZ9l3PbmHGxvo2VDHXeykYH51o5I0CAAAECBA6CgDUSIECAAAECBAgQIECAAAEC0xewQgIECOwvgesIgFvAOWZY/MnjPmNfIenK3RmX78nD3v50Pverj+b7f2M5n/CZR3Pno09neaWC1Panni+x/r7qL1aqem/3jWVt5LXjUoa1w3W+nP/xW2M++UPuzn94aaurMk/6rsus2vdVZknqskqfPrPFseu62AgQIECAAAECBA6ogGUTIECAAAECBAgQIECAAAEC0xewQgL7UKBlrlc4rUo5c65snFXAOR5KV5Fnv3xvHvM+S3nh99+aH/ovD8mHf/Jyjtya9IeSrmsh6m1JBaOptnWyj/e2ss3p1enp411e+AUn8/SPOZk3veaORRi8+IXzptw4VFW1G6qMVbrNRx0IECBAgAABAgQIEDi4AlZOgAABAgQIECBAgAABAgQITF9gv65wM8a89PSGCn3bnzBe/NK3X8vQSjdkLatZ7+/LbQ+7L497ysl89889Ks//wdvybu+7nNS+6HG2+Fx8dF1XQXC/OM8iBO7qvJU63Ki9Atta3ubodVF7am3JesbTyat/fj1P+pD1/MKPz9KPKzlzcj1pUx4Pp3LfjHW+vaRtdWOsJLh100pfDVrJ4sHYCBAgQIAAAQIECBAgQGDaAlZHgAABAgQIECBAgAABAgRuqED/YKNXbltN5km3WuVM0v4h3G497/aeyZe+6Fh+/Ldvy1Ofe2se/Q/qfio1zU20tYS2Qty04LeC2nRrydDnLa9ZyrM+7WSe9eR57nr9kLW2tEWAu9m4td1c5lgPt8B3q2xWbx5a+1Za2axyIECAAAECBAgQIECAAAECBCYqYFkECBAgQIAAAQIECBC48QKXDYDHFnSOffpuKanQ95bbk497ypBv/5nD+b9//FA+6HHL6VZSoWmXcVjJOLZ2Q1XcLHsLZtuveiu4HoeMq8v5yW8f8ykfdF9+99eWM8tKuqFLVwZZWHRpv+ZtaK10udjWLdokF78b28ETsGICBAgQIECAAAECBAgQIEBg+gJWSIAAAQIECBAgQGCfCLQcc3Mqi5/BLv60cUWhaX/yObMz6VfuyWP+5Yk880WzvPL3bsunffEtecd3rUf6CjhrT18Bal0u9u5kHVplHW6aveZb4fX/+u0uT/nwN+TFX34ip+6vMHu+nEXoW0Fu11Wbq1rP1ba/qs41JkDgJhIwVQIECBAgQIAAAQIECBAgQGD6AlZIgAABAgQIENhPApsB8JjZrMuQ9Swt1fSW78/ffdc358nPOp3v+vVDef4P3JIP/uhbsvgh8Erd38o329PjLKlj1w8VlR7bdrNO9+Pecu42r8VxzD1/O8vXff6pfNbHvCV/+UfHstzdkn44nK3Mt8uszvvMuo2yCIXHLl0930psBAgQIEDg4gJqCRAgQIAAAQIECBAgQIAAgekLWCEBAgQIENh3Av0i0OzWc2b9rtzxNifzkU86kZf+5G35zp99ZD7uqbfn0X/3SNIlW38FOQ/Y6ubZunY+1FUrlZCmlbrcT3ubUk1vOJP8h5eezCd+4N35hR+v1Ht+Ry3yUM20NajD9r0C3+2XzgkQIECAAAEClxdwlwABAgQIECBAgAABAgQIEJi+gBUSIEBgfwr0Rx9yXz708ev5xh+5I//hd2/PZzz3lvy9d6vJVpbb9ZWJ1mnlpWm/iG3XdXn+Xu3SyuKjnWyV85vdsKuW57ZSE5ivrifz5NW/vJpP/dC35lu/ai2n770z3bCUWTdklgqCW9Jdbc/tXZ1WaSFwlTo7f6Vj0lWJjQABAgQIECBAgEATUAgQIECAAAECBAgQIECAAIHpC1ghgX0s0L/yD27N573oaN7tX6yk61u8uW22FWy2mla21d5Ep7WArdlW8HvX69fzrE87kWc95XRe82d3ZNbdka6rBu3PWA8r7STpqmEefGs9t/LgLbUgQIAAAQIECBAgQOCgCFgnAQIECBAgQIAAAQIECBAgMH2B/b7CvluuBLQlmbM6ttm2Qzckm2VxmW3bAyq27m3duPC4dX+Pjm0tNf2M7WN18RPm029NvulZ9+dJ//re/NavrFTGe2v6dGm/3B1T/431ULvYmmI73yx93W9l0bjqxs0yVH0rY1dDVNl61JEAAQIECBAgQIAAAQIEDqSARRMgQIAAAQIECBAgQIAAgX0h0D/4LFqQ+uCt9lWLfl6pbM1o9VBe8ZJT+ej3ekv+4/et5vS9b1P1y1Uuldi2+lbq2R3ZdUKAAAECBAgQIECAAAECBAhMX8AKCRAgQIAAAQIECBAgsH8E+rS8c3s5O7e+zrZKne7XfayJbS+1lvVTs/zyj87zxPc/ke/82nnWThzN0nBnFj9ybnl2+8VvNh7q69BWWb3UXg8vQOrUTuB6BTxPgAABAgQIECBAgAABAgQITF/ACgkQIECAAAECBAjsM4Fz2ec+m9jVTadS3NpT4e6rfv50Pv3fvTFf/8Vd3viapYzzW6p6eRH3Lv6M8+KsGi6O7aFWrm40rQkQIPBgAu4TIECAAAECBAgQIECAAAEC0xewQgIECBAgQIDAfhS4RAB8ieqzK2gB6tmLvT05m9e2P/M8Zr7ejvP80auHfOHHreY5Tx7yN3/0sMzXKvwdDqWbJV0B8W7EAAAQAElEQVS3lLQlzYZ0FQenwt/FL3/P9nX2JDYCBAgQIHCdAh4nQIAAAQIECBAgQIAAAQIEpi9ghQQIECBAYN8KVCw61ORaqcNV7e2ZVq7qoZ1p3IZdr2R3vcuf/ME8z3ziffncJ9yf333VPclwJBnr3uZILdpdlK59pgLgdtwqqW3rvB3r0k6AAAECBAgQuGYBDxIgQIAAAQIECBAgQIAAAQLTF7BCAgQI7G+BCoD39wTPzq7ls620inHIX/6PMc/5tBP57I8+kd//9WMZz9yW5eER6ceuysYPftviuqRC3ypdn67rqvSZ1X99Xfd1HRsBAgQIECBAgACBnRDQBwECBAgQIECAAAECBAgQIDB9ASskcBMI9DfBHGuKm8nvkPzZf1/Pl3zqffnMj1rNb/7iPJnfmQyHNtp060lXdTm3dedOs/18W7VTAgQIECBAgAABAgQIXJeAhwkQIECAAAECBAgQIECAAIHpC9wsK6wAuPa0cjVTbu23ytU89yBtW85bIW9aaeebzcdhNX/4qtP50ifdl6f921P5nV++JcPqoSx3t1WL1rCVOt1ax+afe241GcZ0m6X1O47JWB9V1W5VkxYLb5W6tBMgQIAAAQIECBAgQIAAgSsX0JIAAQIECBAgQIAAAQIECOwrgZbi7p8JbeWw/emkO5PMkz/8L0M+/+PGfPZHj/ntX5tV3S2V4C7l4ttWBxe/mwf8BnirfTtmBzddESBAgAABAgQIECBAgAABAtMXsEICBAgQIECAAAECBAjsP4EbHwCPhbK9VBY7nD6c3/ipLl/w8afyBU98S/7fV49ZyZHkzLFs/Ru/9dRi7+uzlTps7tVBnbUfAbdSpxfs7f5WueCWSwI7IaAPAgQIECBAgAABAgQIECBAYPoCVkiAAAECBAgQIEBgnwqcn53u6SS3p741cLucJ7/4irV86ocez/OekfzBq48nw7EqK9Ug6drfcE5tF09268a5fayMt5VzNdvP6ub2S+cECBDYIQHdECBAgAABAgQIECBAgAABAtMXsEICBAgQIECAwH4W2P0AuAW7W8FtO28l7WPIfP14xmHIibck3/v1J/Ix73FfXvCFZ/K6/28lw5lZ+vWHVPh7JOlmFf7Woa+SebqxSvXZAuFuHOu6lZzd2j8hfPbCCQECBAgQ2BsBoxAgQIAAAQIECBAgQIAAAQLTF7BCAgQIECCw7wUqUt2tOY7V8VrSnU6luFlkvt086VbrvO6tz3LXa4/mG565lo96z7vyvd+4kre8cTkZDiVjX4HvWKXbLNm2janEt+rrkLbV9aLzdmzXG2XoqpsqG1c+CRAgQIAAAQK7KaBvAgQIECBAgAABAgQIECBAYPoCVkiAAIGbQ6DfvWlW+jq2QPdwMswyzCv4bcczy/nNX1jP5zz+vjz+vU7l5374cMZTj8jybDnL3eHMNv/ruj5d16UfslG6pG//VX3fzXIl2/mR8JU8oQ0BAgQIECBAgACBqxTQnAABAgQIECBAgAABAgQIEJi+gBUSuIkE+uuba4tYW7mwl826rurbabee0/es5Me+/Z58ygeu59mffiL/7b8uZ2Xp1sVvd9OvJ91alXkebBurz9blVrlc+2p6udvuESBAgAABAgQIECBA4LoEPEyAAAECBAgQIECAAAECBAhMX+BmW+F1BMAtgq3QNmeScUhqX5RW3a6rDCeTP/39eZ7/WWfyUY+5Py/76qN53V8tVd57Z5a7IxvPdGPGsc84zKrUcWzXrSR1Wl2O55fqf6gbw+JYbbou42bZwm+L6rYabFU6EiBAgAABAgQIECBAgACBnRPQEwECBAgQIECAAAECBAgQ2JcCLSu9xom139euVAJ7uEp10y67SoFrv++Ns/zkt6/lKR+2ms/8v+7NL/3HlXTzW9KNKw8cq4LcSnCrvnVQh/P2i9Vtb9Dub5Xt9Tfq3LgECBAgQIAAAQIECBAgQIDA9AWskAABAgQIECBAgAABAvtXoJLbB5ncIqCtNpc79muZnxnzB78x5Os/70we9y/ekG9+bvI3fzpPP78zS32XMWcqAK7rscv2Qdt5K1lsW2Hu1nFRecHH1r12vOCWSwI3UsDYBAgQIECAAAECBAgQIECAwPQFrJAAAQIECBAgQIDAPhc4l70+6ERbArytUbscktf9efKKbx7ypA85lS944pn8wk8k3eoj03eH0vd9un41GfskVfqT6epsa99+vlWXRYuL38nZ7cHun23ohAABAnsiYBACBAgQIECAAAECBAgQIEBg+gJWSIAAAQIECBC4GQQqlb3ENFvAm0p4a1+0GKtiXmd1ffLNyc/94Gqe+Qmn84n/6t687GuHvPbPlpO1wxmH5cyrbct8h6xkGA9lzKxC4OW6d+vZeLcNLMYtTzsBAgQI3OwC5k+AAAECBAgQIECAAAECBAhMX8AKCRAgQIDATSPQctjzJ1s5byW2FdhW9VC3W0o7Djlzd59X/+cxz33K3fnI93h9vv6Zs/zBby6nGyrUHVeqfbWtR9Ii3tZH2tYerlt1OlQ5W13ndgIECBAgQIDAzS9gBQQIECBAgAABAgQIECBAgMD0BayQAAECN5dAfzbsbensogypvDfjWjI/nbzq507l6z/vRJ7wL0/lOU9dzat/cSXd/Pb0S+u10i59Zbx916frN0pfffRJFsc6r9MH7F3VdHWvlTq1EyBAgAABAgQIELj5BMyYAAECBAgQIECAAAECBAgQmL6AFRK4CQVaVrsx7Qpk2198Hlf7/P6vr+cbv/S+fNQ/e02e8xn35md/pM/99xxZBMPD/FAy9u13vvVce2jz0E5bqcvtewt7t663n2/VORIgQIAAAQIECBAgQOBmEzBfAgQIECBAgAABAgQIECBAYPoCN+sK+8zH3P+m5FX/eTVf/Vn35XHvMeYLP/F0hb6Hc/LuR6dff0SWuyMZhjF9v1zBb19B8Eoyr/OhSz9WSdJvljos9nEc00p9pKvzVtp5q2tlyFh580US48XTPggQIECAAAECBAgQIECAwL4UMCkCBAgQIECAAAECBAgQILCvBfov+7QT+Zj3fmOe9ZT1/OpPr+fetwyZ9bckw3LaL31Tke9GSW3dRUpVHfgdAAECBAgQIECAAAECBAgQIDB9ASskQIAAAQIECBAgQIDA/hfoX/0LhzOcujN9hnTDkTqOdRzqmEXZ/0swQwI3WMDwBAgQIECAAAECBAgQIECAwPQFrJAAAQIECBAgQIDATSLQd+NS5uvt177LaecbsW93k0zfNAkQIHBjBYxOgAABAgQIECBAgAABAgQITF/ACgkQIECAAAECN5NAP2ZM1379m6Wad/uXfIW/BWEnQIAAAQIPJuA+AQIECBAgQIAAAQIECBAgMH0BKyRAgAABAjedwCIATif0venenAkTIECAAAECN1DA0AQIECBAgAABAgQIECBAgMD0BayQAAECN6dAn4w181bqYCdAgAABAgQIECBA4PIC7hIgQIAAAQIECBAgQIAAAQLTF7BCAjexQAXAN/HsTZ0AAQIECBAgQIAAAQJ7KGAoAgQIECBAgAABAgQIECBAYPoCN/sK+67r020rN/uCzJ8AAQIECBAgQIAAAQIECOyCgC4JECBAgAABAgQIECBAgMBNIdDfFLPct5M0MQIECBAgQIAAAQIECBAgQGD6AlZIgAABAgQIECBAgACBm0dAAHzzvCsz3W8C5kOAAAECBAgQIECAAAECBAhMX8AKCRAgQIAAAQIECNxkAgLgm+yFmS4BAvtDwCwIECBAgAABAgQIECBAgACB6QtYIQECBAgQIEDgZhQQAN+Mb82cCRAgQOBGChibAAECBAgQIECAAAECBAgQmL6AFRIgQIAAgZtWQAB80746EydAgAABAgT2XsCIBAgQIECAAAECBAgQIECAwPQFrJAAAQI3t4AA+OZ+f2ZPgAABAgQIECCwVwLGIUCAAAECBAgQIECAAAECBKYvYIUEJiAgAJ7AS7QEAgQIECBAgAABAgR2V0DvBAgQIECAAAECBAgQIECAwPQFprJCAfBU3qR1ECBAgAABAgQIECBAgMBuCOiTAAECBAgQIECAAAECBAjcVAIC4Gt6XR4iQIAAAQIECBAgQIAAAQIEpi9ghQQIECBAgAABAgQIELj5BATAN987M+MbLWB8AgQIECBAgAABAgQIECBAYPoCVkiAAAECBAgQIEDgJhUQAN+kL860CRC4MQJGJUCAAAECBAgQIECAAAECBKYvYIUECBAgQIAAgZtZQAB8M789cydAgACBvRQwFgECBAgQIECAAAECBAgQIDB9ASskQIAAAQI3vYAA+KZ/hRZAgAABAgQI7L6AEQgQIECAAAECBAgQIECAAIHpC1ghAQIEpiEgAJ7Ge7QKAgQIECBAgACB3RLQLwECBAgQIECAAAECBAgQIDB9ASskMCEBAfCEXqalECBAgAABAgQIECCwswJ6I0CAAAECBAgQIECAAAECBKYvMLUVCoCn9kathwABAgQIECBAgAABAgR2QkAfBAgQIECAAAECBAgQIEDgphQQAF/Va9OYAAECBAgQIECAAAECBAgQmL6AFRIgQIAAAQIECBAgQODmFRAA37zvzsz3WsB4BAgQIECAAAECBAgQIECAwPQFrJAAAQIECBAgQIDATS4gAL7JX6DpEyCwNwJGIUCAAAECBAgQIECAAAECBKYvYIUECBAgQIAAgSkICICn8BatgQABAgR2U0DfBAgQIECAAAECBAgQIECAwPQFrJAAAQIECExGQAA8mVdpIQQIECBAgMDOC+iRAAECBAgQIECAAAECBAgQmL6AFRIgQGBaAgLgab1PqyFAgAABAgQIENgpAf0QIECAAAECBAgQIECAAAEC0xewQgITFBAAT/ClWhIBAgQIECBAgAABAtcn4GkCBAgQIECAAAECBAgQIEBg+gJTXaEAeKpv1roIECBAgAABAgQIECBA4FoEPEOAAAECBAgQIECAAAECBG5qAQHwFb0+jQgQIECAAAECBAgQIECAAIHpC1ghAQIECBAgQIAAAQIEbn4BAfDN/w6tYLcF9E+AAAECBAgQIECAAAECBAhMX8AKCRAgQIAAAQIECExEQAA8kRdpGQQI7I6AXgkQIECAAAECBAgQIECAAIHpC1ghAQIECBAgQGBKAgLgKb1NayFAgACBnRTQFwECBAgQIECAAAECBAgQIDB9ASskQIAAAQKTExAAT+6VWhABAgQIECBw/QJ6IECAAAECBAgQIECAAAECBKYvYIUECBCYpoAAeJrv1aoIECBAgAABAgSuVcBzBAgQIECAAAECBAgQIECAwPQFrJDAhAUEwBN+uZZGgAABAgQIECBAgMDVCWhNgAABAgQIECBAgAABAgQITF9g6isUAE/9DVsfAQIECBAgQIAAAQIECFyJgDYECBAgQIAAAQIECBAgQGASAgLgy75GNwkQIECAAAECBAgQIECAMslPsgAAEABJREFUAIHpC1ghAQIECBAgQIAAAQIEpiMgAJ7Ou7SSnRbQHwECBAgQIECAAAECBAgQIDB9ASskQIAAAQIECBAgMDEBAfDEXqjlECCwMwJ6IUCAAAECBAgQIECAAAECBKYvYIUECBAgQIAAgSkKCICn+FatiQABAgSuR8CzBAgQIECAAAECBAgQIECAwPQFrJAAAQIECExWQAA82VdrYQQIECBAgMDVC3iCAAECBAgQIECAAAECBAgQmL6AFRIgQGDaAgLgab9fqyNAgAABAgQIELhSAe0IECBAgAABAgQIECBAgACB6QtYIYEDICAAPgAv2RIJECBAgAABAgQIELi8gLsECBAgQIAAAQIECBAgQIDA9AUOygoFwAflTVsnAQIECBAgQIAAAQIECFxMQB0BAgQIECBAgAABAgQIEJiUgAD4oq9TJQECBAgQIECAAAECBAgQIDB9ASskQIAAAQIECBAgQIDA9AQEwNN7p1Z0vQKeJ0CAAAECBAgQIECAAAECBKYvYIUECBAgQIAAAQIEJiogAJ7oi7UsAgSuTcBTBAgQIECAAAECBAgQIECAwPQFrJAAAQIECBAgMGUBAfCU3661ESBAgMDVCGhLgAABAgQIECBAgAABAgQITF/ACgkQIECAwOQFBMCTf8UWSIAAAQIECDy4gBYECBAgQIAAAQIECBAgQIDA9AWskAABAgdDQAB8MN6zVRIgQIAAAQIECFxKQD0BAgQIECBAgAABAgQIECAwfQErJHCABATAB+hlWyoBAgQIECBAgAABAucLuCJAgAABAgQIECBAgAABAgSmL3DQVigAPmhv3HoJECBAgAABAgQIECBAoAkoBAgQIECAAAECBAgQIEBgkgIC4PNeqwsCBAgQIECAAAECBAgQIEBg+gJWSIAAAQIECBAgQIAAgekKCICn+26t7GoFtCdAgAABAgQIECBAgAABAgSmL2CFBAgQIECAAAECBCYuIACe+Au2PAIErkxAKwIECBAgQIAAAQIECBAgQGD6AlZIgAABAgQIEDgIAgLgg/CWrZEAAQIELifgHgECBAgQIECAAAECBAgQIDB9ASskQIAAAQIHRkAAfGBetYUSIECAAAECDxRQQ4AAAQIECBAgQIAAAQIECExfwAoJECBwsAQEwAfrfVstAQIECBAgQIDAloAjAQIECBAgQIAAAQIECBAgMH0BKyRwAAUEwAfwpVsyAQIECBAgQIAAgYMuYP0ECBAgQIAAAQIECBAgQIDA9AUO6goFwAf1zVs3AQIECBAgQIAAAQIEDqaAVRMgQIAAAQIECBAgQIAAgUkLCIAXr9cHAQIECBAgQIAAAQIECBAgMH0BKyRAgAABAgQIECBAgMD0BQTA03/HVvhgAu4TIECAAAECBAgQIECAAAEC0xewQgIECBAgQIAAAQIHREAAfEBetGUSIHBxAbUECBAgQIAAAQIECBAgQIDA9AWskAABAgQIECBwkAQEwAfpbVsrAQIECGwXcE6AAAECBAgQIECAAAECBAhMX8AKCRAgQIDAgRMQAB+4V27BBAgQIECAQMKAAAECBAgQIECAAAECBAgQmL6AFRIgQOBgCgiAD+Z7t2oCBAgQIECAwMEVsHICBAgQIECAAAECBAgQIEBg+gJWSOAACwiAD/DLt3QCBAgQIECAAAECB03AegkQIECAAAECBAgQIECAAIHpCxz0FQqAD/o3wPoJECBAgAABAgQIECBwMASskgABAgQIECBAgAABAgQIHAiBAx4AH4h3bJEECBAgQIAAAQIECBAgQOCAC1g+AQIECBAgQIAAAQIEDo6AAPjgvGsrvVDANQECBAgQIECAAAECBAgQIDB9ASskQIAAAQIECBAgcMAEBMAH7IVbLgECGwI+CRAgQIAAAQIECBAgQIAAgekLWCEBAgQIECBA4CAKCIAP4lu3ZgIECBxsAasnQIAAAQIECBAgQIAAAQIEpi9ghQQIECBA4MAKCIAP7Ku3cAIECBAgcBAFrJkAAQIECBAgQIAAAQIECBCYvoAVEiBA4GALCIAP9vu3egIECBAgQIDAwRGwUgIECBAgQIAAAQIECBAgQGD6AlZIgEAEwL4EBAgQIECAAAECBAhMXsACCRAgQIAAAQIECBAgQIAAgekLWOGGgAB4w8EnAQIECBAgQIAAAQIECExTwKoIECBAgAABAgQIECBAgMCBEjigAfCBescWS4AAAQIECBAgQIAAAQIEDqiAZRMgQIAAAQIECBAgQODgCQiAD947t2ICBAgQIECAAAECBAgQIECAwPQFrJAAAQIECBAgQIDAARUQAB/QF2/ZBA6qgHUTIECAAAECBAgQIECAAAEC0xewQgIECBAgQIDAQRYQAB/kt2/tBAgQOFgCVkuAAAECBAgQIECAAAECBAhMX8AKCRAgQIDAgRcQAB/4rwAAAgQIECBwEASskQABAgQIECBAgAABAgQIEJi+gBUSIECAQBMQADcFhQABAgQIECBAYLoCVkaAAAECBAgQIECAAAECBAhMX8AKCRA4KyAAPkvhhAABAgQIECBAgACBqQlYDwECBAgQIECAAAECBAgQIDB9ASs8X0AAfL6HKwIECBAgQIAAAQIECBCYhoBVECBAgAABAgQIECBAgACBAylwwALgA/mOLZoAAQIECBAgQIAAAQIECBwwAcslQIAAAQIECBAgQIDAwRUQAB/cd3/wVm7FBAgQIECAAAECBAgQIECAwPQFrJAAAQIECBAgQIDAARcQAB/wL4DlEzgoAtZJgAABAgQIECBAgAABAgQITF/ACgkQIECAAAECBBIBsG8BAQIECExdwPoIECBAgAABAgQIECBAgACB6QtYIQECBAgQILApIADehHAgQIAAAQIEpihgTQQIECBAgAABAgQIECBAgMD0BayQAAECBLYLCIC3azgnQIAAAQIECBCYjoCVECBAgAABAgQIECBAgAABAtMXsEICBB4gIAB+AIkKAgQIECBAgAABAgRudgHzJ0CAAAECBAgQIECAAAECBKYvYIUXFxAAX9xFLQECBAgQIECAAAECBAjcnAJmTYAAAQIECBAgQIAAAQIEDrTAAQmAD/Q7tngCBAgQIECAAAECBAgQIHBABCyTAAECBAgQIECAAAECBATAvgPTF7BCAgQIECBAgAABAgQIECBAYPoCVkiAAAECBAgQIECAwEJAALxg8EGAwFQFrIsAAQIECBAgQIAAAQIECBCYvoAVEiBAgAABAgQInBMQAJ+zcEaAAAEC0xKwGgIECBAgQIAAAQIECBAgQGD6AlZIgAABAgQIXCAgAL4AxCUBAgQIECAwBQFrIECAAAECBAgQIECAAAECBKYvYIUECBAgcDEBAfDFVNQRIECAAAECBAjcvAJmToAAAQIECBAgQIAAAQIECExfwAoJELikgAD4kjRuECBAgAABAgQIECBwswmYLwECBAgQIECAAAECBAgQIDB9ASu8vIAA+PI+7hIgQIAAAQIECBAgQIDAzSFglgQIECBAgAABAgQIECBAgEAJTDwArhXaCRAgQIAAAQIECBAgQIAAgYkLWB4BAgQIECBAgAABAgQIbAkIgLckHKcnYEUECBAgQIAAAQIECBAgQIDA9AWskAABAgQIECBAgACB8wQEwOdxuCBAYCoC1kGAAAECBAgQIECAAAECBAhMX8AKCRAgQIAAAQIEHiggAH6giRoCBAgQuLkFzJ4AAQIECBAgQIAAAQIECBCYvoAVEiBAgAABApcQEABfAkY1AQIECBAgcDMKmDMBAgQIECBAgAABAgQIECAwfQErJECAAIHLCQiAL6fjHgECBAgQIECAwM0jYKYECBAgQIAAAQIECBAgQIDA9AWskACBBxUQAD8okQYECBAgQIAAAQIECOx3AfMjQIAAAQIECBAgQIAAAQIEpi9ghVcmIAC+MietCBAgQIAAAQIECBAgQGB/CpgVAQIECBAgQIAAAQIECBAgsE1gogHwthU6JUCAAAECBAgQIECAAAECBCYqYFkECBAgQIAAAQIECBAgcKGAAPhCEdc3v4AVECBAgAABAgQIECBAgAABAtMXsEICBAgQIECAAAECBC4qIAC+KItKAgRuVgHzJkCAAAECBAgQIECAAAECBKYvYIUECBAgQIAAAQKXFhAAX9rGHQIECBC4uQTMlgABAgQIECBAgAABAgQIEJi+gBUSIECAAAECDyIgAH4QILcJECBAgACBm0HAHAkQIECAAAECBAgQIECAAIHpC1ghAQIECFyJgAD4SpS0IUCAAAECBAgQ2L8CZkaAAAECBAgQIECAAAECBAhMX8AKCRC4YgEB8BVTaUiAAAECBAgQIECAwH4TMB8CBAgQIECAAAECBAgQIEBg+gJWeHUCAuCr89KaAAECBAgQIECAAAECBPaHgFkQIECAAAECBAgQIECAAAECFxGYWAB8kRWqIkCAAAECBAgQIECAAAECBCYmYDkECBAgQIAAAQIECBAgcCkBAfClZNTffAJmTIAAAQIECBAgQIAAAQIECExfwAoJECBAgAABAgQIELisgAD4sjxuEiBwswiYJwECBAgQIECAAAECBAgQIDB9ASskQIAAAQIECBB4cAEB8IMbaUGAAAEC+1vA7AgQIECAAAECBAgQIECAAIHpC1ghAQIECBAgcIUCAuArhNKMAAECBAgQ2I8C5kSAAAECBAgQIECAAAECBAhMX8AKCRAgQOBqBATAV6OlLQECBAgQIECAwP4RMBMCBAgQIECAAAECBAgQIEBg+gJWSIDAVQsIgK+azAMECBAgQIAAAQIECNxoAeMTIECAAAECBAgQIECAAAEC0xewwmsTEABfm5unCBAgQIAAAQIECBAgQODGCBiVAAECBAgQIECAAAECBAgQuIzARALgy6zQLQIECBAgQIAAAQIECBAgQGAiApZBgAABAgQIECBAgAABAg8mIAB+MCH397+AGRIgQIAAAQIECBAgQIAAAQLTF7BCAgQIECBAgAABAgSuSEAAfEVMGhEgsF8FzIsAAQIECBAgQIAAAQIECBCYvoAVEiBAgAABAgQIXLmAAPjKrbQkQIAAgf0lYDYECBAgQIAAAQIECBAgQIDA9AWskAABAgQIELhKAQHwVYJpToAAAQIECOwHAXMgQIAAAQIECBAgQIAAAQIEpi9ghQQIECBwLQIC4GtR8wwBAgQIECBAgMCNEzAyAQIECBAgQIAAAQIECBAgMH0BKyRA4JoFBMDXTOdBAgQIECBAgAABAgT2WsB4BAgQIECAAAECBAgQIECAwPQFrPD6BATA1+fnaQIECBAgQIAAAQIECBDYGwGjECBAgAABAgQIECBAgAABAlcgcJMHwFewQk0IECBAgAABAgQIECBAgACBm1zA9AkQIECAAAECBAgQIEDgSgUEwFcqpd3+EzAjAgQIECBAgAABAgQIECBAYPoCVkiAAAECBAgQIECAwNwCTfQAABAASURBVFUJCICviktjAgT2i4B5ECBAgAABAgQIECBAgAABAtMXsEICBAgQIECAAIGrFxAAX72ZJwgQIEDgxgoYnQABAgQIECBAgAABAgQIEJi+gBUSIECAAAEC1yggAL5GOI8RIECAAAECN0LAmAQIECBAgAABAgQIECBAgMD0BayQAAECBK5HQAB8PXqeJUCAAAECBAgQ2DsBIxEgQIAAAQIECBAgQIAAAQLTF7BCAgSuW0AAfN2EOiBAgAABAgQIECBAYLcF9E+AAAECBAgQIECAAAECBAhMX8AKd0ZAALwzjnohQIAAAQIECBAgQIAAgd0R0CsBAgQIECBAgAABAgQIECBwFQI3aQB8FSvUlAABAgQIECBAgAABAgQIELhJBUybAAECBAgQIECAAAECBK5WQAB8tWLa33gBMyBAgAABAgQIECBAgAABAgSmL2CFBAgQIECAAAECBAhck4AA+JrYPESAwI0SMC4BAgQIECBAgAABAgQIECAwfQErJECAAAECBAgQuHYBAfC123mSAAECBPZWwGgECBAgQIAAAQIECBAgQIDA9AWskAABAgQIELhOAQHwdQJ6nAABAgQIENgLAWMQIECAAAECBAgQIECAAAEC0xewQgIECBDYCQEB8E4o6oMAAQIECBAgQGD3BPRMgAABAgQIECBAgAABAgQITF/ACgkQ2DEBAfCOUeqIAAECBAgQIECAAIGdFtAfAQIECBAgQIAAAQIECBAgMH0BK9xZAQHwznrqjQABAgQIECBAgAABAgR2RkAvBAgQIECAAAECBAgQIECAwDUI3GQB8DWs0CMECBAgQIAAAQIECBAgQIDATSZgugQIECBAgAABAgQIECBwrQIC4GuV89zeCxiRAAECBAgQIECAAAECBAgQmL6AFRIgQIAAAQIECBAgcF0CAuDr4vMwAQJ7JWAcAgQIECBAgAABAgQIECBAYPoCVkiAAAECBAgQIHD9AgLg6zfUAwECBAjsroDeCRAgQIAAAQIECBAgQIAAgekLWCEBAgQIECCwQwIC4B2C1A0BAgQIECCwGwL6JECAAAECBAgQIECAAAECBKYvYIUECBAgsJMCAuCd1NQXAQIECBAgQIDAzgnoiQABAgQIECBAgAABAgQIEJi+gBUSILDjAgLgHSfVIQECBAgQIECAAAEC1yvgeQIECBAgQIAAAQIECBAgQGD6Ala4OwIC4N1x1SsBAgQIECBAgAABAgQIXJuApwgQIECAAAECBAgQIECAAIHrELhJAuDrWKFHCRAgQIAAAQIECBAgQIAAgZtEwDQJECBAgAABAgQIECBA4HoFBMDXK+j53RcwAgECBAgQIECAAAECBAgQIDB9ASskQIAAAQIECBAgQGBHBATAO8KoEwIEdktAvwQIECBAgAABAgQIECBAgMD0BayQAAECBAgQIEBg5wQEwDtnqScCBAgQ2FkBvREgQIAAAQIECBAgQIAAAQLTF7BCAgQIECBAYIcFBMA7DKo7AgQIECBAYCcE9EGAAAECBAgQIECAAAECBAhMX8AKCRAgQGA3BATAu6GqTwIECBAgQIAAgWsX8CQBAgQIECBAgAABAgQIECAwfQErJEBg1wQEwLtGq2MCBAgQIECAAAECBK5WQHsCBAgQIECAAAECBAgQIEBg+gJWuLsCAuDd9dU7AQIECBAgQIAAAQIECFyZgFYECBAgQIAAAQIECBAgQIDADgjs8wB4B1aoCwIECBAgQIAAAQIECBAgQGCfC5geAQIECBAgQIAAAQIECOyUgAB4pyT1s/MCeiRAgAABAgQIECBAgAABAgSmL2CFBAgQIECAAAECBAjsqIAAeEc5dUaAwE4J6IcAAQIECBAgQIAAAQIECBCYvoAVEiBAgAABAgQI7LyAAHjnTfVIgAABAtcn4GkCBAgQIECAAAECBAgQIEBg+gJWSIAAAQIECOySgAB4l2B1S4AAAQIECFyLgGcIECBAgAABAgQIECBAgACB6QtYIQECBAjspoAAeDd19U2AAAECBAgQIHDlAloSIECAAAECBAgQIECAAAEC0xewQgIEdl1AALzrxAYgQIAAAQIECBAgQODBBNwnQIAAAQIECBAgQIAAAQIEpi9ghXsjIADeG2ejECBAgAABAgQIECBAgMDFBdQSIECAAAECBAgQIECAAAECOyiwTwPgHVyhrggQIECAAAECBAgQIECAAIF9KmBaBAgQIECAAAECBAgQILDTAgLgnRbV3/UL6IEAAQIECBAgQIAAAQIECBCYvoAVEiBAgAABAgQIECCwKwIC4F1h1SkBAtcq4DkCBAgQIECAAAECBAgQIEBg+gJWSIAAAQIECBAgsHsCAuDds9UzAQIECFydgNYECBAgQIAAAQIECBAgQIDA9AWskAABAgQIENhlAQHwLgPrngABAgQIELgSAW0IECBAgAABAgQIECBAgACB6QtYIQECBAjshYAAeC+UjUGAAAECBAgQIHBpAXcIECBAgAABAgQIECBAgACB6QtYIQECeyYgAN4zagMRIECAAAECBAgQIHChgGsCBAgQIECAAAECBAgQIEBg+gJWuLcCAuC99TYaAQIECBAgQIAAAQIECGwI+CRAgAABAgQIECBAgAABAgR2QWCfBcC7sEJdEiBAgAABAgQIECBAgAABAvtMwHQIECBAgAABAgQIECBAYLcEBMC7JavfqxfwBAECBAgQIECAAAECBAgQIDB9ASskQIAAAQIECBAgQGBXBQTAu8qrcwIErlRAOwIECBAgQIAAAQIECBAgQGD6AlZIgAABAgQIECCw+wIC4N03NgIBAgQIXF7AXQIECBAgQIAAAQIECBAgQGD6AlZIgAABAgQI7JGAAHiPoA1DgAABAgQIXExAHQECBAgQIECAAAECBAgQIDB9ASskQIAAgb0UEADvpbaxCBAgQIAAAQIEzgk4I0CAAAECBAgQIECAAAECBKYvYIUECOy5gAB4z8kNSIAAAQIECBAgQIAAAQIECBAgQIAAAQIECBAgQGD6AlZ4YwQEwDfG3agECBAgQIAAAQIECBA4qALWTYAAAQIECBAgQIAAAQIECOyiwD4JgHdxhbomQIAAAQIECBAgQIAAAQIE9omAaRAgQIAAAQIECBAgQIDAbgsIgHdbWP8PLqAFAQIECBAgQIAAAQIECBAgMH0BKyRAgAABAgQIECBAYE8EBMB7wmwQAgQuJaCeAAECBAgQIECAAAECBAgQmL6AFRIgQIAAAQIECOydgAB476yNRIAAAQLnC7giQIAAAQIECBAgQIAAAQIEpi9ghQQIECBAgMAeCwiA9xjccAQIECBAgEATUAgQIECAAAECBAgQIECAAIHpC1ghAQIECNwIAQHwjVA3JgECBAgQIEDgIAtYOwECBAgQIECAAAECBAgQIDB9ASskQOCGCQiAbxi9gQkQIECAAAECBAgcPAErJkCAAAECBAgQIECAAAECBKYvYIU3VkAAfGP9jU6AAAECBAgQIECAAIGDImCdBAgQIECAAAECBAgQIECAwB4I3OAAeA9WaAgCBAgQIECAAAECBAgQIEDgBgsYngABAgQIECBAgAABAgT2SkAAvFfSxnmggBoCBAgQIECAAAECBAgQIEBg+gJWSIAAAQIECBAgQIDAngoIgPeU22AECGwJOBIgQIAAAQIECBAgQIAAAQLTF7BCAgQIECBAgACBvRcQAO+9uREJECBw0AWsnwABAgQIECBAgAABAgQIEJi+gBUSIECAAAECN0hAAHyD4A1LgAABAgQOpoBVEyBAgAABAgQIECBAgAABAtMXsEICBAgQuJECAuAbqW9sAgQIECBAgMBBErBWAgQIECBAgAABAgQIECBAYPoCVkiAwA0XEADf8FdgAgQIECBAgAABAgSmL2CFBAgQIECAAAECBAgQIECAwPQFrHB/CAiA98d7MAsCBAgQIECAAAECBAhMVcC6CBAgQIAAAQIECBAgQIAAgT0UuEEB8B6u0FAECBAgQIAAAQIECBAgQIDADRL4/9m770BJurJO/E9V3zDxTfgCui6s7hpYogFQMYL+VCSoZBQQRAQUJCoSJCpIDksOIgiILEEEzK5hDeBiAnXdXXfd1VWW8KYJd27oqt9z+t47c2fmTr6h+/Sn6dNVdepU1Xk+p9+/vvQdjyVAgAABAgQIECBAgACBnRYQAO+0uOdFMCBAgAABAgQIECBAgAABAgTqF1AhAQIECBAgQIAAAQK7IiAA3hV2DyUwvQIqJ0CAAAECBAgQIECAAAECBOoXUCEBAgQIECBAgMDuCQiAd8/ekwkQIDBtAuolQIAAAQIECBAgQIAAAQIE6hdQIQECBAgQILDLAgLgXV4AjydAgAABAtMhoEoCBAgQIECAAAECBAgQIECgfgEVEiBAgMA4CAiAx2EVzIEAAQIECBAgULOA2ggQIECAAAECBAgQIECAAIH6BVRIgMDYCAiAx2YpTIQAAQIECBAgQIBAfQIqIkCAAAECBAgQIECAAAECBOoXUOF4CQiAx2s9zIYAAQIECBAgQIAAAQK1CKiDAAECBAgQIECAAAECBAgQ2AWBHQ6Ad6FCjyRAgAABAgQIECBAgAABAgR2WMDjCBAgQIAAAQIECBAgQGC3BATAuyU/jc9VMwECBAgQIECAAAECBAgQIFC/gAoJECBAgAABAgQIENhVAQHwrvJ7OIHpEVApAQIECBAgQIAAAQIECBAgUL+ACgkQIECAAAECBHZfQAC8+2tgBgQIEKhdQH0ECBAgQIAAAQIECBAgQIBA/QIqJECAAAECBMZEQAA8JgthGgQIECBAoE4BVREgQIAAAQIECBAgQIAAAQL1C6iQAAECBMZJQAA8TqthLgQIECBAgACBmgTUQoAAAQIECBAgQIAAAQIECNQvoEICBMZOQAA8dktiQgQIECBAgAABAgQmX0AFBAgQIECAAAECBAgQIECAQP0CKhxPAQHweK6LWREgQIAAAQIECBAgQGBSBcybAAECBAgQIECAAAECBAgQ2EWBHQqAd7FCjyZAgAABAgQIECBAgAABAgR2SMBjCBAgQIAAAQIECBAgQGC3BQTAu70C0/B8NRIgQIAAAQIECBAgQIAAAQL1C6iQAAECBAgQIECAAIGxEBAAj8UymASBegVURoAAAQIECBAgQIAAAQIECNQvoEICBAgQIECAAIHxERAAj89amAkBAgRqE1APAQIECBAgQIAAAQIECBAgUL+ACgkQIECAAIExExAAj9mCmA4BAgQIEKhDQBUECBAgQIAAAQIECBAgQIBA/QIqJECAAIFxFBAAj+OqmBMBAgQIECBAYJIFzJ0AAQIECBAgQIAAAQIECBCoX0CFBAiMrYAAeGyXxsQIECBAgAABAgQITJ6AGRMgQIAAAQIECBAgQIAAAQL1C6hwvAUEwOO9PmZHgAABAgQIECBAgACBSREwTwIECBAgQIAAAQIECBB2gCd9AAAQAElEQVQgQGAMBLY5AB6DCk2BAAECBAgQIECAAAECBAgQ2GYBtydAgAABAgQIECBAgACBcREQAI/LStQ4DzURIECAAAECBAgQIECAAAEC9QuokAABAgQIECBAgACBsRIQAI/VcpgMgXoEVEKAAAECBAgQIECAAAECBAjUL6BCAgQIECBAgACB8RMQAI/fmpgRAQIEJl3A/AkQIECAAAECBAgQIECAAIH6BVRIgAABAgQIjKmAAHhMF8a0CBAgQIDAZAqYNQECBAgQIECAAAECBAgQIFC/gAoJECBAYJwFBMDjvDrmRoAAAQIECBCYJAFzJUCAAAECBAgQIECAAAECBOoXUCEBAmMvIAAe+yUyQQIECBAgQIAAAQLjL2CGBAgQIECAAAECBAgQIECAQP0CKpwMAQHwZKyTWRIgQIAAAQIECBAgQGBcBcyLAAECBAgQIECAAAECBAgQGCOBbQqAx6hCUyFAgAABAgQIECBAgAABAgS2ScBtCRAgQIAAAQIECBAgQGDcBATA47YiNcxHDQQIECBAgAABAgQIECBAgED9AiokQIAAAQIECBAgQGAsBQTAY7ksJkVgcgXMnAABAgQIECBAgAABAgQIEKhfQIUECBAgQIAAAQLjKyAAHt+1MTMCBAhMmoD5EiBAgAABAgQIECBAgAABAvULqJAAAQIECBAYcwEB8JgvkOkRIECAAIHJEDBLAgQIECBAgAABAgQIECBAoH4BFRIgQIDAJAgIgCdhlcyRAAECBAgQIDDOAuZGgAABAgQIECBAgAABAgQI1C+gQgIEJkZAADwxS2WiBAgQIECAAAECBMZPwIwIECBAgAABAgQIECBAgACB+gVUOFkCAuDJWi+zJUCAAAECBAgQIECAwLgImAcBAgQIECBAgAABAgQIECAwhgJbHACPYYWmRIAAAQIECBAgQIAAAQIECGyxgNsRIECAAAECBAgQIECAwLgKCIDHdWUmcV7mTIAAAQIECBAgQIAAAQIECNQvoEICBAgQIECAAAECBMZaQAA81stjcgQmR8BMCRAgQIAAAQIECBAgQIAAgfoFVEiAAAECBAgQIDD+AgLg8V8jMyRAgMC4C5gfAQIECBAgQIAAAQIECBAgUL+ACgkQIECAAIEJERAAT8hCmSYBAgQIEBhPAbMiQIAAAQIECBAgQIAAAQIE6hdQIQECBAhMkoAAeJJWy1wJECBAgAABAuMkYC4ECBAgQIAAAQIECBAgQIBA/QIqJEBg4gQEwBO3ZCZMgAABAgQIECBAYPcFzIAAAQIECBAgQIAAAQIECBCoX0CFkykgAJ7MdTNrAgQIECBAgAABAgQI7JaA5xIgQIAAAQIECBAgQIAAAQJjLLBFAfAYV2hqBAgQIECAAAECBAgQIECAwBYJuA0BAgQIECBAgAABAgQIjLuAAHjcV2gS5meOBAgQIECAAAECBAgQIECAQP0CKiRAgAABAgQIECBAYCIEBMATsUwmSWB8BcyMAAECBAgQIECAAAECBAgQqF9AhQQIECBAgAABApMjIACenLUyUwIECIybgPkQIECAAAECBAgQIECAAAEC9QuokAABAgQIEJgwAQHwhC2Y6RIgQIAAgfEQMAsCBAgQIECAAAECBAgQIECgfgEVEiBAgMAkCgiAJ3HVzJkAAQIECBAgsJsCnk2AAAECBAgQIECAAAECBAjUL6BCAgQmVkAAPLFLZ+IECBAgQIAAAQIEdl7AEwkQIECAAAECBAgQIECAAIH6BVQ42QIC4MleP7MnQIAAAQIECBAgQIDATgl4DgECBAgQIECAAAECBAgQIDABApcYAE9AhaZIgAABAgQIECBAgAABAgQIXKKAywkQIECAAAECBAgQIEBgUgQEwJOyUuM4T3MiQIAAAQIECBAgQIAAAQIE6hdQIQECBAgQIECAAAECEyUgAJ6o5TJZAuMjYCYECBAgQIAAAQIECBAgQIBA/QIqJECAAAECBAgQmDwBAfDkrZkZEyBAYLcFPJ8AAQIECBAgQIAAAQIECBCoX0CFBAgQIECAwIQKCIAndOFMmwABAgQI7I6ApxIgQIAAAQIECBAgQIAAAQL1C6iQAAECBCZZQAA8yatn7gQIECBAgACBnRTwLAIECBAgQIAAAQIECBAgQKB+ARUSIDDxAgLgiV9CBRAgQIAAAQIECBDYfgFPIECAAAECBAgQIECAAAECBOoXUGEdAgLgOtZRFQQIECBAgAABAgQIENguAfclQIAAAQIECBAgQIAAAQIEJkjgIgPgCarQVAkQIECAAAECBAgQIECAAIGLFHAZAQIECBAgQIAAAQIECEyagAB40lZsHOZrDgQIECBAgAABAgQIECBAgED9AiokQIAAAQIECBAgQGAiBQTAE7lsJk1g9wQ8mQABAgQIECBAgAABAgQIEKhfQIUECBAgQIAAAQKTKyAAnty1M3MCBAjstIDnESBAgAABAgQIECBAgAABAvULqJAAAQIECBCYcAEB8IQvoOkTIECAAIGdEfAUAgQIECBAgAABAgQIECBAoH4BFRIgQIBADQIC4BpWUQ0ECBAgQIAAge0UcG8CBAgQIECAAAECBAgQIECgfgEVEiBQjYAAuJqlVAgBAgQIECBAgACBrRdwRwIECBAgQIAAAQIECBAgQKB+ARXWJSAArms9VUOAAAECBAgQIECAAIGtEnAfAgQIECBAgAABAgQIECBAYAIFLjAAnsAKTZkAAQIECBAgQIAAAQIECBC4QAHDCRAgQIAAAQIECBAgQGBSBQTAk7pyuzFvzyRAgAABAgQIECBAgAABAgTqF1AhAQIECBAgQIAAAQITLSAAnujlM3kCOyfgSQQIECBAgAABAgQIECBAgED9AiokQIAAAQIECBCYfAEB8OSvoQoIECCw3QLuT4AAAQIECBAgQIAAAQIECNQvoEICBAgQIECgEgEBcCULqQwCBAgQILA9Au5KgAABAgQIECBAgAABAgQI1C+gQgIECBCoSUAAXNNqqoUAAQIECBAgsJUC7kWAAAECBAgQIECAAAECBAjUL6BCAgSqExAAV7ekCiJAgAABAgQIECBw6QLuQIAAAQIECBAgQIAAAQIECNQvoMI6BQTAda6rqggQIECAAAECBAgQIHCxAq4jQIAAAQIECBAgQIAAAQIEJljgPAPgCa7Q1AkQIECAAAECBAgQIECAAIHzFDCMAAECBAgQIECAAAECBCZdQAA86Su4E/P3DAIECBAgQIAAAQIECBAgQKB+ARUSIECAAAECBAgQIFCFgAC4imVUBIHtE3BnAgQIECBAgAABAgQIECBAoH4BFRIgQIAAAQIECNQjIACuZy1VQoAAga0WcD8CBAgQIECAAAECBAgQIECgfgEVEiBAgAABApUJCIArW1DlECBAgACBrRFwFwIECBAgQIAAAQIECBAgQKB+ARUSIECAQI0CAuAaV1VNBAgQIECAAIFLEXAtAQIECBAgQIAAAQIECBAgUL+ACgkQqFZAAFzt0iqMAAECBAgQIECAwIULuIIAAQIECBAgQIAAAQIECBCoX0CFdQsIgOteX9URIECAAAECBAgQIEDgfAWMI0CAAAECBAgQIECAAAECBCoQOEcAXEGFSiBAgAABAgQIECBAgAABAgTOIeA0AQIECBAgQIAAAQIECNQiIACuZSW3ow73JECAAAECBAgQIECAAAECBOoXUCEBAgQIECBAgAABAlUJCICrWk7FENg6AXciQIAAAQIECBAgQIAAAQIE6hdQIQECBAgQIECAQH0CAuD61lRFBAgQuFQB1xMgQIAAAQIECBAgQIAAAQL1C6iQAAECBAgQqFRAAFzpwiqLAAECBAhcnICrCBAgQIAAAQIECBAgQIAAgfoFVEiAAAECNQsIgGteXbURIECAAAECBC5EwFgCBAgQIECAAAECBAgQIECgfgEVEiBQvYAAuPolViABAgQIECBAgACBcwsYQYAAAQIECBAgQIAAAQIECNQvoMLpEBAAT8c6q5IAAQIECBAgQIAAAQJnEtBPgAABAgQIECBAgAABAgQIVCRwhgC4ogqVQoAAAQIECBAgQIAAAQIECJxBQDcBAgQIECBAgAABAgQI1CYgAK5tRbeiHvcgQIAAAQIECBAgQIAAAQIE6hdQIQECBAgQIECAAAECVQoIgKtcVkURuHgBVxIgQIAAAQIECBAgQIAAAQL1C6iQAAECBAgQIECgXgEBcL1rqzICBAhcqIDxBAgQIECAAAECBAgQIECAQP0CKiRAgAABAgQqFxAAV77AyiNAgAABAucnYBQBAgQIECBAgAABAgQIECBQv4AKCRAgQGAaBATA07DKaiRAgAABAgQInE3AOQIECBAgQIAAAQIECBAgQKB+ARUSIDA1AgLgqVlqhRIgQIAAAQIECBA4XUAPAQIECBAgQIAAAQIECBAgUL+ACqdLQAA8XeutWgIECBAgQIAAAQIECKwL2BIgQIAAAQIECBAgQIAAAQIVCpwSAFdYoZIIECBAgAABAgQIECBAgACBUwQcEiBAgAABAgQIECBAgECtAgLgWlf2YupyDQECBAgQIECAAAECBAgQIFC/gAoJECBAgAABAgQIEKhaQABc9fIqjsD5CxhJgAABAgQIECBAgAABAgQI1C+gQgIECBAgQIAAgfoFBMD1r7EKCRAgcC4B5wkQIECAAAECBAgQIECAAIH6BVRIgAABAgQITImAAHhKFlqZBAgQIEBgcwG9BAgQIECAAAECBAgQIECAQP0CKiRAgACBaRIQAE/TaquVAAECBAgQILBRwD4BAgQIECBAgAABAgQIECBQv4AKCRCYOgEB8NQtuYIJECBAgAABAgQIRDAgQIAAAQIECBAgQIAAAQIE6hdQ4XQKCICnc91VTYAAAQIECBAgQIDA9AqonAABAgQIECBAgAABAgQIEKhYYC0ArrhCpREgQIAAAQIECBAgQIAAAQJrAjYECBAgQIAAAQIECBAgULuAALj2FT6f+owhQIAAAQIECBAgQIAAAQIE6hdQIQECBAgQIECAAAECUyEgAJ6KZVYkgTMLOEOAAAECBAgQIECAAAECBAjUL6BCAgQIECBAgACB6REQAE/PWquUAAECpwo4JkCAAAECBAgQIECAAAECBOoXUCEBAgQIECAwZQIC4ClbcOUSIECAAIFVAZ8ECBAgQIAAAQIECBAgQIBA/QIqJECAAIFpFBAAT+Oqq5kAAQIECBCYbgHVEyBAgAABAgQIECBAgAABAvULqJAAgakVEABP7dIrnAABAgQIECBAYBoF1EyAAAECBAgQIECAAAECBAjUL6DC6RYQAE/3+queAAECBAgQIECAAIHpEVApAQIECBAgQIAAAQIECBAgUL9ACICnYJGVSIAAAQIECBAgQIAAAQLTLqB+AgQIECBAgAABAgQIEJgWAQHwtKz0ZnXqI0CAAAECBAgQIECAAAECBOoXUCEBAgQI1v6lqQAAEABJREFUECBAgAABAlMlIACequVWLIETAvYIECBAgAABAgQIECBAgACB+gVUSIAAAQIECBAgMH0CAuDpW3MVEyBAgAABAgQIECBAgAABAgQIECBQv4AKCRAgQIAAgSkVEABP6cIrmwABAgSmVUDdBAgQIECAAAECBAgQIECAQP0CKiRAgACBaRYQAE/z6qudAAECBAgQmC4B1RIgQIAAAQIECBAgQIAAAQL1C6iQAIGpFxAAT/1XAAABAgQIECBAgMA0CKiRAAECBAgQIECAAAECBAgQqF9AhQSKgAC4KGgECBAgQIAAAQIECBCoV0BlBAgQIECAAAECBAgQIECAQP0CxysUAB+nsEOAAAECBAgQIECAAAECBGoTUA8BAgQIECBAgAABAgQITJuAAHjaVrzUqxEgQIAAAQIECBAgQIAAAQL1C6iQAAECBAgQIECAAIGpFBAAT+WyK3qaBdROgAABAgQIECBAgAABAgQI1C+gQgIECBAgQIAAgekVEABP79qrnACB6RNQMQECBAgQIECAAAECBAgQIFC/gAoJECBAgACBKRcQAE/5F0D5BAgQIDAtAuokQIAAAQIECBAgQIAAAQIE6hdQIQECBAgQiBAA+xYQIECAAAECBGoXUB8BAgQIECBAgAABAgQIECBQv4AKCRAgsCYgAF6DsCFAgAABAgQIECBQo4CaCBAgQIAAAQIECBAgQIAAgfoFVEhgo4AAeKOGfQIECBAgQIAAAQIECNQjoBICBAgQIECAAAECBAgQIECgfoHTKhQAn0aigwABAgQIECBAgAABAgQITLqA+RMgQIAAAQIECBAgQIDAtAoIgKdp5dVKgAABAgQIECBAgAABAgQI1C+gQgIECBAgQIAAAQIEplpAADzVy6/4aRJQKwECBAgQIECAAAECBAgQIFC/gAoJECBAgAABAgQICIB9BwgQIFC/gAoJECBAgAABAgQIECBAgACB+gVUSIAAAQIECBAYCQiARww+CBAgQIBArQLqIkCAAAECBAgQIECAAAECBOoXUCEBAgQIEDghIAA+YWGPAAECBAgQIFCXgGoIECBAgAABAgQIECBAgACB+gVUSIAAgVMEBMCngDgkQIAAAQIECBAgUIOAGggQIECAAAECBAgQIECAAIH6BVRIYDMBAfBmKvoIECBAgAABAgQIECAwuQJmToAAAQIECBAgQIAAAQIECNQvcMYKBcBnpHGCAAECBAgQIECAAAECBAhMmoD5EiBAgAABAgQIECBAgMC0CwiAp+EboEYCBAgQIECAAAECBAgQIECgfgEVEiBAgAABAgQIECBAIAUEwIngTaBmAbURIECAAAECBAgQIECAAAEC9QuokAABAgQIECBAgMC6gAB4XcKWAAEC9QmoiAABAgQIECBAgAABAgQIEKhfQIUECBAgQIAAgZMEBMAncTggQIAAAQK1CKiDAAECBAgQIECAAAECBAgQqF9AhQQIECBA4HQBAfDpJnoIECBAgAABApMtYPYECBAgQIAAAQIECBAgQIBA/QIqJECAwBkEBMBngNFNgAABAgQIECBAYBIFzJkAAQIECBAgQIAAAQIECBCoX0CFBM4mIAA+m45zBAgQIECAAAECBAgQmBwBMyVAgAABAgQIECBAgAABAgTqFzhnhQLgcxIZQIAAAQIECBAgQIAAAQIExl3A/AgQIECAAAECBAgQIECAwKqAAHjVoc5PVREgQIAAAQIECBAgQIAAAQL1C6iQAAECBAgQIECAAAECGwQEwBsw7BKoSUAtBAgQIECAAAECBAgQIECAQP0CKiRAgAABAgQIECBwqoAA+FQRxwQIEJh8ARUQIECAAAECBAgQIECAAAEC9QuokAABAgQIECCwqYAAeFMWnQQIECBAYFIFzJsAAQIECBAgQIAAAQIECBCoX0CFBAgQIEDgzAIC4DPbOEOAAAECBAgQmCwBsyVAgAABAgQIECBAgAABAgTqF1AhAQIEziEgAD4HkNMECBAgQIAAAQIEJkHAHAkQIECAAAECBAgQIECAAIH6BVRI4HwEBMDno2QMAQIECBAgQIAAAQIExlfAzAgQIECAAAECBAgQIECAAIH6Bc67QgHweVMZSIAAAQIECBAgQIAAAQIExk3AfAgQIECAAAECBAgQIECAwMkCAuCTPeo4UgUBAgQIECBAgAABAgQIECBQv4AKCRAgQIAAAQIECBAgsImAAHgTFF0EJlnA3AkQIECAAAECBAgQIECAAIH6BVRIgAABAgQIECBA4EwCAuAzyegnQIDA5AmYMQECBAgQIECAAAECBAgQIFC/gAoJECBAgAABAmcVEACflcdJAgQIECAwKQLmSYAAAQIECBAgQIAAAQIECNQvoEICBAgQIHBuAQHwuY2MIECAAAECBAiMt4DZESBAgAABAgQIECBAgAABAvULqJAAAQLnKSAAPk8owwgQIECAAAECBAiMo4A5ESBAgAABAgQIECBAgAABAvULqJDAhQgIgC9Ey1gCBAgQIECAAAECBAiMj4CZECBAgAABAgQIECBAgAABAvULXHCFAuALJnMBAQIECBAgQIAAAQIECBDYbQHPJ0CAAAECBAgQIECAAAECmwsIgDd3mcxesyZAgAABAgQIECBAgAABAgTqF1AhAQIECBAgQIAAAQIEziIgAD4LjlMEJknAXAkQIECAAAECBAgQIECAAIH6BVRIgAABAgQIECBA4FwCAuBzCTlPgACB8RcwQwIECBAgQIAAAQIECBAgQKB+ARUSIECAAAECBM5LQAB8XkwGESBAgACBcRUwLwIECBAgQIAAAQIECBAgQKB+ARUSIECAAIHzFxAAn7+VkQQIECBAgACB8RIwGwIECBAgQIAAAQIECBAgQKB+ARUSIEDgAgUEwBcIZjgBAgQIECBAgACBcRAwBwIECBAgQIAAAQIECBAgQKB+ARUSuBgBAfDFqLmGAAECBAgQIECAAAECuyfgyQQIECBAgAABAgQIECBAgED9AhddoQD4oulcSIAAAQIECBAgQIAAAQIEdlrA8wgQIECAAAECBAgQIECAwNkFBMBn95mMs2ZJgAABAgQIECBAgAABAgQI1C+gQgIECBAgQIAAAQIECJyHgAD4PJAMITDOAuZGgAABAgQIECBAgAABAgQI1C+gQgIECBAgQIAAAQLnKyAAPl8p4wgQIDB+AmZEgAABAgQIECBAgAABAgQI1C+gQgIECBAgQIDABQkIgC+Iy2ACBAgQIDAuAuZBgAABAgQIECBAgAABAgQI1C+gQgIECBAgcOECAuALN3MFAQIECBAgQGB3BTydAAECBAgQIECAAAECBAgQqF9AhQQIELhIAQHwRcK5jAABAgQIECBAgMBuCHgmAQIECBAgQIAAAQIECBAgUL+ACglcioAA+FL0XEuAAAECBAgQIECAAIGdE/AkAgQIECBAgAABAgQIECBAoH6BS65QAHzJhG5AgAABAgQIECBAgAABAgS2W8D9CRAgQIAAAQIECBAgQIDA+QkIgM/PaTxHmRUBAgQIECBAgAABAgQIECBQv4AKCRAgQIAAAQIECBAgcAECAuALwDKUwDgJmAsBAgQIECBAgAABAgQIECBQv4AKCRAgQIAAAQIECFyogAD4QsWMJ0CAwO4LmAEBAgQIECBAgAABAgQIECBQv4AKCRAgQIAAAQIXJSAAvig2FxEgQIAAgd0S8FwCBAgQIECAAAECBAgQIECgfgEVEiBAgACBixcQAF+8nSsJECBAgAABAjsr4GkECBAgQIAAAQIECBAgQIBA/QIqJECAwCUKCIAvEdDlBAgQIECAAAECBHZCwDMIECBAgAABAgQIECBAgACB+gVUSGArBATAW6HoHgQIECBAgAABAgQIENg+AXcmQIAAAQIECBAgQIAAAQIE6hfYsgoFwFtG6UYECBAgQIAAAQIECBAgQGCrBdyPAAECBAgQIECAAAECBAhcmIAA+MK8xmO0WRAgQIAAAQIECBAgQIAAAQL1C6iQAAECBAgQIECAAAECFyEgAL4INJcQ2E0BzyZAgAABAgQIECBAgAABAgTqF1AhAQIECBAgQIAAgYsVEABfrJzrCBAgsPMCnkiAAAECBAgQIECAAAECBAjUL6BCAgQIECBAgMAlCQiAL4nPxQQIECBAYKcEPIcAAQIECBAgQIAAAQIECBCoX0CFBAgQIEDg0gUEwJdu6A4ECBAgQIAAge0VcHcCBAgQIECAAAECBAgQIECgfgEVEiBAYIsEBMBbBOk2BAgQIECAAAECBLZDwD0JECBAgAABAgQIECBAgACB+gVUSGArBQTAW6npXgQIECBAgAABAgQIENg6AXciQIAAAQIECBAgQIAAAQIE6hfY8goFwFtO6oYECBAgQIAAAQIECBAgQOBSBVxPgAABAgQIECBAgAABAgQuTkAAfHFuu3OVpxIgQIAAAQIECBAgQIAAAQL1C6iQAAECBAgQIECAAAEClyAgAL4EPJcS2EkBzyJAgAABAgQIECBAgAABAgTqF1AhAQIECBAgQIAAgUsVEABfqqDrCRAgsP0CnkCAAAECBAgQIECAAAECBAjUL6BCAgQIECBAgMCWCAiAt4TRTQgQIECAwHYJuC8BAgQIECBAgAABAgQIECBQv4AKCRAgQIDA1gkIgLfO0p0IECBAgAABAlsr4G4ECBAgQIAAAQIECBAgQIBA/QIqJECAwBYLCIC3GNTtCBAgQIAAAQIECGyFgHsQIECAAAECBAgQIECAAAEC9QuokMB2CAiAt0PVPQkQIECAAAECBAgQIHDxAq4kQIAAAQIECBAgQIAAAQIE6hfYtgoFwNtG68YECBAgQIAAAQIECBAgQOBCBYwnQIAAAQIECBAgQIAAAQKXJiAAvjS/nbnaUwgQIECAAAECBAgQIECAAIH6BVRIgAABAgQIECBAgACBLRAQAG8BolsQ2E4B9yZAgAABAgQIECBAgAABAgTqF1AhAQIECBAgQIAAga0SEABvlaT7ECBAYOsF3JEAAQIECBAgQIAAAQIECBCoX0CFBAgQIECAAIEtFRAAbymnmxEgQIAAga0ScB8CBAgQIECAAAECBAgQIECgfgEVEiBAgACBrRcQAG+9qTsSIECAAAECBC5NwNUECBAgQIAAAQIECBAgQIBA/QIqJECAwDYJCIC3CdZtCRAgQIAAAQIECFyMgGsIECBAgAABAgQIECBAgACB+gVUSGA7BQTA26nr3gQIECBAgAABAgQIEDh/ASMJECBAgAABAgQIECBAgACB+gW2vUIB8LYTewABAgQIECBAgAABAgQIEDiXgPMECBAgQIAAAQIECBAgQGBrBATAW+O4PXdxVwIECBAgQIAAAQIECBAgQKB+ARUSIECAAAECBAgQIEBgCwUEwFuI6VYEtlLAvQgQIECAAAECBAgQIECAAIH6BVRIgAABAgQIECBAYKsFBMBbLep+BAgQuPYYJrgAABAASURBVHQBdyBAgAABAgQIECBAgAABAgTqF1AhAQIECBAgQGBbBATA28LqpgQIECBA4GIFXEeAAAECBAgQIECAAAECBAjUL6BCAgQIECCwfQIC4O2zdWcCBAgQIECAwIUJGE2AAAECBAgQIECAAAECBAjUL6BCAgQIbLOAAHibgd2eAAECBAgQIECAwPkIGEOAAAECBAgQIECAAAECBAjUL6BCAjshIADeCWXPIECAAAECBAgQIECAwJkFnCFAgAABAgQIECBAgAABAgTqF9ixCgXAO0btQQQIECBAgAABAgQIECBA4FQBxwQIECBAgAABAgQIECBAYGsFBMBb67k1d3MXAgQIECBAgAABAgQIECBAoH4BFRIgQIAAAQIECBAgQGAbBATA24DqlgQuRcC1BAgQIECAAAECBAgQIECAQP0CKiRAgAABAgQIECCwXQIC4O2SdV8CBAhcuIArCBAgQIAAAQIECBAgQIAAgfoFVEiAAAECBAgQ2FYBAfC28ro5AQIECBA4XwHjCBAgQIAAAQIECBAgQIAAgfoFVEiAAAECBLZfQAC8/caeQIAAAQIECBA4u4CzBAgQIECAAAECBAgQIECAQP0CKiRAgMAOCQiAdwjaYwgQIECAAAECBAhsJqCPAAECBAgQIECAAAECBAgQqF9AhQR2UkAAvJPankWAAAECBAgQIECAAIETAvYIECBAgAABAgQIECBAgACB+gV2vEIB8I6TeyABAgQIECBAgAABAgQIECBAgAABAgQIECBAgAABAgS2R0AAvD2uF3dXVxEgQIAAAQIECBAgQIAAAQL1C6iQAAECBAgQIECAAAEC2yggAN5GXLcmcCECxhIgQIAAAQIECBAgQIAAAQL1C6iQAAECBAgQIECAwHYLCIC3W9j9CRAgcG4BIwgQIECAAAECBAgQIECAAIH6BVRIgAABAgQIENgRAQHwjjB7CAECBAgQOJOAfgIECBAgQIAAAQIECBAgQKB+ARUSIECAAIGdExAA75y1JxEgQIAAAQIEThZwRIAAAQIECBAgQIAAAQIECNQvoEICBAjssIAAeIfBPY4AAQIECBAgQIBAEdAIECBAgAABAgQIECBAgACB+gVUSGA3BATAu6HumQQIECBAgAABAgQITLOA2gkQIECAAAECBAgQIECAAIH6BXatQgHwrtF7MAECBAgQIECAAAECBAhMn4CKCRAgQIAAAQIECBAgQIDA9goIgLfX9/zubhQBAgQIECBAgAABAgQIECBQv4AKCRAgQIAAAQIECBAgsAMCAuAdQPYIAmcTcI4AAQIECBAgQIAAAQIECBCoX0CFBAgQIECAAAECBHZKQAC8U9KeQ4AAgdMF9BAgQIAAAQIECBAgQIAAAQL1C6iQAAECBAgQILCjAgLgHeX2MAIECBAgsC5gS4AAAQIECBAgQIAAAQIECNQvoEICBAgQILDzAgLgnTf3RAIECBAgQGDaBdRPgAABAgQIECBAgAABAgQI1C+gQgIECOySgAB4l+A9lgABAgQIECBAYDoFVE2AAAECBAgQIECAAAECBAjUL6BCArspIADeTX3PJkCAAAECBAgQIEBgmgTUSoAAAQIECBAgQIAAAQIECNQvsOsVCoB3fQlMgAABAgQIECBAgAABAgTqF1AhAQIECBAgQIAAAQIECBDYGQEB8M44b/4UvQQIECBAgAABAgQIECBAgED9AiokQIAAAQIECBAgQIDADgoIgHcQ26MIbBSwT4AAAQIECBAgQIAAAQIECNQvoEICBAgQIECAAAECOy0gAN5pcc8jQIBABAMCBAgQIECAAAECBAgQIECgfgEVEiBAgAABAgR2RUAAvCvsHkqAAAEC0yugcgIECBAgQIAAAQIECBAgQKB+ARUSIECAAIHdExAA7569JxMgQIAAAQLTJqBeAgQIECBAgAABAgQIECBAoH4BFRIgQGCXBQTAu7wAHk+AAAECBAgQIDAdAqokQIAAAQIECBAgQIAAAQIE6hdQIYFxEBAAj8MqmAMBAgQIECBAgAABAjULqI0AAQIECBAgQIAAAQIECBCoX2BsKhQAj81SmAgBAgQIECBAgAABAgQI1CegIgIECBAgQIAAAQIECBAgsLMCAuCd9V59mk8CBAgQIECAAAECBAgQIECgfgEVEiBAgAABAgQIECBAYBcEBMC7gO6R0y2gegIECBAgQIAAAQIECBAgQKB+ARUSIECAAAECBAgQ2C0BAfBuyXsuAQLTKKBmAgQIECBAgAABAgQIECBAoH4BFRIgQIAAAQIEdlVAALyr/B5OgAABAtMjoFICBAgQIECAAAECBAgQIECgfgEVEiBAgACB3RcQAO/+GpgBAQIECBAgULuA+ggQIECAAAECBAgQIECAAIH6BVRIgACBMREQAI/JQpgGAQIECBAgQIBAnQKqIkCAAAECBAgQIECAAAECBOoXUCGBcRIQAI/TapgLAQIECBAgQIAAAQI1CaiFAAECBAgQIECAAAECBAgQqF9g7CoUAI/dkpgQAQIECBAgQIAAAQIECEy+gAoIECBAgAABAgQIECBAgMDuCAiAd9LdswgQIECAAAECBAgQIECAAIH6BVRIgAABAgQIECBAgACBXRQQAO8ivkdPl4BqCRAgQIAAAQIECBAgQIAAgfoFVEiAAAECBAgQIEBgtwUEwLu9Ap5PgMA0CKiRAAECBAgQIECAAAECBAgQqF9AhQQIECBAgACBsRAQAI/FMpgEAQIECNQroDICBAgQIECAAAECBAgQIECgfgEVEiBAgACB8REQAI/PWpgJAQIECBAgUJuAeggQIECAAAECBAgQIECAAIH6BVRIgACBMRMQAI/ZgpgOAQIECBAgQIBAHQKqIECAAAECBAgQIECAAAECBOoXUCGBcRQQAI/jqpgTAQIECBAgQIAAAQKTLGDuBAgQIECAAAECBAgQIECAQP0CY1uhAHhsl8bECBAgQIAAAQIECBAgQGDyBMyYAAECBAgQIECAAAECBAjsroAAeCf8PYMAAQIECBAgQIAAAQIECBCoX0CFBAgQIECAAAECBAgQGAMBAfAYLIIp1C2gOgIECBAgQIAAAQIECBAgQKB+ARUSIECAAAECBAgQGBcBAfC4rIR5ECBQo4CaCBAgQIAAAQIECBAgQIAAgfoFVEiAAAECBAgQGCsBAfBYLYfJECBAgEA9AiohQIAAAQIECBAgQIAAAQIE6hdQIQECBAgQGD8BAfD4rYkZESBAgAABApMuYP4ECBAgQIAAAQIECBAgQIBA/QIqJECAwJgKCIDHdGFMiwABAgQIECBAYDIFzJoAAQIECBAgQIAAAQIECBCoX0CFBMZZQAA8zqtjbgQIECBAgAABAgQITJKAuRIgQIAAAQIECBAgQIAAAQL1C4x9hQLgsV8iEyRAgAABAgQIECBAgACB8RcwQwIECBAgQIAAAQIECBAgMB4CAuDtXAf3JkCAAAECBAgQIECAAAECBOoXUCEBAgQIECBAgAABAgTGSEAAPEaLYSp1CaiGAAECBAgQIECAAAECBAgQqF9AhQQIECBAgAABAgTGTUAAPG4rYj4ECNQgoAYCBAgQIECAAAECBAgQIECgfgEVEiBAgAABAgTGUkAAPJbLYlIECBAgMLkCZk6AAAECBAgQIECAAAECBAjUL6BCAgQIECAwvgIC4PFdGzMjQIAAAQIEJk3AfAkQIECAAAECBAgQIECAAIH6BVRIgACBMRcQAI/5ApkeAQIECBAgQIDAZAiYJQECBAgQIECAAAECBAgQIFC/gAoJTIKAAHgSVskcCRAgQIAAAQIECBAYZwFzI0CAAAECBAgQIECAAAECBOoXmJgKBcATs1QmSoAAAQIECBAgQIAAAQLjJ2BGBAgQIECAAAECBAgQIEBgvAQEwNuxHu5JgAABAgQIECBAgAABAgQI1C+gQgIECBAgQIAAAQIECIyhgAB4DBfFlCZbwOwJECBAgAABAgQIECBAgACB+gVUSIAAAQIECBAgQGBcBQTA47oy5kWAwCQKmDMBAgQIECBAgAABAgQIECBQv4AKCRAgQIAAAQJjLSAAHuvlMTkCBAgQmBwBMyVAgAABAgQIECBAgAABAgTqF1AhAQIECBAYfwEB8PivkRkSIECAAAEC4y5gfgQIECBAgAABAgQIECBAgED9AiokQIDAhAgIgCdkoUyTAAECBAgQIEBgPAXMigABAgQIECBAgAABAgQIEKhfQIUEJklAADxJq2WuBAgQIECAAAECBAiMk4C5ECBAgAABAgQIECBAgAABAvULTFyFAuCJWzITJkCAAAECBAgQIECAAIHdFzADAgQIECBAgAABAgQIECAwngIC4K1cF/ciQIAAAQIECBAgQIAAAQIE6hdQIQECBAgQIECAAAECBMZYQAA8xotjapMlYLYECBAgQIAAAQIECBAgQIBA/QIqJECAAAECBAgQIDDuAgLgcV8h8yNAYBIEzJEAAQIECBAgQIAAAQIECBCoX0CFBAgQIECAAIGJEBAAT8QymSQBAgQIjK+AmREgQIAAAQIECBAgQIAAAQL1C6iQAAECBAhMjoAAeHLWykwJECBAgACBcRMwHwIECBAgQIAAAQIECBAgQKB+ARUSIEBgwgQEwBO2YKZLgAABAgQIECAwHgJmQYAAAQIECBAgQIAAAQIECNQvoEICkyggAJ7EVTNnAgQIECBAgAABAgR2U8CzCRAgQIAAAQIECBAgQIAAgfoFJrZCAfDELp2JEyBAgAABAgQIECBAgMDOC3giAQIECBAgQIAAAQIECBAYbwEB8Fasj3sQIECAAAECBAgQIECAAAEC9QuokAABAgQIECBAgAABAhMgIACegEUyxfEWMDsCBAgQIECAAAECBAgQIECgfgEVEiBAgAABAgQIEJgUAQHwpKyUeRIgMI4C5kSAAAECBAgQIECAAAECBAjUL6BCAgQIECBAgMBECQiAJ2q5TJYAAQIExkfATAgQIECAAAECBAgQIECAAIH6BVRIgAABAgQmT0AAPHlrZsYECBAgQIDAbgt4PgECBAgQIECAAAECBAgQIFC/gAoJECAwoQIC4AldONMmQIAAAQIECBDYHQFPJUCAAAECBAgQIECAAAECBOoXUCGBSRYQAE/y6pk7AQIECBAgQIAAAQI7KeBZBAgQIECAAAECBAgQIECAQP0CE1+hAHjil1ABBAgQIECAAAECBAgQILD9Ap5AgAABAgQIECBAgAABAgQmQ0AAfCnr5FoCBAgQIECAAAECBAgQIECgfgEVEiBAgAABAgQIECBAYIIEBMATtFimOl4CZkOAAAECBAgQIECAAAECBAjUL6BCAgQIECBAgAABApMmIACetBUzXwIExkHAHAgQIECAAAECBAgQIECAAIH6BVRIgAABAgQIEJhIAQHwRC6bSRMgQIDA7gl4MgECBAgQIECAAAECBAgQIFC/gAoJECCM3P/GAAAQAElEQVRAgMDkCgiAJ3ftzJwAAQIECBDYaQHPI0CAAAECBAgQIECAAAECBOoXUCEBAgQmXEAAPOELaPoECBAgQIAAAQI7I+ApBAgQIECAAAECBAgQIECAQP0CKiRQg4AAuIZVVAMBAgQIECBAgAABAtsp4N4ECBAgQIAAAQIECBAgQIBA/QLVVCgArmYpFUKAAAECBAgQIECAAAECWy/gjgQIECBAgAABAgQIECBAYLIEBMAXs16uIUCAAAECBAgQIECAAAECBOoXUCEBAgQIECBAgAABAgQmUEAAPIGLZsq7K+DpBAgQIECAAAECBAgQIECAQP0CKiRAgAABAgQIECAwqQIC4EldOfMmQGA3BDyTAAECBAgQIECAAAECBAgQqF9AhQQIECBAgACBiRYQAE/08pk8AQIECOycgCcRIECAAAECBAgQIECAAAEC9QuokAABAgQITL6AAHjy11AFBAgQIECAwHYLuD8BAgQIECBAgAABAgQIECBQv4AKCRAgUImAALiShVQGAQIECBAgQIDA9gi4KwECBAgQIECAAAECBAgQIFC/gAoJ1CQgAK5pNdVCgAABAgQIECBAgMBWCrgXAQIECBAgQIAAAQIECBAgUL9AdRUKgKtbUgURIECAAAECBAgQIECAwKULuAMBAgQIECBAgAABAgQIEJhMAQHwhaybsQQIECBAgAABAgQIECBAgED9AiokQIAAAQIECBAgQIDABAsIgCd48Ux9ZwU8jQABAgQIECBAgAABAgQIEKhfQIUECBAgQIAAAQIEJl1AADzpK2j+BAjshIBnECBAgAABAgQIECBAgAABAvULqJAAAQIECBAgUIWAALiKZVQEAQIECGyfgDsTIECAAAECBAgQIECAAAEC9QuokAABAgQI1CMgAK5nLVVCgAABAgQIbLWA+xEgQIAAAQIECBAgQIAAAQL1C6iQAAEClQkIgCtbUOUQIECAAAECBAhsjYC7ECBAgAABAgQIECBAgAABAvULqJBAjQIC4BpXVU0ECBAgQIAAAQIECFyKgGsJECBAgAABAgQIECBAgACB+gWqrVAAXO3SKowAAQIECBAgQIAAAQIELlzAFQQIECBAgAABAgQIECBAYLIFBMDns37GECBAgAABAgQIECBAgAABAvULqJAAAQIECBAgQIAAAQIVCAiAK1hEJWyvgLsTIECAAAECBAgQIECAAAEC9QuokAABAgQIECBAgEAtAgLgWlZSHQQIbIeAexIgQIAAAQIECBAgQIAAAQL1C6iQAAECBAgQIFCVgAC4quVUDAECBAhsnYA7ESBAgAABAgQIECBAgAABAvULqJAAAQIECNQnIACub01VRIAAAQIECFyqgOsJECBAgAABAgQIECBAgACB+gVUSIAAgUoFBMCVLqyyCBAgQIAAAQIELk7AVQQIECBAgAABAgQIECBAgED9AiokULOAALjm1VUbAQIECBAgQIAAAQIXImAsAQIECBAgQIAAAQIECBAgUL9A9RUKgKtfYgUSIECAAAECBAgQIECAwLkFjCBAgAABAgQIECBAgAABAnUICIDPto7OESBAgAABAgQIECBAgAABAvULqJAAAQIECBAgQIAAAQIVCQiAK1pMpWytgLsRIECAAAECBAgQIECAAAEC9QuokAABAgQIECBAgEBtAgLg2lZUPQQIbIWAexAgQIAAAQIECBAgQIAAAQL1C6iQAAECBAgQIFClgAC4ymVVFAECBAhcvIArCRAgQIAAAQIECBAgQIAAgfoFVEiAAAECBOoVEADXu7YqI0CAAAECBC5UwHgCBAgQIECAAAECBAgQIECgfgEVEiBAoHIBAXDlC6w8AgQIECBAgACB8xMwigABAgQIECBAgAABAgQIEKhfQIUEpkFAADwNq6xGAgQIECBAgAABAgTOJuAcAQIECBAgQIAAAQIECBAgUL/A1FQoAJ6apVYoAQIECBAgQIAAAQIECJwuoIcAAQIECBAgQIAAAQIECNQlIADebD31ESBAgAABAgQIECBAgAABAvULqJAAAQIECBAgQIAAAQIVCgiAK1xUJV2agKsJECBAgAABAgQIECBAgACB+gVUSIAAAQIECBAgQKBWAQFwrSurLgIELkbANQQIECBAgAABAgQIECBAgED9AiokQIAAAQIECFQtIACuenkVR4AAAQLnL2AkAQIECBAgQIAAAQIECBAgUL+ACgkQIECAQP0CAuD611iFBAgQIECAwLkEnCdAgAABAgQIECBAgAABAgTqF1AhAQIEpkRAADwlC61MAgQIECBAgACBzQX0EiBAgAABAgQIECBAgAABAvULqJDANAkIgKdptdVKgAABAgQIECBAgMBGAfsECBAgQIAAAQIECBAgQIBA/QJTV6EAeOqWXMEECBAgQIAAAQIECBAgEMGAAAECBAgQIECAAAECBAjUKSAA3riu9gkQIECAAAECBAgQIECAAIH6BVRIgAABAgQIECBAgACBigUEwBUvrtIuTMBoAgQIECBAgAABAgQIECBAoH4BFRIgQIAAAQIECBA4SaBvNhz2ub+x5eFJ79VzXfZ10UdpfVP6siOPy2dppf9Eixy33lav6bKna4ax2lZyu3xya49Fd1JbyOMztaN57uQmAC6roBEgMO0C6idAgAABAgQIECBAgAABAgTqF1AhAQIECBAgQOB0gRLgjkLgEgRntNssRjTHsi1HlP4u+8s2IkPa1dA2yjWjNswhS9G3y7ESy9HOdDlmOZrBQjSzGdjmdiWORMwsRj/IUHdwfcwdPBJXfeHhuPktFuO2XzeMr//OYdzl3kfinj9wNO73yGPxkMcvx2Oeeywe87yF+PGXDOP5b9kTz35jHz/7CzPxivfuHbX/8P598aZf3Rev/3Bp+3N7cmtzrt4ECBAgQGCKBZROgAABAgQIECBAgAABAgQI1C+gQgIECBAgsJlA+fXuSkRbQt+lHNBE9PMR3d6Ifi7D3D66TFMzFo7ScsDo3TcrGfwuj0Ldvj0W+w4O44u/bCZud6el+I77LMV9fng5fugpS/G0V/Xx8v84E6//tbl478f3xq//3ZXxkf96MH7pjy+PN//W/njRu+biWW/ak0Hv5Rn4XhEPe8rBeNAT92cYfGXc8yFXxbfe60B89V2auNN37Ilbfd1y3OL2K/Hv79DFl9++jy+8xXJ80a26+KJbn95yyqN5+iBAgAABAgQITJ+AigkQIECAAAECBAgQIECAAIH6BVRIgECFAiW4vfiySpi72proYzaaZj6WlmZjOIzc72MYKxn4ruS5pWgGi3Hg8z4dt7z9YgayS/F9jzkWT37RUrzw7TPx8791MD74l1fEe//L3njTbwziBb+wN5704v3xiKdcEfd9xJVx53vui9t+3Wz82y9v44qrI2b3RUSGxzHIB0VEO2gyaI4YzLQRzXD0C+Ly9D6f3EdEU7oHudf0MT83F23b5vxi9JqZmYk2r2/bJk5r4UWAAAECBAgQIEBgCgWUTIAAAQIECBAgQIAAAQIECNQvoMIaBTIQzYh2lJxmUHrmCsu40nLEhk0JV0vYGiWIbRejbxeimVmIy68+Ere6fRff9j0r8ZDHL8TTX9XH6z4yHx/+m/n4wF/cKF7xgfl4yiv2xw886UB8xwP2x1d9Sx9f+KXD2H9FHzP7Mk6eWYloj0UMyjafOXo3Ed0gIjcxeuW40dyX8yjH5efoPZpfjuvXW14w6suzoz8/PZM7s9nyfJSWu6P3MD9Pb232ehMgQIAAAQIECBAgQGCaBNRKgAABAgQIECBAgAABAgQITKRApqLNcnTtSraj0TXD6DJdXW2ZtWYg3GVdo9YuZdS6EEvDhdGYYd9FO78UcweOxZd+xUp85/2X4lHPWIqXvHNv/OKfzMX7P74/Xv6+mXjSK+bjwU86GN/8vbPxJbftc3wf0ZZItYl8VIbFuY3yKqFs9jflOLdRjufzRAa15TBz2qZpoin7TXaXFuVgLg/KuDIgd0t/aWU3T5fxG1t5Zp465V0uKK08M+8zCoVPbPM2p4x3SIAAAQIECBAgQIAAAQIEqhVQGAECBAgQIECAAAECBAhMrkCGnv1sNH2GqP2eU8rIc+1ixOBw9q9E9H1cfvWxuMOdl+K+j7whnvaK5XjDR+biQ5/cF6/54J544ov2xb0ecVnc9k4RV9xkkOFwE81cE6Mstc1bNBn8Hm9NnBzE5vGoo2xjw+vU4w2nju+WMevteOcl7Kzf68S2TP8SbljJpcogQIAAAQIECBAgQIAAAQIE6hdQIQECBAgQIECAAAECYySQAetFzKZc1bRN5rtdDIcr0cdizMwdjfm9x+JWXzUTD3lsE899Q8S7/vPeeN+f3yhe+I7L4hFPuyzu/L174uZf1kQzmw8tCWmbd2q6iNG/sbvWl5uT32XgiZ68Ip934vj4XpN7G1se7ub75Fnv5kw8m8AuCXgsAQIECBAgQIAAAQIECBAgUL+ACgkQIECAAAECBMZJoESpGb6WOLXsHp9aOeijy/5y9kTLvvLnnpvliMFiNDOH4vO/6GiGukvxuJ/u4vUf3Bcf+sSeePn7ZuNBjzsQX/tdXdzoZosR7VK2hTj+Y90271jukaFx5DOiz6h09G/sxoZXf3y/7OUVOZ/IVmYV5arj58d1J6sa16mZFwECBLZdwAMIECBAgAABAgQIECBAgACB+gVUSIAAAQIECIyjQLOSs8qIddhEdNnyqMu+ErP2GcoOZprMZ1einVuJfvZz8W9vsxB3e+ihePprZuKdH90fb//9y+Ppr7ws7vagPXHzW/bR7OkjmmzlF739bLSjn/qWn/vui9GfdS7/RG6UaHQmQ9z56LKzPDYfFauvfnUTTW6bPN/muNwdXVNi4LJftqWV/fFtpcrxnZ2ZESBAgACBbRNwYwIECBAgQIAAAQIECBAgQKB+ARUSIECAwPgJlKC1hKh9dO1idLNdbnN/NNFMaZsu+sHhuOkXXxv3fNgN8dRXDeMDf3F1vO7DB+Oxz74qvuluM3H51ZkZDyL6th+1UWY7un71o2+aGLU80Y1aZKC73vLc6rDRZ5lNRPksrXStb8v+xtZtOCj7pW3oGqNdAfAYLYapECBAgAABAjsk4DEECBAgQIAAAQIECBAgQIBA/QIqJEBghwRKYFra+TyujBtGV/6cc8xlNDuX0evRaOY+Eweuuj6+5Z7H4hmvXon3ffxg/PzvXJmB743im+++Jw5eGdFkqtkOlnLnWLTlR7oR0TTNqMUZXuVpZzi1SXezSd/GrpzAxsMx3p+cmY4xoqkRIECAAAECBAhMjoCZEiBAgAABAgQIECBAgAABAvULqHCnBErEWtowH1i2Z2trv7MtOWuzHDHzmbjV1x6LH/zxPl79gSviA39xeTztNXvim+6xN664yUpEm63JlhFx3nztPZ/bvdHETLT5GaMWZ3w1ZzxzphNl/mc6t9p/4fdcvW4nP9udfJhnRApGJwAAEABJREFUESBAgAABAgQIECBAYBcFPJoAAQIECBAgQIAAAQIECBDYDoGSijbHIkaBbfmFbxdd7i93izGY66OdW4ql7lAcuPpwfPM9VuInXhbxK39203jZuw7EA3/kYHzpbQYRgxL2RkTb5UeTrcSY2b9JyFvOjlp+NE1+lJ8En2jRNM1qW7tLudPZWkQTq/F02ZYWGTBvbO3acZsj2xy73nJ3DN9ldmM4LVMiQIAAAQIECBAgQIAAAQJbKeBeBAgQIECAAAECBAgQILD1Ak3eso2+m43o9mWbi+hzv12IyDY7vxw3/vxBfM+Du3jlLx2M9/zxZfGTL5+Pb7v3gZi/fPXf7+0zreybvCzvFBmvxuiVHSdtRwc+zlMgSc9zZI3D1ESAAAECBAgQIECAAAECBAjUL6BCAgQIECBAgAABAgQuUODcfwp5/YZ9prd9Dl9eWYzl4eGImUPxJbecj+9/1Fy85cOXxc//TsQPP2s2bvP1fczsiWjnuuhjOZpBuUMT0Qxj9dWubkafZb+00cEOfZzreec6v0PTPI/HTM5Mz6MYQwhciICxBAgQIECAAAECBAgQIECAQP0CKiRAgAABAgQIELhQgUxzI0PZDHYzqT3p4hL0lo7yR5pHrckwt12KmFmIL/vKYfzw07r4ud84GK/90Gw86Amz8flfOox+Lu8VJe1to1zf9zMx+pXwsInVe5Tz5ZnlztpWCLRbcRP3IECAwIQJmC4BAgQIECBAgAABAgQIECBQv4AKCRAgQIAAgYsVGP0qN0PZEgJ3TQa2TYa32aLJ0LaPmZkm2sFS3Pjmh+J+j1yKN/7GTLzuI/vi/o+9LP7VLTLWnVmOQfm172zE6j+em5FkvsuvfpvcRlvG9DHI/UEOaLKzaZp8Trva8jLvixdIxYu/2JUECBAgQGDyBMyYAAECBAgQIECAAAECBAgQqF9AhQQIECBwSQLlV7rtYnQzC9ENVqIbZcFdxMz1cfmNj8Q9HnpDvPqD8/ELv3tF/NAzDsQX/ftMegf5xMxwIwPdPluXhyU7HrWyv6Hl7aLP/0XGyWV8nvLeQoF2C+/lVgQIECBAgACB8RYwOwIECBAgQIAAAQIECBAgQKB+ARUSIHAJAiWaHUbXZIu5iH4uVoaHo93zufj2ey/GT79lT7znowfiURn6fsltu2jnlvJZC9mG2U68m5jJCHgQzdr/Tpw5w16fkWVp66f73CktN94XLpCaF36RKwgQIECAAAECBAhMmoD5EiBAgAABAgQIECBAgAABAvULqPB8BEqyWtr62LK/2lY/Mz4cHIloj8aX3G45nvD8ufjlv7xRPPmle+MO3zyfoW8TTZtjRoHt7NpNNgTA5SajX/eunTrDpjlDv+5LF8jVufSbuAMBAgQIECBAgAABAgTGWMDUCBAgQIAAAQIECBAgQIAAgZFASWeHa7/wLf+ebxPDZin6djn6wbHoZ4/G/isj7vn9e+K1v3wgXvvB2bjHg/fG3oNdRDuMpuS9Td6oJIyD3EY52JM75USOiWxNecZqa2P9f5F7G1ubV7Z53Vprcnezlt0X8DZ0TaCoru3aECBAgAABAgQIECBAgACB2gTUQ4AAAQIECBAgQIAAAQInC5R4MFszjMjwt2mXYqW7IW5zhz5+4sVtfOCvBvGjz9kX/+62ffRtG33TRJ/xbV8C2tjsVU6Utn6uhL95//VD2x0XmE79HWf2QAIECBAgQIAAAQIECBAgQGDHBTyQAAECBAgQIECAAIFTBEpQ28agHUST/7v8Rstx9/vNxVt/8/PiJe/eF992n9mIQReZ90Zk8Bsl9W0y0C0tO3MvSoszvkr0WFoZsL4t+1PeCtrGdirHxnNbsE/+VGDH1QsokAABAgQIECBAgAABAgQIEKhfQIUECBAgQIAAgakXKEHiCKGPLmPbUWtWomuPxk2/+Jp4/POPxdt/b3885nl74ua3bCJmssVMXrGSLd/NUkR7JMqvhLsMgLsm8i6rLabudRzzPCovY9fbGYaX05ueKifW26YDztG5em17jlFOEyBAoCYBtRAgQIAAAQIECBAgQIAAAQL1C6iQAAECBAgQKAJ9E13fRTc4FO3c9dHPfTru+B2L8fL37Iuf/92r4q4P3hf7roxo95TB663JnbnRj3+bmI2m3xdNDPJ/bW7LuTjLqz3LuUk+VULVEoqXVvbPVkuXJ8u4DM9jOffzONcgMoLPgzieoJfblFM5tF/pox9m67Jj1IYR3VobZl+ei+W8IMdGdo9ulYf9Un7k6ZPumWse2WpdiZGhDwIECBAgcELAHgECBAgQIECAAAECBAgQIFC/gAoJECBAoASApZVf7MZgMa64aja+64FtvO23bhrPfO1s3OprMsjN97mlyqBsfflV8LlHVzkiM9YoLePvTGWzxBLsHsvteribu6Pza9suo9d+NjJtX23DPC6t9Jewdr31fdxwTcRn/jHif/xlE3/1x038/oeX4z+9fzHe/5Yb4h0vOxpvf+mReN1zr4vXPue6+NknLMQLH78QP/Xwo/HMH1wYtSd//5F44v2OxhPvs7Da7n0snnjvxVHLp+aEvAkQIECAAAECNQuojQABAgQIECBAgAABAgQIEKhfQIUEqhdYTxrPXGifweLKcDmGsRSX3fhz8bAnrcTbf39f/NjzLo8v+Ld9zM4OomSZ57xT5r5l3PEWEe2Glrt1vwtQacerzOS2T4F+Lnv2RHSz0WUWvLxYfpbbRV82eebQ5yL+/pN9fPz3uvi1Xzwc73zldfGaZ90QP/WIz8bj7nttPPz/Oxr3uf2x+I4vuS6++7bXxAO+/mg86h5LGeQO47mPHMTzf2wQr332bPz8yyPe/oo23vem+Xj/m+fjN9/Xxm+9fxB/8hvz8Se/ORdl+4k/2hef/KO98ck/mc82F5/86CBbO2o505yNNwECBAgQIECAAIFKBZRFgAABAgQIECBAgAABAgQI1C9QfYV9kyWWRDJbvmP1Z6kn+vK4z9h3MLsS//qLZuKpr1qK9/7pjeJ+j4nYe3kOy0A4hnmP4Uw5mIKWge1JVRa00k7qXDso/Rtbdq8fltuUn1KPfsE7E8euaeLv/6KPP/zVpfilN14Tr3724XjqDxyJh3/nobj7rf9f3OMrPxOPuvtyPP5+i/GiH5/LIHdffOBte+Ojv3ll/PWfXBb/+D/2xrWfbmN5cV8G6gczX88wufxiOI8iMpzv5iOGB7Ndlu1ARLc/275oSn9XwucS7ea4WHs1ZaJlv8mP0j+b29nR3XLHmwABAgQIECBAgAABAtUJKIgAAQIECBAgQIAAAQIECNQhMMr5MuQrQXAGkl2zEuWfhu3blShtpb0ubnOnlXjKKyN+7g+buMu99kcz18VgsD/rzxSznYlm0Ecz04+Om9E/JJu7p77L6dLW+zfur/eN3/aUGZWf42bNkdsy/7585P7oOPfLcWk5pF/J42LRlfPZMeyiX+ziU/8z4o9/dTHe85oj8eInHInHfc9K3Purro273+5oPPK7+vipH+7ijc8/EL/y9n3x0d/eE//wN3vj6LWfF4PuRtEtz8bszN4MbmdjuDIT3XAQ/UobTd/mNqLtcy2iBLUlsG0iU+BRYNtGvpqczyatKSdLfw4pv/Iu09+89VHOl+E51JsAAQIECBAgQIAAAQIECNQkoBYCBAgQIECAAAECBAhUIlBC38wJIwPEaDKkbDMkjEEGugux0h2N23zNYrzyF6+Il7x7T3zj3TJcLGNLG5V/fCeiKdeVFpW/ZiKKVWmjSovBIPvKNv1K4LuS+7l7/Web+C//aSXe+8bFeP5jD8ejvms5vuuWN8T3fdP18fRHLMUbXhDxa+/p4hMfW4lrPzUXTbcnw9qMV8ufgu7n854Z5GagG7kekWeipLmx8dXkmGwbu8qYsqajlicuaknKPTdreb985wzzc1re6iRAgAABAgQIECBAgAABAgTqF1AhAQIECBAgQIAAgVoESki4Vkv5xWe0KxGz10bfL8dX3HEuXvbOg/HidxyIW31tOxrVDtoMhsvuiVRxda/NIDLbKKRc35Zx52glYzzHkF05XYo6U8tgtx9mjV0bw6UclMfdYsS1/zQTH/1IE299wUI87SHLcb87LMe9vupIPOXBS/HaZ++J33nf/vifn4wYLs7HTLM3I919ERn4Nt3+aPsD2fbncZv2XTTRr7XIbeS5s7Q4/ZWzu9CVOP0mZ+kp9z/LaacI1COgEgIECBAgQIAAAQIECBAgQKB+ARUSIECAAAECBCZfoD9RQvnFb9NH10T0bR/L3Q1x69vviVe8ZzZe9J5B3O6bMoycz5ODDIZzk7lkDiyXbxIBlvPlVLbyhNJy9+R3GVPayb1jcFRmu97OMJ0NpxcXuvjEf1mM//im6+O5P3pDPPBOR+P+3/i5eOojjsa7X7c/Pva7g7j+s+VXwfMx+jd3YyaD3GI2E5Ghb4x+4ZvHzVLE4HA0mb435bHlGV0bbTeItoTz5ThbOVdaGVJa2S+t7O9Ga3fjoZ5JgACBHRbwOAIECBAgQIAAAQIECBAgQKB+ARUSIECAAIEKBDJNHKW4EX1JfZthBr9LGQBfF7f9hiPx4nfeKF74i3vjVl87iGibiGY2Vl8Z+TUZArfDiLKNLlZf7SjYLEd5ZrUrP/PK7M+d8rjclHfGzGUzhi3rigxiR63sl2pymqWIsrvUx9HPRfzerxyJNzz3hnjMPY/Gd93qUDz+PsN40wv2xu9/aF987lP7o1u+Kgb9vhguR9beRLfSxCDa/F8fg7xX07eRe9E1eS6Po21y3HyGvwciBpEtsZrctrnNTXm3+VFabkbvJk+VNjrYxY+Nc9rFaXg0AQIECBDYLgH3JUCAAAECBAgQIECAAAECBOoXUCEBAgRqERgljKNi+pljsdwtxG2+ZjFe8Z4D8ZJ3HYiv/MY2BrNNZFYZXY7a2DJ7zJ7Vz9xZfZ9yWMaf0rU6Lj9Lf5d3Hb8geCZnN5eJeIbdo8L7OHxNxO/+8pF41VNviId/51Lc43aH4qcfM4hfeuNcfOJjOXx4WUS3L6Kfz1aubzLMbfJEabk5/j7z8cijhMF55YnhpTePmrVt7o7jWwA8jqtiTgQIECBAgMDWCLgLAQIECBAgQIAAAQIECBAgUL+ACglUJND3fawMl2PYXhNffIulePHb9mXwe1nc+uuyyEz1Mo/MnWPR5+ep79W+HBSlnXo2jseYq+PijK9znT/jhZdyojx0Y1u7V78c0S1FLB1p4uO/txSvf+6ReNTdluN7vuKGDHyb+NA7Z+If/1vEIPZGM5zPwXtiZrAvyo90m7V7lM3oOO/fpsJmreS5662MLdeU1jRNNOWXwE1uN7RybmNbv3a979Tj9f6d2rY79SDPIUCAAAECBAgQILCTAp5FgAABAgQIECBAgAABAgQI1C8wmRVmEnnaxPsMdfsYzAzjX/+b2fjJl87Haz54ML7qW5uI2fU/3pzbkkmajRgAABAASURBVCz2ezLGPO0Gm/atj8q7rO+ecdz6mPXt8Qu2bWcTh9JVWrcSf/+JLt775iPx9IcfjXvc9lg85SEx+oXvf/3LtBruj6bbl4Fvtn4uZ5gXnfSnr09UcWIvh53ne+M1G/fP8/JdH9bu+gxMgAABAgQIECBAgAABAlsr4G4ECBAgQIAAAQIECBAgQGBMBTKozKi3G7Umuoxju5zpsD0cB68+Eg/9ieV4y+838a33PhAze0r0OMizpc1E9GWbfavv0e98S9DX5l3Kthn1xNqr9GTLsaWjbErLnnxi6VlrpfP4bpt3aPN8u9azHZtS7fq/45vbPiUy106O6I9F/OlvL8Xrn3NDPPgbZuKH734kXv28iD/+7TYWj87GyvJcNMM9Mej3Rrv6p6Cj/GK6T9K+G0Rp7Wj2fTTZ2XS5zRbZVsf1KXX2tj6uXLPZ9cfPn0LTp+Nm7ZRhO3bY7tiTPIgAAQIECBAgQIAAAQIECGy7gAcQIECAAAECBAgQIEBgAgSaDEKbTD5La4/FvR46iF/4vYNxv0fPR5tZb+aYcbzFZq+8frPuse0r883AN0rL/S4jym42Fq5r41ff/bl45iOOxL2+ZiF+/MFL8d63rsQ//5/l6JbnM8idz4oKSCRHH2d+ZQKbI858frrOpO4UFKxEAgQIECBAgAABAgQIECBAoH4BFRIgQIAAAQIECBAYe4Em+swx+1iOYXc0vvGux+Jdv783Hv3s/bHvQE6+zXB0kCFpyTPzsLxzeNls0nJslLbhVPllbGkbutZ3N9xyvWv7tmXSx1uZY3l6+ZXubFz/2Zn4yNuH8eQHLMc9b3c4Xv6UA/FHv97EDZ/rYnaQ45b3RimrjcHoF8mDDHZnso2O8p4b/43e7Stgsu/cTvb0zZ7AuQWMIECAAAECBAgQIECAAAECBOoXUCEBAgQIECBAYLwEMqksf9d4bVIlAl1tffSDxbj5ly3E6z5wIJ7x2vm4+t9EjlyKzDijH87mplwbp78yG42SjGYrI0o7bVAZU9ppJ7a6Y2XDDTedyer5cqpr49D/a+KDbz0UT3/Y0bj/110bL/rJYfzVH89GDDP1Ln/aus/9jHujn4noy69+B6vXr32WkpqsO0a/nC6SaydsNhUQAG/KopMAgUoElEGAAAECBAgQIECAAAECBAjUL6BCAgQIECAwZgIl9VxrfcaW2SJj3chMc/6KG+KJL5qNt/zWVfFld2yimZmJvsmxzSD6djmaQQk3c2CceDW5W3qHJQDN/fJuMiwtLS+KyP3S+tE2D7f9nfONbPlefdShDG3LXnb0GXBnNjxcXo6j10b8znuPxlMedDi+9/aH41VPn4+P/uZ8LB++KinmYpjjcnj03Uy0GQAP+r2pNB9N00aTtTRpMsjtIEc3TUTTNNHmtrTVB+bzwmszgXazTn0ECBAgQGDyBVRAgAABAgQIECBAgAABAgQI1C+gQgIECIybQAklS+tyYplWNsOIwdFo5m+IO9/rhnjPR6+I77z/bMRaQldG9Rlsdk1EaXnRye9yq1FPGdlF+VztKnuljU6OPkp/6SnbUce2fZQn5ISbsi1PzHrKL3NjOfqlJv7sD5biZ594LL7njv8cP/1js/GnvzsbTVd+6Tsfo1/4Rl67YW4nH204ceru6BnrneXZ6229z3ZdYO3rtX5oS4AAAQIECBCoQEAJBAgQIECAAAECBAgQIECAQP0CKiSwqwJnCh9LnNnEsFnOsLaL4eDauMVXL8drP3AgnvrSy2PfwfKnnhePz7wEdaU1GYo2cfIvf+OUV7OWGpcnx1le5zp/lkvP81SZ8SD6PsPfvolY2Rt/9+ddvPrZR+Jut/t/8YQHLMdvv28QK0eujJIRN91cRObgTd9nBWstJ9mWlk/MO+TnJu88v95bxjR9m0qx2vJcuXd4bSrQbtqrkwABAgQIECBAgMCECpg2AQIECBAgQIAAAQIECBAgUL/A7laY6WPGuxG5LQFoaaMJ9dnTZYsMKWfjipscjp/82SvjFe++PL74lm2MhvUZhsZ8bPYqIedm/aVv47mN++XcelvvX9+u91/6Nusc3WRtWzYZ/h76zCA+8ObD8Zj7XBeP/O5r4r1v2heLh28SMzN7k2ZPtqy1n0mLC59RuaK00WM3fIweveHY7uYCAuDNXfQSIECAAAECBAgQIDB5AmZMgAABAgQIECBAgAABAgS2WaBEkOXnrNmi7K89LtPdrlmJdv5oxOyR+PZ79/H6X7kivvUBbfatRDOIUWRc/szzhqvWLo5o83/N6KjNz9JyU96rnRmittkiR5Vtm2fWWpO7a++yW3rLdq3rEjZdXjvMtrLWclPqza6//MPF+NnHHY573/Ez8epnHoi//S+DaJY/L/rhXPQrWd2wybm20WTRbZP75ae+5fKNrfx8N1vfZ2i+SYvsK239fJe37bJvdRvR531Li2jC63SB9vQuPQQIECBAgAABAgQIECBAYNIEzJcAAQIECBAgQIAAAQI7JZDxWj/Ih20IH5vliGYYN/nC5XjpOw/Ek186Fzf6wshXGVNa7k7Suy9zLn+qOoPgldk49JmID755JR72LUvxE9/fxa/9Uga3SzeKPsPefuXAqLJyRYwC2dW92PjKsDciU9zjbePJC90v919vF3rtdIzPb2jFhSqNAAECBAgQIECAAAECBAgQqF9AhQQIECBAgAABAgR2TCCDxxL+9jOZZw6ib1Yi2qVo56+LhzxmJt7221fFrb8uJ7OewJVgOAbRNBGDJqJ0N3l683c5u/mZ0tuMro7teW3MZst+5Cy7vfF//24uXvGM6+Khd4l42dOX4p/+vo1ucW/M9ldEv7I63ybD4qb8+7x9mVr56KP86Le00rPaVvsTLQ/X93P3vN85nzKnUTvvi6Z24OrKTG35Cq9ZQG0ECBAgQIAAAQIECBAgQIBA/QIqJECAAAECBAjsrEAJL+PEn3MeHItbfMVcvPkjV8eDfnw2Yq6LaHJMySujvI7kx1K23X7nnI5PoeyvtbI53p875XgY8QcfWorH32cpHnSXo/HBdzRxzaeHGb1m4N2XwHsxYrAcpc4m1l/D3MnaRzLlJnm45e8TT9vyW1d2QwFwZQuqHAIERgI+CBAgQIAAAQIECBAgQIAAgfoFVEiAAAECBHZWoGuia7roBkejGQxjbu+R+KGn9vGS9w7jX31ZF9GXELREb6WtT+2K3JnLduo7x8dm7dRxW3FcAtlDeaPyvNxECaSP5U4Jp3Mzevdx9JqID791MX7gzjfEcx4zjE/86UwM+r3RDA9Gk9lrE3PRN3M569no+tkY/SC5yYvbPtrcNm3EIAcOmuwbheDlubnvveMCuRQ7/kwPJECAAAEC2yjg1gQIECBAgAABAgQIECBAgED9AiokQIDATgpkkNksR+a/GfLO5IObuMVXL8TrPrI37vfIgzEzn90ZgvYl+Myz4/cuEzuQ0yqxYJfbcrw3J136hvG5f4x4+0tW4r7f+C/xsmc08fd/02aWXc4Pcmx5l/Flm60UWVruRjQZCEes/hI4jaLcu2zXW3jtkkBZ6V16tMcSIECAAAECBLZYwO0IECBAgAABAgQIECBAgACB+gVUSGCHBboMOrt+LmIwjPn9K/Hop8/HK96zN2727zIoXQs9MwqNpml2eGbn8bj1LLbPSLDvIoY55+W5DHiH8S//M+IFP3YsHnSXa+NtL29j4ZrPi74bxPzc/mi6PsqPeLOofDcxaNpRy7tEaXHaq4k2g+FyTWnhtasCm6/Rrk7JwwkQIECAAAECBAhcuIArCBAgQIAAAQIECBAgQIAAgfoFdqbCPh9TWkSf/xsloYOj8e9vf0O84cMz8T0Pa6Mpf+e4DOnaHFt+FVy2ubvr7wx5o/wp6o0TyYk2i9mR2+WI//GJLp71yCPx4G+7Ln77A3tj8eiBGC4PIpq8tj0a0S5E35Q/E53HGXA3cY5X3nZ1xDlHrg7zue0C4/Jt3PZCPYAAAQIECBAgQIAAgWoFFEaAAAECBAgQIECAAAECBLZIoKSZw+iabOUXrYOVGMxdFw/78WG87BevjH/1pX00cyUYzoitZKbZVh+cx6Od1dB0tHvWjzJ+s3bWi858st94Ku+7dlx+9NtnHdHNxV/9QR9Pesjn4tHffSj+86/uiW7xsuiHTTT9INpBH00zG03sz+L2RNvlfvkV8KicfuPNR/tt9HGiNdlXWl7aNNFni7xTlNfxnwOX86e2MuCCmsHnKdCe5zjDCBAgQIAAAQIECBAgQIDAGAqYEgECBAgQIECAAAECBLZSoISUJdXtItrl+IIvWo6Xv+vyeOCPHIx27lg+qMkWsTHjjHF4rU5rbSbDiPIL3iyhySTwk38U8cT7LMXjvv8f48//oI2VY/PRdzNxItbNi/MdfX6st8j94y0u8FWu3eyS0r/eNjuvb6sEctm36lZjdB9TIUCAAAECBAgQIECAAAECBOoXUCEBAgQIECBAgACBLRZYXl6OwaD8ivWG+N6HLcZbf2t/3OL2g8xGVyL6Pfm0EgIfjVE2GuPyyqR39Gefu9EveqOfiRjOxV/90WI8+b43xBMeeF385R+1MbNysxjEFTE3uydKQFharL3aTIPL8Xpb7S5h7ereuT/L2PV27tFGbK9AWcftfYK7E9hhAY8jQIAAAQIECBAgQIAAAQIE6hdQIQECBAgQIEDg0gUy9YzVltFplBh1bu8g9ly2HD/95gPx6GfujZhdWH1MCVVX9yK6fTG6bP14N7d9mX+Z+XA0p6Zp4q8/fn086f6H4nH3WY4/+93LYnnhQJ6bzfrWftmcezH608zl2mz53poSSgC8NXdyl0sTaC/tclcTIEBgrARMhgABAgQIECBAgAABAgQIEKhfQIUECBAgQODSBI7/meMMTZvl6DMM7WMYM/PDuOXXHY3XfWgu7vhte6MfZIzWz4/ON9GvPXMmRr/+3e2sczSdDH4z8O2GSxHdXPzL37fxnIcvxI/dfS7+/A/3RNvsj8FsH/NzZc5lbB99O4ju+NybaNMiq4z1V5P3LW392HYyBTau6WRWYNYECBAgQGAk4IMAAQIECBAgQIAAAQIECBCoX0CFBAgQ2AKBknBm0Bkl1G1W8rOPZv76eMCP9vGitx2Mm3xRRNf2o6C0z4B1FPjmY0ch8MZfAmff7rz7iCZD32ijW1mJz/zvffH8x18bD/ym6+MPfr3JUHdvTjlD39jwyjryqqw1spV4MFPgPtuGIXbrESgrXE81KiFAgAABAgSmU0DVBAgQIECAAAECBAgQIECAQP0CKiSwhQJdO4wu5mJlGHH1zQ7Fi99xMB70uJkYzK4+pMkIddQyOG2aJmK9xdprPU1dO9z2zfrzyrb8hLefi6PXRfzci47Fw+92bfz2ey6LQRyIpt8TkdMd5LjS2nIQEU3bRNs0o6Mmymv1s+yVVjLx0sp+aWW/tLKvTZ5AO3lTNmMCBAgQIECAAAECJwSrQqBSAAAQAElEQVTsESBAgAABAgQIECBAgAABAvULXHqFmYiObtLHaK9djmgX4w53ORpv+vCVcZuvmY120EQmqFFeuTcKS8v+7rfRjFenUXa7iF9+y2J87x3/OX7pdfvihusy7htNeKn8vHd13Cmf5fQpXQ4rFshvRMXVKY0AAQIECBAgQIAAgZoF1EaAAAECBAgQIECAAAECBM5DIFPT9mh0Gek2MxHDvolmsBAP+rGIF/zc1bH/qj7aTMy6HLF6sz5HxqiN0uI+Tn812VVabk688yax3k70Xtxel5dlGz17JSedh/n+ww+vxIO+6Wi88pkRy4c/P4bLbczGgRi9+kF0GWx3TRejf9e46bOiPvo+b9Ktbst+aW12lZmOrsuPJMlr4rSWp8bhbQ4XKLBxbS/wUsMJECBAgAABAgQIECBAgMBuCXguAQIECBAgQIAAAQIEzlegiabLkLRdjJWVYRy88afjhW/bFw95/HzEbCahq1Hv2uf53nM7x2XwG8N8QBOZ4EaszMY//feIx3zvNfHsRw/jn/8hz/Vzq+fzM5ocF+t15H4GvzE6Ln2llUHZyu56y0PvegXaqkpTDAECBAgQIECAAAECBAgQIFC/gAoJECBAgAABAgQIXKhA28Ug5uLWdxjGGz944/iKr8/wdybylYFpfka00eT/Rrvlo8+P0nKz8+82+m4l+uUmjlwb8drnXR8/8O3Xxt9+7LIMg+dj0B2Mps/Zbphfm8cnWplxkx/rLXfz3W5ouetdsUBZ64rLU9o0CaiVAAECBAgQIECAAAECBAgQqF9AhQQIECBAgACBCxMoKWkfK/2R+O6HDuOFb9sTN7553mGwkB8r2c7xXs9QT92e47Jzny7zKr/03WRknuqX9sbv/PJSPPhbr4sP/NyeDH6viOgzsW6GEe2xiLJtcmBpsf5q1nfWtqcer3XbVC8gAK5+iRVIYCoEFEmAAAECBAgQIECAAAECBAjUL6BCAgQIECBwfgJ9Bp9rrY/FGOy9Np76sj3xqOfMxOxlR6PPDDViPu9VYrIMUY//ueTsWn/nLTb+IHi9e2u25ZklgL4mQ91yxzKhLvo+27CP//O3EY+9Vx/Pe/yRuP7Tl8VweT7arKctl0XOefTnn8t1ffavtlibbJPjSls/Dq+pFMhvyVTWrWgCBAgQqEZAIQQIECBAgAABAgQIECBAgED9AiokQIDABQg0mZSOfiHbxZU3XopXvetGcZd7zUbXZ38/G9EON4t8N31AXhFdntnYSl92XcK7yeB3X15/IKLMtR9k+NvE9Z9r4w3PW4xHfe+h+K+fOJan9kZTzseZXmUmpW08n/eO0jb22Z82AQHwtK24egkQIECAQE0CaiFAgAABAgQIECBAgAABAgTqF1AhgU0FSvBZ2mYns3/2SNz6a4bx2g9eHv/uDjlmcCzatoummcnWZwDcZcv+c7zzTqeN2KzvtEFn7cg7NEsR3Z5sfXQrw/iT31iOH7rbp+Pdb2zi2KH9EcPyq9+ZvMtKtM1iRNPF2V4lJ276EvuV8LeJ1eOzXeFczQLlm1BzfWojQIAAAQIECBCoVEBZBAgQIECAAAECBAgQIECAQP0Cm1eYAerod7m57ZuI0o4PzGC3PRp3e0DEz7x1Jm50s7UTfYatMciDEqS20eR+Xhnnem02ZrO+c91n9XyZb7bRQdl2cd2n23j2o4/GT/3wSnzqH2dyXjN5ts2askWbx3kYw/wo886NN4HzEGjPY4whBAgQIECAAAECBAgQGCcBcyFAgAABAgQIECBAgACBqRUowWkGouVPPEfZT4jc9MMmumYp+vn/G498xmw89nmXxfzBjGrzXI6IkqSW3S53+lGw2uReicmaiNw7vcXoVc6WURtb6RudvKCPlRy9FNE00a8sZsA7H7/69i4e+m3Xxh//6v5YWdobM90V0XSDKL/ezQExevWD3C3/XnE+dfVEdjfRZuhdWkT2Z+vLfXO3zzGrLS/L45jsl9lfpED5vl7kpS4jQIAAAQIECBAgQIAAAQI7LeB5BAgQIECAAAECBAgQyHirBKMZfI4sStDZdHHFlXPx3Ff/q7jXw+ciM97RqY0fJQAuJ1a3G8/sxP5MRDcf/fIwPvO/98QT73s0nv/jn42j116ZUxqOKmmarGvjVPomj0pfaWU/D4+/y/HGdvyEHQKbff0nUMWUCRAgQIAAAQIECBAgQIAAgfoFVEiAAAECBAgQIEAgMvQs4W8/E335N2/LL4EHS/EFX7wQL3tXE19z1+WIwWKMfkbbRIyGR2av2Xbv3edch9Et9/GBN0U87K7XxV/+YcR8e3WM/rrzShuDnFyJeXMzepf90qIUEOVViilbjcC5BVa/O+ceZwSBsRUwMQIECBAgQIAAAQIECBAgQKB+ARUSIECAAAECUy5wys92u8LRNjFsluLf324uXvMr++Nf33KYvXPZ5iOa1cC0XFZa7Mhr/Unr27WHdk38y38fxJMfcn285meOxcKhfRn8ZitB9ujPWDfRjIZmVU22KG3U4YPARQkIgC+KzUUECIyJgGkQIECAAAECBAgQIECAAAEC9QuokAABAgSmXaDkqRmiRt9El61vh9HMHo5ol+Kr77wYL3p3H/uvykFtk1Kl5Wbtnb1re9u8GWW2yxGjBx5bfVju94sRH3nnsfjB71qIP/u9fdF2+2OmmYs2E7rVjLqJJmsqF7Z5cdv3UbbleLWt3songQsRyK/XhQw3lgABAgQIjIuAeRAgQIAAAQIECBAgQIAAAQL1C6iQAAECKdBkkjpYWc1Dc7+PlegHR+O+j2jjZ996RczsayJT1Nj4yit24Xe0a7Fbv3c018/8cx/P/JFD8ZKnrsSxw3MxGMyN+jPn3TjV3C+zLa1b28/NaFDpK60cawTOX2Dtm3j+FxhJgAABAgQIENh1ARMgQIAAAQIECBAgQIAAAQIE6hdQ4ZQLlOCztMJQfvk7E91gMdqZJpaGi/HwJx6MH/yJQfRtBsPDHNOXyKu0DIOjGcWn2btD75xnu5Dh7kw+dzny8fGx31yJR3/3Z+IPf7WNZrgvZpo2BjlsdXYR5cfKJ1qbx022QbbV/fAicAkC7SVc61ICBAgQIECAAAECOy7ggQQIECBAgAABAgQIECBAgEDtAn1kmppFbvhFbIanmaRGzFwbP/Pm+bj/j+6NZtDkmDZikOOa3N3wPuVww5ko+WxszatMqrR8WvnVbwxj+fBsvPyp18VTH3E0PvfPV0Z0eyIG1+Qzc46bPLRcXdr6qWbjwXqnLYELFMj/Ki7wCsMJECBAgAABAgQIECCwOwKeSoAAAQIECBAgQIAAAQLVC5QEtLQstBlGNMeiy/g0Zg7H3P7leOFbD8Yd7zwfkUOaTLma/CgtTnk1eVU7ahE57KTWnDL24g+P5qUro7nkTvzDJwfxI99zJD7083PRr+yPpsytPHx4eZ5uou/7nNFay/l3p7U8l319l8OjzHK9leOpaoq9RIHytbvEW7icAAECBAgQIECAAAECBAhst4D7EyBAgAABAgQIECAwHQIl9Mz4qh9kuSVczbA39z7v84fxmvcfiNveqY/ZPZmSlmGl5bmdf5eEtrT9EcPZiExy3/emhXjEd18T/+vvlmKlW8gp5Rzzc/Wd9Yx2NvaNOs7wUQpbb2cYopvAWQTWv3FnGTLGp0yNAAECBAgQIECAAAECBAgQqF9AhQQIECBAgAABAlMp0Hd7olsZxBfcfCVe9u7L4ua3GEQzmIk4r7+TXCKw0mIbXk303TDKr5CPXRvx1Ad18brnttEsXRWD4ZUx316ZU2yyRbR9M2pN3+fxeovIg9UW668md0rLTblx2WgELlKgvcjrXEZg1wVMgAABAgQIECBAgAABAgQIEKhfQIUECBAgQIDANAn0a8X20WUW2g8W4wu+5Pp48btm4vO/qItojkSM/jTy7sdbTczGX/9xF9/3rdfEx34359PNR7QLOb2soc/j0kZzbaK8MgeOja30ndyyvuijz3C7tFG6fPIARwTOWyC/gec91kACBAiMi4B5ECBAgAABAgQIECBAgAABAvULqJAAAQIEpkmgJL7R5f+a6AYZ9DYrces7rMQr33N5XH2zlehjkHHq/osQ6fKajS0PL/pd/iT1MHKS8f43LcaP3u8zcd3/uzLvliFvn89Ymcv9DIDzMHK2kSFwl9vSRsdx4tWUYaWd6IqudG44jqz6pEMHBM5TQAB8nlCGESBAgMC4CJgHAQIECBAgQIAAAQIECBAgUL+ACgkQmC6BTELbDFfbxdXMs5uPr/6W5XjhWy+Ly29azi1kjLqZSJed6y13z+t9oePXb5rzyN2lw4P46cdeH69/4VLMxE0imqXVFhkMjwLcUfobJ72yq+Tbpa33r/8aeP04osyrjxICr44rz1tvJ0bZI3A+AgLg81EyhgABAgQIEBgPAbMgQIAAAQIECBAgQIAAAQIE6hdQ4ZQIbAw3m+gyTu2G+yMGfdzhLl088zV7Y/ZgUjQZrPYHcmeX3sen2cT//GQTP/jtC/Gb/3EQw4UyuaWc7ny03WwG1DMRfYndmtMnWtLe03tP6Vm/dpPrTxnpkMC5BMq36VxjnCdAgAABAgQIECCw6wImQIAAAQIECBAgQIAAAQIECNQisJ6qrm+7iMGhiHYx7nDnxXjay+dj72XZV05nMDyquhl9buNHPi9KK48YPbjsrLbs/sMPL8eP3fdQfOr/zMegWQ2km/U/0Tz72RyXQXV+Xtp724u8tOm5emIEBMATs1QmSoAAAQIECBAgQGBqBRROgAABAgQIECBAgAABAtUIlHC1hKWZqo5qKn/2uIum3x93+s7leO7r9sS+y4/lmQxDM8VqctM0+ZE9p79zQKy308+u9qyfP3W7enb1s8vNtdnK3EpbiFG22/WxvNDFG15wNH7qhw/H0ev2Rz/so8mguOn7iOFsXpPvlaui79tsfbbhqOVRzqyPNoeN9vsm90sdpcXxV9/kgNKyZzT2pHFlbGl5cjreqtwigfJt36JbuQ0BAgQIECBAgAABAgQIENhqAfcjQIAAAQIECBAgQKA+gRJPrbVuENHNxJ2+/Vg889X7ot2zGM1gZhdKviKfmXMZJb8ZumYue8Nnm/jJH1iOd73ucM6x/Oq3yfA3Ri1Gr2b0GRn1ru1s2OQNNhyt7jarm9M+Tx1bxq230wbrIHBOgfJf1zkHjd0AEyJAgAABAgQIECBAgAABAgTqF1AhAQIECBAgQIBAhQIbgs2uyez3c/GNdzsaz3rtvmjmViLaQxnB5nZHK8+4rC+ty6e20S/tjX/57xGPvffh+Ivfn4t26cbR5Pmmb3Iboxa5P2pxjldzari72fgmOze2PPQmcAkC+W2+hKtdSmAXBDySAAECBAgQIECAAAECBAgQqF9AhQQIECBAgECNAuthaB9d02Xr45vuujee9sp9EbPHYvWntfsj+j0Rqwexra/16UTuNEcjmsXoFyM+ACUwZgAAEABJREFU9ntL8UN3X4h//B+zo74Y5NyiK6MiM+tRi/XXKODN69ePL3q7HgBf9A1cSOC4QHt8zw4BAgTGX8AMCRAgQIAAAQIECBAgQIAAgfoFVEiAAAECNQqU5DS6/F8T3eBozMzMxDd810I84zX7YrB3OaLZk5HvXLa90TQlDI2deZUf/cZydF3Ood8bH3jLsXjOI4/GsSOzOY+ZbHMxiLmIZhBNm7FaaU1uS/Bb2igWLgFwaeFFYCwE8hs6FvMwCQIECBAgcA4BpwkQIECAAAECBAgQIECAAIH6BVRIgECdAhmOtisR7WKM8tJuLm77DdfF0//DvoiZ7I9298pul3JOs9EvXh6vfdZCvPZ5EcOFK6JZm1MT5VU+29HUy1GejJJnd6OerG3U6YPA+Ajs4n9R44NgJgQIECBAgMCYC5geAQIECBAgQIAAAQIECBAgUL+ACisT2BiMNtHFTHTD/RGDPu5wlz5e8KYrYzC/lBHq9Vn3SradfJe5HV17YBdHro146g/eEO99c85jZU/OtY+262PQRYx+5Burr6ZvMixea6Urd8tGIzBuAgLgcVsR8yFAgAABAgQIEDhJwAEBAgQIECBAgAABAgQIECAwaQIlYM309Pi083hwKKJdijvceTGe9vL5iLmFtbP7crsn8mMb32UupW18RM4hDz/1v/bEY+69EH/xnw/EcOlg9G3Otc25ZjSdp8/8zmHnGnLmi50hsL0CAuDt9XV3AgQIECBAgAABAgQuXsCVBAgQIECAAAECBAgQIDBxAiUZHUY02aK8+ijR66DZH1/1zcP46Tfuif1XNBFNBrDNbDSxJ7b/VeKw0sqTymxWou/7+Ie/6eOJDzgW//Tf9sZwZRCDmfID3ya6LoPgpo2+aUatXJVHuemjbFdb5H6TfWdredr7fASM2WKBdovv53YECBAgQIAAAQIECBAgQGALBNyCAAECBAgQIECAAIHJFchQtFmJaG+IPpYjBofjFl+xFM9+1d6ImW6trCa36y13t/NdMuny2LIdtZn4k18fxmPu/6n4zP8dZBhc5rFxAuV4vW3s32x/fdyp283G6iOwMwLtzjxmi57iNgQIECBAgAABAgQIECBAgED9AiokQIAAAQIECBCYYIEShJb4KRPXfk803Xzc9GYZ/r5+T+y5Mssqv6zNU01TxuXxTrzLo5pMfpsuumNt/KcPLsTPPP5wHLv2qgx/Z0czGOTnIMettzw87V2qOq1TB4ExFPBdHcNFMaXNBfQSIECAAAECBAgQIECAAAEC9QuokAABAgQIEJhUgQxYo7Qy/ya67kB0/Wzc+N8sxsvf9Xlx+U2yv1mIyJA1But/Hjp26JXz6vPBS2384uuX4/mPW4xjN1wVXZfhb3vDaEqrHzs0HY8hsM0CAuBtBnZ7AgS2RMBNCBAgQIAAAQIECBAgQIAAgfoFVEiAAAECEyuQAWt7OKJZjC6D1i4iuliIK2762XjZu+fjRl+4nNFwH30/n2f6bBnG5uf2vstzlvIRZTYZOLddvP2VK/GWFw+jWzqQc2mi6dtoh5etZb9lXJf7qy2iXF9a3sKbwIQJCIAnbMFMlwABAtMnoGICBAgQIECAAAECBAgQIECgfgEVEiAw2QJNRAap0e2NTFSzlCb2HFyO57zuirjRv16JvskANkqY2uS58l7flv3tast544Vs+dylmXjl0w7Fz73iUES3J/vW4rFTp9F0eW79ndeN5ly26322BCZDYO0bPhmTNUsCBAgQIEBgygSUS4AAAQIECBAgQIAAAQIECNQvoMIKBPro2uXV1g9i7sDh+Jk37otbfPVstG0fTYauTdNG0zTHW2z7ayafcDBWjg7i6T98JH7l5/fHoLty9NenB9HmPGLUYu3V5Lbps79sS+sjmmzhRWACBdoJnLMpEyBAgAABAgQITIGAEgkQIECAAAECBAgQIECAAIFJEcj4tPx7us1KlD8D/eSfPhC3vsNs7pdf4c5GZr9xptfW9W/y693lNp7yg9fGH/3a3nxMRmJNjpkZRnRNNNlTWm6Ov0fHJfQt7XivHQKTJ5Df9smbtBkTIECAAAECBAgQIFC1gOIIECBAgAABAgQIECBAYIIE+vJT2ZnDsdJcFw//iT6+5d4Rgz0RTTMXo1cz+tz+j8x2IzPe6JtYPjKIpzzs+viL37s8BrNH89llEiUWy5bv6DPlLa3LbbY+r+tym+8orW+avE25prS83Hs7BNxzmwTKV3ybbu22BAgQIECAAAECBAgQIEDgQgWMJ0CAAAECBAgQIEBgkgT6EqJGE7OZ+N77B66I+/xQhr6Zqe58DRl55TunEjd8tosnff+x+Ohv7c3D7OxzTjmh1Sh39TMPz/IuY9bbWYY5RWBMBfJbP6Yz2zgt+wQIECBAgAABAgQIECBAgED9AiokQIAAAQIECBCYOIHhcBiDmS5u941H4kefuTdm92YJ7W4kwAtRfrp7/acifvIHr4u/+fhKzMxkiFuSsG4u2r456d/0LT9aLi1nu/ZucrvectebwAQLlK/9BE/f1KdBQI0ECBAgQIAAAQIECBAgQIBA/QIqJECAAAECBCZLoIt+9NeWZ/fMxM2/ZBDPevXBiJmsoWvzYyffGTbnO/q9ceiaJn7sgdfF3378sojyq98+J5TnSqx7fjM6/5Hndz+jCGy1QH6h87+9/ILnjTfbz+587/R/hflIbwIECJy3gIEECBAgQIAAAQIECBAgQIBA/QIqJECAAIEJEuhyrl356WwzjKbt4/KbHI5nvSFi/mAJTzOQyr7VcCoHbtt7NIu1ux8bPe76z0Q89r7H4p/++95oS0DWz+b5JvcjyszilFefnZu1U4Y5JDAGAvnfVflOX0ATAI/BspkCAQIECGwmoI8AAQIECBAgQIAAAQIECBCoX0CFBAhMqkDfLsb8/pV4wZsPxk3/zakB1XZXlfFW+aVxeWy3Jz77zxGPv//R+Ie/3hPRzeXDy4nceBOoQKA/HvwON6mmyb7ScjMat/p/jsj/QkqHRoAAAQIECBAYIwFTIUCAAAECBAgQIECAAAECBOoXUOGECZwcqs7ML8TTXj6Im93y+mjalZ2vZS3zOnZdE497wGfjf/9dG+1gGE2zMPrV76kTGv1oOUtY35563jGBrRRYjWFj9GfSL22/yVh3EF2fLWZi2LUx7NvomzaWVrpYHq7EcrccK/1iDJulbMdGTQC8lavpXgQIECBAgAABApcs4AYECBAgQIAAAQIECBAgQIDAuAlkchqrrSkJarsQ3/fIy+Krv7mJmcEgJ7uUrZzPzXm+t2LY0kLEUx5xfXzqf10VkaFYNMvRZEiWB7nNMHg05xNPWsuMT3TYI3BJAmf5zjd5btTyAeWLd7yt92cs3AwjmpWIdjlb/jfULub2WLb8Yg+ORgyOZDuc7Ya47OrPxc2+ZBj/7lbdqN36jsfia7+1i2/4johv+P8i7vTtw/jOe0fc/f6DURMAhxcBAgQIECBAgAABAmMiYBoECBAgQIAAAQIECBAgMLYCGVjFMIb9objzPZbjwY+bj9n5jJn6/Zm37ss2yFaO19qW15HBWWRINvpN5TCWMx978gMX4q8/1kbXZWgW5fmzOYeZbLnfNRFdXrPW+r7Pw2wZCnfZ1qdXqiptlNXl8PV+220VmJyb9/k9Oqnl1Mv3pPSV71HZjlr253FX/q8H+V1bWckwN1ayp4S8w1haKb/MXYh27mjE7LVx5ecfiS//qmF8/V0X4p4PWYiHPWElnvAzET/1mkG89N3z8eZf3x//8WMH4tf+64H4rf91Wbzvz24Ub/mdQbz+19t4/a+18dJfmo/nv202nvPmmXjOW2bjuW/aH096yZ543M/Oj1pbpqMRIECAAAECBAgQIECAAIHdFfB0AgQIECBAgAABAgTGW6BESm3c6ivn48kvuDxO/J3lJqddWm629b2cd1/I1sfyoUE87RHXxt/++Vx0K/PR9PORSVueK+8ylzLXsi2t9GkELlJg9P8MKP+XgS7KL8yjPRbR5vdwFAIPsq/0r0TMXBMxuCGiPRpNuxiXXbUUX3abPr7lHkvx0Md38ZSXrsR/eM++eOcfHIjf+G83ivf86WXxqvfNx7PeeFk85nkH44GP2xN3fdBcfOM9BnGbOw3j5l8eccVN87b7Iz9Kywe2TcR5tjYvGd+3mREgQIAAAQIECBAgQIAAAQL1C6iQAAECBAgQIEBgDAUycDqeqjZRfkF7+dVH4hn/YS5m9w9zvuV8bnbsPZMh78FYPjqIn3r0ofj471wew8UM4PrsjzZD4GzH59LkcWnHO+wQuEiBPv8ryIA3Q90of7I5ZqLrBtHP/kv07ZHYe/BY3PL2i3HX+87EY545Ey95x3z80p/sjQ9+8vJ49Yfn4+mv2Rvf94SZuOv3HYhbfm0fn/eFw2jnViK/oDH64XCXX+u+zf1s0eRBfqdjNqJdyjHZRr94j9VXk//Nrbc298/S2tUrfBIYPwEzIkCAAAECBAgQIECAAAECBOoXUCEBAgQIECAwjgIZLkVpw2ia1fnN7V+JZ7z8YFx9s8yo+uWI0r+xxVa/SjK2fs8ylzxebuNnHncs/vR3DkYMyr+NurA+IEqg1oQXgTMIlLR19J0u36X1dmJsOb36O98+I9e1loFv16xE3w6zLcTBqw/FV3/zcjzwR1biuW+4Mt7xB/vjlz+5L172nv3xuBdeHnd/6IG4zZ2auOoL874lgS1fyPIfUHP8IP/jyYC3m8ltE+VU+d6OWplAaU1eG/nfVwxzJ8dGuTZ3o5zI/wZydnFSK+dOb+tXnX5GDwECBHZPwJMJECBAgAABAgQIECBAgACB+gVUSIAAAQJjLtC0ffTNUsZNi/Ejz2jjVl+f0VMJxJq90WV6VfKq4yWUfKq04x2XslMCuhKAlXuUf0s1g69hGy99xufi9z8c0XfleF9EN5fZWZPRWD9qZfR6K3PbrK2ft50ygT7rbcqfbz6UO/n9idJRWkT5nkTTxbCcn1mImD0UzZ5r48u/ajm++2FH4lmvnY2f+09z8d4/uzp+5h374mFP2x9f8x174sZfnLeazXvMZWvznhkYl/9mos/vbpN9ec+8ew7K/VhrpT//uyrPi7ymyeNRK/vZIvI+kQFxzOV1Tbb1d7m+zYNTW3aN3if3l6NRtw8CBAgQIDAeAmZBgAABAgQIECBAgAABAgQI1C+gQgIExlsgg6d+kEHrTKwsL8e33auPuz5oLpqZxYyx5rKtzr5EUiWuKtvVni3+zHAsytOWB/G2l6/Eh96xN2JlT0T5c7zrj8qQrSlj1o9tCZwi0GfCm+/8Ks1HdPsiRn82vIloFiMG10U/+HQ0c0fjFl/ZxgN/dDle/AuXxS//+Y3iVe///9k77wBJjvLsP1XdMxsvKosowOQMEiLDR845CEwUOdjIYECASbbBIIIJJhhjwICJNhgwIHI0Jplgm2CCQAQJnXRpb8OErvqetwh6YaYAABAASURBVHpmd3Zvd29vd+Z2ZvZp1dsV+623flWtf57r2TE8+UU7cKt7Zrj8VSc5HuXlmJkxK1NEdGZ0zfY0F478VnBo+fiy93av+TFbdhAbTeo1Y9GSDaV1tFirTAREQAREQAREQAREQAREQAREQAREYEUC6hABERABERABERABERCBLUEgIvgmClfHtW8yinNeRuHVBzg3SpuF89OkQJWJd0sLJat1y8wrBbpiFB94awPvepWHCxVQZ4MrGM/8T+OW86V2PtLOy1bdtyqBwIUn44Gwn3AOCIiRZ8jlgJ/j2T6Iq1y3wIOe4PCyf9iNT/33NvzdR0bx2GftxA1v5TC+HXAZh+ZziG4KDrzSjflhybGf5swyOJcdNuLwBsemtRiHHU1qufRH84zGLk9ArSIgAiIgAiIgAiIgAiIgAiIgAiIgAsNPQCsUAREQAREQAREQgaEmUH62yCVGUEdl7rBjd4EX/V2ObLQOUDyjhsZ2k9UmmJvSxIxpocTKhlOz5YF5zPGtL9XxllfugcuacPbTuFnR6i9nLe+tJmVbh0A6r3ZSzRaWHWP7/LItHQ7rL+B8A7tOqOH/3Xcaz35VgY//cCfe8olJPP7cnTjjThX4sfKI85DxwVZKj44DgWpwq2lQMgnAg7JTirNfCSguERABERABERABERABERABERABERCB4SegFYqACIiACIjAliAQKKoFVyBks6iMHcCzX+twwhUjfGUO9umtacAABTEgfX9rIpOZY30+WcVsvmGNBRPb0lAWGAfCKL73ZY8XPmE/qvFUTj+Ser3z8D4io1KXOc84SnMsm9mjZmkwb6Fljm7NWFUaCgLcUD8LuDoFWh44bnp7r2sNAK6BbKSGE680g4c8scCr3lPBB781iue8YRx3fMgoxncCPDyl2b9s8E14WmTZDI79NPuY1x12yNnHcZyYBQ5Kg22QGZtSsrJZu7/bufk2S5Mddlu557ChahABERABEVhMQDUREAEREAEREAEREAEREAEREAEREIHhJ6AVioAIiMBWIEAxjcIvKIAhVIBYxQMfO4LTbzWO1Aa2zWNwSe6ar3ar4MxRk3PbXAX2XOjxvCdejNg4gW2Acw7ep0FIl9TchGFr3nheTeGMOc8GC/PHooCr7sG1Tt+HRz3rIN76iSr++auTePzzxnCDW3BcZrSYgwV7psOsaL08ZjxrVlpqJi8vbevfuq2yf6NTZCIgAiIgAiLQrwQUlwiIgAiIgAiIgAiIgAiIgAiIgAiIwPAT0ApFYMsQoPwVKYrBI8QmxbIpPPypE8hGC5RqmH196+AAjkDK0c0r0hm1X1DQC0Udl/wqw7mPAuYOHI9YOEQ/AxcjDXDOlRZZpkHXFiMQERFgX4HH6JBVIkXfy3C5q9Tw2Gc28c5PnYS3fHQ3HvGnO3Gla5o+zPOTFXCVAnBYuKzctoXWI5RMBG7bEYZucrcE4E3eAE0vAiIgAiIgAiIweAQUsQiIgAiIgAiIgAiIgAiIgAiIgAiIwPAT2GorDJErLjyOO7WJ571qN0Z3mNCVUWzL2dGLZP7N6Ntx8tx+ZrpAs1bBC588h1/8JCBzVcTI/mKcN1PrmCltEQK28VxqK7OT0jbqvpirz2LHiTO472Pm8JZ/Ow7v+NIIHvb0UVz+GoDLA6J9ze4p+oLmGqxbDsCOkZ8qcytjOC8JwMO5r1qVCIiACIiACIiACIhAbwjIqwiIgAiIgAiIgAiIgAiIgAiIgAgMHQET1prUx4rsIJ73OorAl7MllhKSaWQuffeLLl424z76o7qXFN5ZxGIEzUMZXnD2fvz8f4AsAxxDYEqaHZZcJgIuZ0uGrbeq5zaVAM+FqwGtDY52AijmxqyBfPIS3P4+DbzyPSN431d34ol/sR2nXZ/BZjxTeZGE3ugin63SMgQeooAqYsxRzB+mST6w3mROOq3TD2PorG5i2SLcxOk1tQiIgAiIgAiIgAiIgAiIgAgMCgHFKQIiIAIiIAIiIAIiIAIiIALDS6Ay3sSDn1jFDW9ZhaP4Sgmtx4vdmQQ63jiPA3U6vO28GXzvGwVGqiOsO5julwy6tg4BO3m0WKV4GxCyJqKfxhWvXsdjnn0IH/7myXj+G8dwxh1yZBMclxWAD9SKI22BUnCOz7tWg2Mfyy4isCUe8VBx0LqTzWC2bgddeVACcFcwyokIiIAIiIAIiIAIiIAIiIAIiMBQE9DiREAEREAEREAEREAERGCYCbgmrnnjKTzxXBNebaHFkSWyyHFmzI4+mTxFcyaUeYT6GM5/Xx0feVcTvn48mjXzSMHOspZRuyv/BjDntHKrWdnAEeAGrhKz9zwX8Cg4zFcP4Pb3mcZ57x3FP34ux8Oftg2Tu3hmfB3wc/AUfoGM3gIcD4VzjnnLwHwZ42DQtWVLrJx3SePAVm01Axv8Zgeu+UVABERABERABERABERABERABERABIafgFYoAiIgAiIgAiIgAsNJwGSwlvkpnPvKXfCVwKVaG7OeJptjljPMwf5E67e/XMMbXnIIzdntbGOKJt6B8h10DQUB228uhPtafvHdqrOpTFaPFGYLCr+zOOEU4AnnzuHj39uF579pG254SxN57W9RmzX5iJ2dESCwPflssM3RFtLi2kK7lVbrs/5hMAnAw7CLWsNmENCcIiACIiACIiACIiACIiACIiACIiACw09AKxQBERABERCBISUQEfwMgisQszk85zWjOOUqpsU6BMqukUZ1bfW1m4pmtvqoFXr5YBwH4hgu+w3wynMcGod2o0I9z7GLCQgxWYwRZoHyYLKyeQW/hzebEGZmOqHZ0hHWZ2Z9nbZ0nOrrJcAN494hmfng7roaz1lECHbe2J/XUGT7cb2bN/G8Nzj80zciHvK0CYzs5HhuisuZe89TyWdjha7sHwqw7NnODBhlIaNZQ2nWXJaApbnjyMXJRrRbrGzWrrdzazNr15fLrb9ty/UfuzaL4tjNpplEQAREYCgIaBEiIAIiIAIiIAIiIAIiIAIiIAIiIALDT0ArFAEREIFhJkAJrJikkOZx63vM4k4PoBjrKcRRYrNVWwlJNrNaD60A/uyPazh4sMlYXA8nkuvNI2D7asYIHDc8UposxrjfzLM6supB3OE+Tbz+fTvwyneP4nb3MTGXffZIMrvx2flkdbP5BhaW1tm0xRMJbnECWr4IiIAIiIAIHA0BjRUBERABERABERABERABERABERABERh+AlqhCAwtgVLateVFBOw6aQp/8uLjAD/HpoU+Vnqeijpw7iPr+N0vq6UY6DilGTOlQSaw9BxZ3SwgxoynrgFUplCZ/APuftYs3vG5STznNdtwnVtkyKn92hfgvsLxLsxDYG2+3LuCp2szZkOQhmclQ7AZWoIIiIAIiIAIiEB/E1B0IiACIiACIiACIiACIiACIiACIiACw09guFdYcHkx/Rivz+t4weu2YecJ1F/jCNsdrZ16LB9R23v/m2fxva8DLgtwMYddJvRFhmFm9cONI1zLDu9Uy2YTSBvH/UknzHILiBvKLGSziK7A7lMC7v9ojw997SSc87LtOPnKHjFvAp7CsLOzyMHJj2dhSWJ/+kjd8iVdqi4msAy9xQNUEwEREAEREAEREAEREAERgBCIgAiIgAiIgAiIgAiIgAiIgAiIwOASMC2ucAgUT10eUPhp3OvRs7juzU0Q5rLcdOpjqXfJYqDVZ+v43peaeOdr51AUGTzFPhcpAlLUYxGBEXAYlcBWgzWyjQ28W0/bWO1+ksd1E7Cds4e5b86+KKeoy73LqO37kVlsP66GR/35NN7zlRE86aUTmDwRcFUH57n33H8gY0MT6R8E+LavMndAOhd2Wq3FTgCblFYh4FfpU5cIiIAIiIAIiIAIiIAIiIAIiACEQAREQAREQAREQAREQAREQAQGnIApaGYU2ZpFE1f8owJPOXcXkAVQo0OI5d8D7v0qI/ZfUsVL/nQfFb2J9DFne04T9cysbnlwHEKz+mKz3rYt7lFtkwjYIYom4FKeNTG3GAdiBSGfAqp78KCzK3jX+cfjoU+ZRD7RQOT22SMcDdvn6B2szOaOBVgLq4sb2UDXvFvvMl3s2UganmclAA/PXmolIiACIiACIiACIiACIiACIiAC3SYgfyIgAiIgAiIgAiIgAiIwFAQiQlan2NtEPuLw5y/fhnysQOZH4XwTzpkVcOitpBZqDi98XAP7L61QxcvgoslUCypvKtnNbCi4b4VF8My4AnCBe8r9ZO6qh9B0e3GPB+f44FdPxNnnjmDbiUBlJMJzrPMFzxrgAThHA2/g46mFhRVSOWqhkzMvVPq9ZMF22tJ4O/u6UDa2S6dQ/QgE1C0CIiACIiACIiACIiACIiACIiACIjD8BLRCERABERABERABERgeApTOYhVwdTzkiQ1c6yasJ7FtlqpbTu0uB5DRStnIsbThZCJWh5NQD3jVc2fw8x/Poprb17/tWcq8vHc8oGLfE4goNznd/Uz6sjcb2Y873KfAe790HM555RjGd3MZdqwo/CJ958t6ygsrrNmWOx/Lta3ZYbcHJghrdWqDO63zOWvvrFt5mTZrWsUMuT0pEwERWBsBjRIBERABERABERABERABERABERABERh+AlqhCIiACIiACAwVgUChLrpZXOMGHg99wiR8RunMmXpkojDgqBYxJUnYcvZiQ5e5bjuIgaUC538w4PwPZRQJHUK9Qi3QsQwaZUQbHxhlLChGB1pkLKUhxUkX6StRi6zTrF12zAlERwnXce88GrGGrNpAwT283i0bePX7d+Kc87bjlKsxKg/2MXc0+wcG0f6hwQgr9o8NUiPL7cTBqWh5p7GRvm20WWeP1dnbP4lxlsEUZWZ3azOzsplrwv4hBlAD0KAFWjuxzHcApJuAWrVBX4EO6nziIDC7D7jkwoAL/hu44IfAD77WbFmDeQPf/OwM/pNmnNpelYuACIiACKxKQJ0iIAIiIAIiIAIiIAIiIAIiIAIiIALDT0ArFAEREIFhJOAwMprhnBdPYHw71+dpKfVIQjO3juqViVzB48IfZfjbF++nqEvBGRQBsznOTlEriboszudWXs2SYw6wnJnS5hBIorztH1CpRJx0hRpe+neTeA0F/mvf1KMyCnCzkbbVoeOyiplnmxnSEAzDZefdLK2FArfhsVegbaCQC4q/gesPfAfMmlVc+tsMP/mvOr7y8Rl87J0zePvLpnHen87gLx5Tw1PvfQiPu8ss7nejS3CXa+6n7cH9bjKNs255CI+/xzQef89ZPPOsZmkPq+OZD6vhBY+LeOHjkfCnUHQTAREQAREQARFYhYC6REAEREAEREAEREAEREAEREAEREAEhp+AVigCQ0igKApkeYH7PCLDH92UqlTWPAar5DwmdsUKCmq9f/GUi1HM7kagIJyFMfg4CkQKgNExp7Ui8vZYq6ysvwk4X8euk6dx9rM83nH+DtzyXozXtpLt0UROVtsWy2XiAAAQAElEQVRptW21R9rjcATZ0i0MPPYlW8RqxthDkwNiQCwaPNcUfE38Zfbbnwd8/RMR73vdIbzmWRRtH1TD4+/cwJ2vfiEeevO9eNq9m3jJU5p43Qs83vd34zj/g+P4xmcr+Ol/VfDr/yswddkoitoocuxEYJ6FCWQY5XtUgQsVwMTkgu9UcwKOhsY4o4EuERABERABERABERCB1QioTwREQAREQAREQAREQAREQAREQAREYPgJDN0KTVzloirVHCeemuHR52SsmYRGcYolJImIImwqd+tGAWzeFZWvwuNV5+7HxRdsB1xkokjlZ4H8AOtUx9gGXX1KIDIuM2ZM3C0K+NQaXYGQTeH/3W8Ob/noBB7ydJ6kcQ6wRFG/deysdri5hSbzbGYtHc1WXdZsbDsGKy87qCuN5t1sDc5smJkFxuN+8a8zfP2TAR988yz+ioLu4+8+hbtf92KcfdeDeMlTa3j7eaM4/0Pj+MF/jOFXPxpFmLsCYnM3YjFCsPZ1vJGIcC7QmKMCV+yg7YQLo3D2E9qR7/G85QwyYzuNJcfn0DLPupIIiIAIiIAIiIAIiIAIiMDyBNQqAiIgAiIgAiIgAiIgAiIgAiIgAoNLgGpcM1yGZ7+6gZEdtozIW4W2UgordRy5nQIY7Kvf5IKVMIYvfLSBz/xrQFEbh33dW4pSvBfziiEwLwKb+NU2HOtL8y0iYOekZTxDgdZoBEQfcPlr7cNrPziJc1+/A8ddiQ+5Ud6YMo73BRxyOI6josnGdBjYVtYKtrRT505bmacijWv3L83pfb6pszzfuOGCxWpfx3candpkZhYkq3bE7decpy4BvvmZGt79qmk8+6wa7n+DBh5+67148ZPq+IdXVPHlT+QUeSfQmD4JocGXrzkCjyyByOxlcA7OmYF5hiyOIqPI61GFM4bJPDikwxw6r9THBufRGmNrMMoF54IuERABERABERABERABERABERCBwwmoRQREQAREQAREQAREQAREQAQGl0C07zVdE/c6awTXu3mVCzEVixmFJbuvbCYima084vAe+s5aXxYnjcrh0l8Drzj3MqDYCfa2HikA+3oxyVPW2rZWN9LD7YryTSHQ3hM7A9wPxz3LpjG26zKc/Zwm/uGTx+M6N2OfK4NjyU4aLXKf7dmyff6+pMnGL2maH7pawZ4xa49Zr5/284tzq1FFtXcjfWWb85yasT1y1hDxu/8DPv7uA3j1n8/grFscwIPPnMXzHtvEO//W4ZtfamLfpU2e6knEMMJn7X3L+LD5dDzVjmUmuuI9JRNv2ZHKC7fWuIWGNZbMMc0eb5nNvMaHNUwEREAEREAEREAEREAEREAEREAEtggBLVMEREAEREAEREAEREAEBo4ABaD5mFnO57Dz1H14wrmTKIWmljKEXlz0bX+LNFYAFxFmMrzk6dNozo7BBc/pGQ/lQaSLY1O+wi2y32yFbjX3mgD5c8cK10Dgf4XfixvfxuMd55+Ihz2tgrzi4D3FUZSXZ1aa41Mmejq2mDFbktqtdhrmuxZV5lsPK9izZp0da3y085HDy8lJk6JtneJtA6DYC65k78XA+R/aj1c84xAeeuYBPPpO+/H651dx/gdHcNlvdiDUx5C7cWRxHCM5c5fD8dx6mv0Ks6ffZADbac7DOeODdLlWf8ZFmbEbR2PJCW/pGd6cGTK4lnnoWjMBDRQBERABERABERABERABERABERABERh+AlqhCIiACIiACIiACAweAapJ9ru0lH8s9si82Qx48vMnMbaLLQGI9iUji71JEfAUz1wdaDq863Uz+NkPxiiQbWd7Ey6bBuxL0nkRGLr6jgD3sBWTlRwq2HnSITz3FbvxN+8YwQlXsNaWrGjF1ti1Zq5jYGe5o/moi6v7sSDNOt1a3ayjzapFhliv4r++HPHWl87g7DtM4YGnT+G8Z43is/9axZ7fT/Bc29/hHeOLlCGdZQrkcE2W7eVyfOM8zaG82nlZ24y734xJNacIDCABhSwCIiACIiACIiACIiACIiACIiACIjD8BLRCERABERABERhcAhRYAwXWEB0Cpagz71jH7e81Uq4ni3DOsbesrnw32ahtK49a1BNZ45wIOcWxKv7nGwHve1OOULBaBHjO6+IoK+aXY+eTiWRtm29E+blkhK5jSYC8/Szs7DhuY9Pvxy3uXMOb/nUn7nRWBj/ikec8P+3tshxLL2ukH1hu5jmAZkWWLDNjSxrBpjJZY1la3N5qS40dY+z5tnU0t0e3cgqzqLNsZgcxsGxtM8wZIxNfEszsAz71gYN46VOncf8bF3jmWXP48D+O4ML/m+AxnEQs+P7ECkPIWOdDMbJM43mPgTxodAh2wjmXDK3L/sHFYuMrwOeZUFpk3k1r+y99GqNWKMpEQAREQASWJ6BWERABERABERABERABERABERABERCB4SegFYqACIjAIBNwVH+qKL9IBJAfxDP/cjdzD7ALFKzQ0yvCvgA+eGnEy59VQ2gyFrBtfk7HUttYnE/WNl9RYTMJUOhENoOx7ZfiOa+cwEv/YRInXnlxQJu5Wza32eKIVqrx3Ke/5TsChIxmdY6NI5i6xONj75rCcx61H/e+ye/wmueO4aufDjhIMTj32+BDBT5yPIeXibMu+/6wPb1c5aiFu7Uv1JYvrWXM8k+utbVzBWt9RuNEQAREQAREYOsQ0EpFQAREQAREQAREQAREQAREQAREQASGn4BWKALDQCCJVhRds4N47J9O4vgrtRbl6ohuLytxWbmKHV1IFLSKKt7w4n249DcjyFg93KlJUtbRaYePUkuvCMRVHTeaU7jFnZp45/kn4K4PpnDaHu3t69l25Ui57fHKY2znV+5dvceeNVtxlC2v0zgwtkKfOQh87kNzeP6jZvGAM/bjjX8xhv/64ja4+olwoQkUo8id47ldmMFKZp4+V18VWlcaDZhYbNZqXcisv20Lrd0rtX2X+dpi7t7s8iQCIiACIiACIiACA0NAgYqACIiACIiACIiACIiACIiACIiACAw/gWFZYflrtB4nXTHiQU+g/OOoXKGJiCqXOEHrUTK9iVN96aM1fOGjFA5NMMxaP7V72JQ2uG2HdaqhZwS4QTwJVCc5g5VZ4jaYPhrsp8Ozg3jqi8bx0r/fjp2nsp994BFKj2CazxS0fkiMbdkwOtqtGDxiLcN/fSngRU84hPveZC9e/owqvvW5bXDNnXDp6+CMeaVlOb3yGVs3SymZH7NUWbiZtmu20GIlG9gye+/MrPkw65zgsM4uNJj/0mz7uuBQLkRABERABERABERABERgqAhoMSIgAiIgAiIgAiIgAiIgAiIgAiIwMARMyMsywOUFnvbCCVQmTIwyIShPX/26JAJb3UZanxk2cDX5LM3chIgDlwKvf1GAd1W2M9nPCTMrk83bNraYembGYh+kLRKC8edS3RyCbyDwVIQYqO/WceXrXYa3fXIHHvikMaASwS4ga+UevCZpPFy8b24KnJ5njtFTvmbZ6jSuA2iwbiniV/8DvPnFh3C/mzbw3LNr+MZnRhDrO+BchkixGzaeZktz6ZGMIrBnX+nVmsys36xTy+Vs1rXEyArL2ZJhx7hqsR/jKTWdCIiACIiACIiACIiACIiACPQzAcUmAiIgAiIgAiIgAiIgAiIgAoNHoN4MuNmdarj5XSj6OjcvSZUrManL5CuzsgVJSOust9vXkmccVD5bcN7XvWgfpvab5MR2+ynqyBw2J4el1FlODbodawJpT7hHJr5Tr2wUc7jvYwLe9NETcYXrHADsy+1lY3LLth7bRgYM+wrZYjERuFZOX3A9Zo0qzn9fDU+//1487l578K/vzNN5tL9FHe1vAC86i+Wj5d3u5hPz74t9SW+IrGc5s/7y5C/Xa20Wa9usvjlGMpszsWYVAREQAREQAREQAREQAREQAREQgb4joIBEQAREQAREQAREQAREYGAImMjUDjagMvkbPPl520olq9S0lshe1mjWfmYjOQXmIodN8LVPRHzlE+BVoQEmkJUCms3VNnaVjYB9UmlmdTPo6g2BzvPBfaHAG4pRxFjFzpMb+Mu35Xj6S8dQHXXI/UhHCB171tF6WNHcmx3W0YsGiymjY5Neee4i11H3uOgC4B9fMYX73XAWr3jWHP73P8fhiuMQg+cx49iCFiJijEh/yzfF6+nHsx/zhtZls1gxDbPCStYeuFJ/H7T7Poih70NQgCIgAiIgAiIgAiIgAiIgAiIgAiIgAsNPQCsUAREQAREQAREQgcEhYBJVAVBAjTEAvo5HPHUXTro8V+BoTK2Mpd4kB4+De4A3vWwWeV6lFmwzmuzkEdkHtpQGXcecQOt8zM9rdRqF96vfaC9e/8EKbnN3CvamqSJw1BjN9o5ZXyXG3I7HvixnORYe3/t6gb98ah2PvNMf8N6/q2DqgEPmJyhkj/Gd4Dqc/SQ0z2OZsJaLQ+eHdZbnG9sFC8msXe/TnBT6NDKFJQL9QUBRiIAIiIAIiIAIiIAIiIAIiIAIiIAIDD8BrVAEREAEREAEBo+AiVwU9Fw2S+G3jgc+ZhucXypdmbhnS7PcVCvrb5tJRGbWvwaj3kxllwPpK0bEJvD6F05j78VjCI0Jdjkau5cmitSpibGmvH2zulm7rry7BIytfY5Nr8HOij+Eu/9xDW/6l9049arcQ/s7v0n87TwDdjb4wFqSDTVby9i1jLHjmeLhYCvzjAEzFHSZqOc2Z4HPfqCOJ9/zAJ7zkICvfJJnsL4LGSrwIYcLXIcDHJ/zYQyegnHGXrawzA44BFpkv5n9BeS2WR32pTDN0ayM1tU+vlb1vJVW+gP9rW7YtMvi3LTJNbEIiIAI9DcBRScCIiACIiACIiACIiACIiACIiACIjD8BLRCERABERhQArHCwE2IyvDE545hdNwhy3GEa72yEBW5bK7lO1CRixTgCnzx42y3r30d1WAr2gjLzaws2zwCFECR1QAKv/CzOOcvx3HOy6qAnRE3r+ZvXnzzM9thocLr7HzxbFm7ideuDhQTCMy++LE5PObOU3j1uTX84r/HKfLa2fc8ec5G08o8mHjLGlYVZtGly+Zczbo0zTrd+HU+p8dEQAREQAREYLgJaHUiIAIiIAIiIAIiIAIiIAIiIAIiIALDT0ArFIGBJWDCUwZQJLviNS/Fbe5ZhTNhz7Q0LL1aotrS5qOq23yjAF3F2MDsfo83vGQGuQ/IKP66kFOMA4U5LFz26aTZQotKx4yAg3P2U9w17D55Gm/8yDju8ccVOE9Z0AExssz+YxbOqhNZQBUg8HxFO8Q8ZE2HxsERfOTtU3j4rWr4q6cXuOiXE2jWdsEzdjtoWeD5p8jtg7NqawbXyi2LvMWOPlYt2Zk0s/ISI50lLYNbHaa1DO4uKHIREAEREAEREIG+IqBgREAEREAEREAEREAEREAEREAEREAEhp/AoK8wOofgp/HnLz8VaKs9rnNVFNI6q6m8gS21cgAAEABJREFUXFvqOMItsn8ONo/DKP7h1XtxYC/giu2IbgaAfVEKOJRXOy9ruh8bArZHCzM1UcN1b17DP3zqZFzjxtwROyNmWRPcOGzuZbGataKwL35TsYEw5/Gv75jCI+4whTf/5Sh+/6uMx26CZ8sD9oj9nLVrIrryLEcuzSw9bv9CIRVsYNtSQ+vGNpvLrNUyrBlpDevStC4REAEREAEREAEREAEROGoCekAEREAEREAEREAEREAEREAEREAE+pqAyV6BoldAHbe7RwXXuAmlHl/H4Z86sp3SGQ4zrPOiP+pn//cdh4+9x3O6CUQT3IptFOdc8ml3z5LlzBaSKXRmCy2bXRqy+bkxbpYCqUO90UT0NdzvUQ2c964TMHl8hHMVwEeAoqnjeXCOZbSvdKJYaecs9iLZlGZ2ZkAROv2jgQZiYLyhxjzisx/weNgtL8ObXuSw57ejKJoeldzBxQDH0+Z5h30lHDPAyrToHMA82JpcAcsDwNwhcK2RfawyxVQD/ZTGpiFOfojXpqWJgAiIgAiIgAiIgAiIgAiIwFEQ0FAREAEREAEREAEREAEREAERGBQCEdWJWTzpeZOAdwy6Sou0QLPcjMWuJc4ROQfdn/f8KWRuHDG252BfmoedlNxS0W5JkGuPsQZZbwlwf3wD4zumcPafezztr7chHw3UOrk/FH6RBNd2BKvJg3ymcx/bj3QjZyilG86fhNwcsZnhC//q8Me324PznlvHwUuOo+A7zmEcw3v5SOc5shbPCDOa5YD9gwgkYZcPWG5nz4rLmvlq27IDhqKxpDcUS9EiREAEREAEREAEREAEREAEREAERGCdBPSYCIiACIiACIiACIiACPQ9AROtTOayvIF7n1XF8VeotaK2NpN8zEwgM2t1dSujy/e/qYFf/cShaFBshH2FafOZIX1nySEU71i2cKDr2BFwlD0zjOy4GC968yTu97gciNwN+5u/aXvsxra0S1Y2wzG8KCo7+5lw5tHmzhBDwA++XuBPHzSFVz53Fpf86jjE+hiKJuCdR85Yc/j5/5Zqup5nzAwch3Q53s2YrZLMj9kqQ4aiyygPxUJ6sQj5FAEREAEREAEREAEREAEREAEREAERGH4CWqEIiIAIiIAIiIAI9D8Bql2geIYI++B32w6PP36qfSU50grd/g6vjWlVu5rRL9MlvwLe8bezQDEJeBOe2bjMPG6ZNjX1gkAHf9fAzlMuwmv+6VTc7I4ZRsYd4E1wBS+OC8w2NTnObvFERAq8f7iwwMufXsMzHrYX//udUdRmxoCQAZ6BZjxbjjnPOpLx0TUnt+aRwz5QAvCw77DWt14Cek4EREAEREAEREAEREAEREAEREAERGD4CWiFIiACIiACIjA4BByVMwpiPq/hUX8CbDuOoVPbYxMLE8xckohNOjNj4waSeaDRf9GcQywi3nreZajPMQa22Q/v2k9AF5GCHi2wrbSIEAOsb9Hk9sml2aJGVdZPgMDtJ52jQ6UacIWrz+Kt/3YKrnbjjJoppb/0d3EttxkoirJoJcx/LQte1riacci6E8+OPdsKE4wzFlXUpjw+8HdzeNT/uwyf/1hGjfp4eFSQuwqi/WfjAss8U5FrMAOvyCWYsQg7c2btT809n/PsLA0oc1fm4DV/7pxVEOf9Wp1NQ5r8kK5LyxIBERCBDRDQoyIgAiIgAiIgAiIgAiIgAiIgAiIgAsNPQCsUAREQgUEjYIKVx7Zdc7j3IytYpOWBuh+te8nkIzMgy8bwH5+p4yufitTcJkH9DAgjoJLWMZ3rKK9WjKt1qu9oCPhZ2JfY1z5jH17/wR3YfYrn/tCBfSLODHDY3IsisImv3qJo4uvnz+AJ92jg7a+uI9S2s5FneD5GxsqEdDys0DYOW1ey55d70Nrbtlz/8LQl7MOzHK1EBERABERABDZIQI+LgAiIgAiIgAiIgAiIgAiIgAiIgAgMPwGtUAQGjoBD0QR85RAe+ZQJ+FGKf71eQ/mLvQh14O9f3oSrHY88q1Kyo0oXffmFZXSA2XKxWLvZfB+fQ9vmG1VYJ4EQIm52+4jz3nk8JnbRCbcCGfO+SJQfeUbA/b/k1wEvePQsXvz4DL/7ZYQrxoGC5yiCZwnzl2edT7XqLonZph+3GlJGSRk2xiw1LLo51trG4hZPyzPa4lC0fBEQAREQAREQga1JQKsWAREQAREQAREQAREQAREQAREQAREYfgKDusK8OoITrlDDPR5RBdwYDUgKmmleQCqidbWaWrV1Zi0F6SPvOITf/LKJmE3TkUlw9M60rELHEdT8TPfDSv3QtUECppTO4a4PmsCL3jwCjHJfbD826HV9jzOWRQ+26sxCDfjgW2bw2LscxHe/FuEc1WlvsdbLJ2KZpXtnOTWs97ZpINYbcM+ea72+PfMvxyIgAiIgAiIgAiIgAiIwCAQUowiIgAiIgAiIgAiIgAiIgAiIgAj0LQGTXQNm8cin74Cn/hvZEF2k0MoCozb9zKQvMxN+LGfz+pI5SxYxtQd452sqyNw2+GI8abqlU5s3DYKD5dbqEFhDMvCydhrjZIXJomobq5uTBndWU9aDQz42hwc9EXjWqzPkk7Yc+8cAxtnKR7JwpAFr7+eUwBy46UhHINVN3I342feAp963iTf99TRq05Nozm2HjzmyYhdPxxics1NaTrX4y9+yze623LZZ3WzhKavJViMgVqvRUZ8IiIAIiIAIiIAIiIAIiMAWIKAlioAIiIAIiIAIiIAIiIAIiEC/E2jiytcqcOu7VUANMFlEgFlo5d1dAdU838RbXjGLuVlP4dfTvaNZziz9EC/HMIJS/bM2M4rAHBbm29tjrM+MnZbJ1kcgn8JZTwEe/9xxIKMLiuvROUTH8pqTicBma35gmYHcVzfDdp4Hm9u1/DVH8K5X1vGUB+7Fz39cQ+ZMoY5w7X6kwXyulWIrP2bZ1pmIO7N1FquVioAIiIAIiIAIiIAIiIAIiIAIiMAiAqqIgAiIgAiIgAiIgAiIQB8TiDGiKAr4PODsc8Ywuo3BUkOzDyhdEmEXyzzsKvXYjQprVBR/+b0KPv2hOXjGQIkRSy9qjxSGl7a26xZJp7XbmdP3USqWfGirp4imO4hH/sk4HvGnFH9z8rANsIwCsHPGmpVjljhfYBxxhDM2eeY8fvF94Al3n8M//a1HmKPw2xhBFjKe0oKyr30ZXHDsysmW02krjWyPWalf7SUBX2a6dxJQWQREQAREQAREQAREQAREQAREQAREYPgJaIUiIAIiIAIiIAIi0O8ETNczEfi0q47gzDtTdGPyNBNkIxZUXjZ1YSmtrzgp+Jrr173kICq5CXz07ky8W5hv1cnmh/E5Sn+rjlXnGggQqJ/GU54/jrOeSlkvrwHzX9Ti2F0MY2EyVmx7eVBCI09/6/cZD5vGL3/CxlChIJxx5xlrpCXFlufHco5f8KFSLwmQfC/dy7cIDBwBBSwCIiACIiACIiACIiACIiACIiACIjD8BLRCERABERABEeh/AvalrKvDZw2c/ZwGkFF0Y9QuWQETeErzpdjG9pTKAal4dDc+WE6Br3+6gf/5bgWN+jiKmNM8Cop3Be9ti1Sn29aex7PQNhaXTyYEmi3fq9Y2gcj9CA6+sh9Pfv4YHvikDNk4eNnnv8xaJ8C2zKR7Mytbz8rm2dU2Fo82pQnsdoAiL3DJBQ7nPOQQ3v6KEdQOjVGXriDzEZmzORi/xdgcRSzGEAN4egKtPEGe58lGtUOw5XZau31p3h6ztF31xQQ62S7uUU0EREAEthwBLVgEREAEREAEREAEREAEREAEREAERGD4CWiFIiACIjAYBKLpbK7AtW7occYdKgy6oLVTL+QdCnYUnOszDm89by8Q7OtfzpcUt5Xm4zMcotRtAtx8R9G/chmedO4E7vfEDKCwiiScu0WTceR8vbM839itAs8ieD4Azh924OufKvC4e+/DD7/dQIOh2nllD0Bhl7dWspa2rXSGWkOVdZWAaHcVp5yJgAiIgAgMLAEFLgIiIAIiIAIiIAIiIAIiIAIiIAIiMPwEtEIRGBgCEdHXEIPHg5/YBHKaCW/z8Zuo5lkzY9aNZOphqODfP3AQF12wg1qjpy04Nv2x0xZ6VOoFgXqxH4/+02247+MoxDvbHM9pyu9mAzwCa2bMjkkKBaeJVcwdBF717Bm88IkHMH3ZDmSNXfAhwtmAEGChluZYdnxocfLRwQyLzjN0dZmAnZYuu5Q7ERABERABERABERgsAopWBERABERABERABERABERABERABERg+AkM2gqzSsDlrz6LM24/ydCXyjmHC2sctLEU+XjD4Z/eOE1xcYYVa2CWUmc5NejWEwLGmeZn8PjnTOBhz6gA+SHAvgZe9GUtlr16cCoA+7SXc3uf4Xc/L/CnZ/0en/lQDjR3MwYPOIq+GVVh2NUZAdfB56z1cOscd3ivWjZOgDuzcSfyIAIiIAIiIAIiIAIiIAIDSkBhi4AIiIAIiIAIiIAIiIAIiIAIiEBfEQiMJtjXkaGCez2sgsq4fXrJRmszTc2K3TTzSQuhgbe/ZhaH9pwAX1DcM42O4p59a+qTkMdBnLf8upOFwUoDEK3xLZCPzeERTx/Dw2nwgQLsBK0KONsQZgBM3FvOHPu6miIQCovB4csfr+FpD96DX/zX8Qi1EcA3AWfGQcV2uJjRHCLjjA7M47whXQ768hfH7LLzccwm00QiIAIiIAIiIAIiIAIiIAIi0D8EFIkIiIAIiIAIiIAIiIAIiIAI9CkBCq8TJ1yGe5+1DS4z+dXkHKpqTL2K+MCeCv7t3RTzYNbgNCY8W7ltbFLqEQEyTmJqgfs9yuERz8yAjMKrzeYc2uIvjuWVpo9wIcO7XlXDi55cw9SlJwCuDsq8oMSbjNExt3vbWE1nKLLQNhZTsjGpcIxvW286+z/G1lu1ViwCIiACIiACIiACIiACIiACIrC1CWj1IiACIiACIiACIiACItB3BEwsAxyVG+cbeOTTJuHt61/n4CgIs6fU3NDdK4QCMUS8/+/mUJtpAgUDaFbS15o+heTShPblrxXKrzsBq5tB1/oIGMj5J8mY2G9/rxE8/vljAPVfeIdk82OOfWF6P3Duo2bwrr9tIHcVgGfFxUm4rIYcDnn08Mztvjg6x2qnsdpKjus2a1WV9YiA75HfgXSroEVABERABERABERABERABERABERABIafgFYoAiIgAiIgAiIgAv1HwJRWGsWxoogYn3S451kT8FkG59gO+xo3AKapoZtXTHMcotD30ffOIDa303lrkpixLBmJEHqfXB2n334WzzqP7DcNuZ2z1lJZ/MOFEU+8x0H811dHUMkmgTjKzoj0bxECyzyrbFglcS3dP7CrzKeuTgKbdow6g1BZBPqAgEIQAREQAREQAREQAREQAREQAREQAREYfgJaoQiIgAiIgAj0KYFSLAuMrpp73POPa8hHWGGi5AYzFinC8fxJfF8AABAASURBVB5psJFmVl6vNflggTAX8a7z6oj1cdgXnukHp5PozG4ml4Q+h+gsRja0UmTVrFVVtk4CRRFwjRvX8dK37kA+HhEjN5hsAZPwbDe4LfRtu80elnqRzPMsHTdR1AO+8/kGzr7zNPb8ZhsnZwzNCG9DUEHIIoKLPA9s55mIycB6aXSyaorp2eRs1XHq3BgBOz0b86CnRUAERGDgCWgBIiACIiACIiACIiACIiACIiACIiACw09AKxQBERCBPicQKdlQF/Oje3H/R2zH4o8ncyRB0AXm7cTx7eJR55wIDSBk+N0vHc7/SAFEm8McObsBFOowf7Xa5usqdIdAwOWuMou/fNM2ZJXILY/grRSBUV5sKQu8d5ZZ7WKy/R2DnYd/f3fE8x83i8bsJBoUgxnMwjyR45gWGhZVFppV2nQCG/m/w6YHrwBEQAREQAREYMME5EAEREAEREAEREAEREAEREAEREAERGD4CWiFIjAoBHyBuz+4gt2Xb8KEQPAyic2MxTK5ThG4bDr6u3mk4McH3/eWOuamrGxtbGgl03/N0A4E1AfTELu1jY1KayBwuHQbKMDvPmUKr3z3OHZeji68Q6QhfVHrYLtsxp5jkkId+PuXTeENL5lDrI8hFgEZ43Hgf/GYhKBJukjAd9GXXImACIiACIiACIjAQBFQsCIgAiIgAiIgAiIgAiIgAiIgAiIgAsNPYDBWGBF8HTGfxj3OmkBMP//b28hDI+L3P3P4yvn7keVuyWSm+JktaZ6vLh0/36HCYQSMY9vQ+qA2YmJHgRe+fjtOvhof8KU5tzrX1XvpY83J4ukYXAAvfWoNH/p7BlKMM8gKO8vZ7KNfMzaAWjB0DQYB7uRgBKooRUAEREAEREAEREAERKCLBORKBERABERABERABERABERABERABPqGQKCyFqiy3fpuwGnXDpR/Kd/EwPjMmNn3oNHaWE45yyxuJHmKvu99ywxqUyci2AfHFB+do+hnrmnl32oNsLycx8EzRjBWDM7VR5EWSfwtyNBVZ/H811ZwrZsRNA7CtrcdKHcA1rqcWV973FHnkU+YpckarDDxeE3vBZ551jS+/EmHojnBGB0CJ2IXnLMoOI7J2pgpDQiBhZ0bkIAVpgiIgAiIgAiIgAiIgAiIgAhsjICeFgEREAEREAEREAEREAEREIF+IxDhK/b17zgicopwjM+ZWhdYMGOWUpdkHbq+6JfAl8+fBij2JcNKFwfPd9ng+YoKayJAZibaFxVidqiMHsKj/mQEZ9wlg8upvGME8MWaPG14kGt7yMCDhj0XRTz9oRfjv7/lKTozDkbYHmFFE33t9Fk+3z5Qha0bbJf+T7F1AWrlIiACIiACIiACIiACIiACIiACA0RAoYqACIiACIiACIiACIhAPxJwAVe5dgOn3zY33Q3lh5edwmv3go4xIhQBH3v3IdSndsLFBsVAk/nWNoezL1hpaxu91Ue19tCE1wq5c59vfTePh/0p5Tl/kHDIHhlzE4DNWOxJ4v468888eMRmhj2/BZ7x4Blc+JPjEBpjPAegCExjyJ5mAnEKxaW7bgNGgCdswCLuQbhyKQIiIAIiIAIiIAIiIAIiIAIiIAIiMPwEtEIREAEREAEREAER6B8CnQoby66BO917Ao2miXSMsoeiW4wB+/ZGfPTddQrN9gUq5+eUSPJfKujWDQJJJG/tJ/1FNHG9M6fx538zTtTTbNlOq9IoyiYRuJeSneM8FksEtx+/+WUd55y1HxddMAGECtK/OkDHZcOtakdjObM+WV8T6OVp6uuFKzgRaBFQJgIiIAIiIAIiIAIiIAIiIAIiIAIiMPwEtEIREAEREAER6CMCpaIWXIHgWM7rGN85jfs9dhyVSgaT6Ypo4ea8mZmUQzNRrtPYe1TJHNOvo9j8kbc20KiNIzYo/rXUPxOGC0TOXxpSe3tCzF+RMZvNN6iwMgFHcTfY39QNOPlKNZz72m0Y2cGNcKN8hpuRRHcTgbm/bAH5L1hq2PjNpqEYHZo8SyHDnguBZz50Dhf9ahKOe4nIAWZWptmZDIzDIlrNNh6YPPSSgO1dL/3LtwiIgAj0MQGFJgIiIAIiIAIiIAIiIAIiIAIiIAIiMPwEtEIREAER6DcCLVGVAjBMbg0juPP9M+TUARvUBinH9SbgpAhFTO8dxYffuZ86IwVBOM6VOpgvN7P1s0vp6AhQcCVgpgzIp2iX4nnnTeDEK6JsgwnvLKfUY8Yt9z7z+PkPAp52/yYO7OXE0fO2JC13BJYMUXUwCCyzu4MRuKIUAREQAREQgQ0R0MMiIAIiIAIiIAIiIAIiIAIiIAIiIALDT0ArFIF+JhApArqA4A7gAY/ZmSKlRgdP5ca1RLvU2K2bCc4x4BPvOYSseSJ8zOAoVJbWrUnkhwovwH2Fn2XeRCT3P/urSVzrDIeIkLpZwELBNtuU16XGIV1IMUQUjSZ++NUmnv3ovdj/Bwr/c9uR9r3Dv+f0PHrpm2TLO7pUHEAC2sMB3DSFLAIiIAIiIAIisDECeloEREAEREAEREAEREAEREAEREAERGD4CfT3Ch31v4zmcOZtx3DSFeaQPsZlM3p12RefwePf3hsw1zjIWSIilebSWFXaOIFoG0glFRRdY47g67jzA4C7nzXBvaZ78qfyjrTXx0pqZTiXXFTgxU/fh6n9FKH9DOALoAwC6eKYlOs2NAT80KxECxEBERABERABERABERCBIxPQCBEQAREQAREQAREQAREQAREQARHoCwKU4uB8E/f+Y49Q2N+E7VFYJu7RYuHw8XcFXPLbMZj2F+xmgqUZy8E5DNG1CUsJIEYE3oKfQ6DY+0fXHsVTX7wT8BExb6YcYJ4MHZfJdWYdTRssFkVIovNv/g/4k/s3cHDPbsTGbrjA/UdG7zwUvHtmnTM71s3YpTTABDr3dICXodBFQAREQAREQAREQAREQARE4EgE1C8CIiACIiACIiACIiACIiAC/UOgSUF2+3GzOOO2FeRVx8CCSYcdOYvdTAH4tw8cQqQwiTiBSKEvcNpk3ZxnK/oyET2aqErI9mVvMYGxnVP4q7dXMbbddFiCBoEn4dfG+Z5TyjKPS39f4PlPnMLeiyc5n81rcdAsFLakkCwfOtOCen/CxFgEREAEREAEREAEREAEREAEREAENpuA5hcBERABERABERABERCBTSXQVtwsiHa5iTs/IIOrss3UWGaU5kw+pBDMSjcTp/zGZ+u48KcO3gW4kMM5mw2ta6HsKWaaAQtt0LUKAcJ1BQiVSq9HnjPL9+CFr92O4y4HOCpxzkc452gZen1FnqVQBPz2ZwXOedhluOSCbQDDO9K89tWvWXuclc3adeWDRYDHbrAC7ma08iUCIiACIiACIiACIiACIiACIiACIjD8BLRCERABERABERABEdhcApHTt82lckTAyPgsHvDInVQL2WSf4cL6WO5aCvTUpH/OzfTRd9dQr1GAdA3A19i3WnKrdapvEQFjRfOzZM3kpvCgx+zAmXfNEGwLyB5pb4+NJBdDxL5LI849ez8u+dUONAvOnjM2fe6LrXQdm9O2lYhqrYNCQHGKgAiIgAiIgAiIgAiIgAiIgAiIgAgMPwGtUAREQAREQAT6iICj7Asa8/wQbniLHMedyvCyBiL1w3SLlG3axq6NJVMfqf7R+S9/AHz/awFVPwLvMnjktFgaBUoPljnO05DESug6KgLcwDCO4COufM2AJ76gCsPoqbcbUiIGSJs3YNX99RzSNhaPJgUOLoCi5vDCs6dw0S92oGiMIGMAvhiFZ84R86k9i2NwZta9nM0/oMJAEbD9HaiAFawIiIAIbJyAPIiACIiACIiACIiACIiACIiACIiACAw/Aa1QBERABPqFgKPo11ICnal0lGaKCTzwsTng7QvdCnNr73K8kXMmFRL4+AcOMIYRTuCYt9op+rJhSWL/khZV10jAvuLO9uHFb9gBxy3tfIoaa2e1N2VuXbMOPPfsi/HzH05wn3OKvu2p2NkuKt8SBPh/mS2xTi1SBERABERABEoCuouACIiACIiACIiACIiACIiACIiACAw/Aa1QBPqKAOU/VwAUf130GKEOu213DTe6FSWarAn2UqxjGUsu6zBb0rz2qqPfHIf2AJ/56CzLFT7KtvQlquXmnMKzff7JnnZy0cGsXVe+NgKuUsOzXj6JU65mez0HAqfBJPhksIv7b1lPjNv5ij87hB9+9XiERmVe/HWczIzZfJuVHcebWVk2fASW+T/K8C1SKxIBERABERABERABIyATAREQAREQAREQAREQAREQAREQAREYfgL9t0KT32h+BpGiW605hTvd1yHLQY2Qt7YKxyFsWUhWN1toOcoSJ6O8/IVPTGHm4CSC8whJijSnDvbBqhmDOEq/Gr5AwBiz5pq42R0L3PWsKkqVtS22s68zOVbaxuLGU2v+ALz9FTV8/t+qCIEVVwOc5dbfNix7RcZjtmynGgeWgATggd06BS4CIiACIiACIiACInAUBDRUBERABERABERABERABERABERABDaRAFW2MA7TX0OIuMN9R4D0Ja79HDOSGMsGWP+8YQMXNb+iQQEwZPjnt3hkGedOKh+FX04QaOX8jpOYMWulSEHarFUdtOzYxGsszVBQ1A/YcUIdz/ybUSCz6U16c6D2bpVkrKVqYM2M28NSN1IDsQF86r1NvO/NBbyvwrkKIq0t7ttemjlwVu5te1YL36xdVz5cBOwUDteKtBoREAEREAEREAEREAEREAERWERAFREQAREQAREQAREQAREQARHYbAImvjUB18DVrz2Jq1+XSqGpgmhdFOZMGGwbR7c61pnRd5Zn+M6Xa7jsEs5LsdnEPrNFHg9rWNSrykoEuF/2NTeYF3EOf/ZXo9hxkklutoPLP2R7ama9lttIy61+9GZP2s9MZ/juVxp4w1/vA8JY6cb21Lop+AbGB+YLVg7pvFscZp1tg1tW5G0CdhrbZeUiIAIiIAIiIAIiIAIiIAIiIAIiMFwEtBoREAEREAEREAEREAER6BMCAQ7RN3Gbe83Cj5hCZ7Z8cCv3LD9+udbQjPjMh5pwzUnTKSkBI1nmADOYUMiYlntWbasRKHcnuIBmnMXdHgrc/G4U9GHtjg+2jUVrMmPRkvVY3raOrnbTGnN6iqO46Fcer3hmgcahXci4nxkd5tzTnDvtWTZbo0MNGzICW1IAHrI91HJEQAREQAREQAREQAREQAREQAREQASWIaAmERABERABERABEegfAibY5bAvgO90/wmAIl1pWPbi6GXbj9wY5occ2Ffgq5+pIwYTJ8vm9fstn9+yd4qrae0pj5R6aW4OJ54yiic9l/uZ1LbV6S7Xu1xbmmfFG1Xd1BcxN9fEcx49g/2XcXLXSK0MrMyP5n70QRyNd43dJAI8FZs0s6YVgc0hoFlFQAREQAREQAREQAREQAREQAREQASGn4BWKAIiIAJNKDpxAAAQAElEQVQiIAJ9RSCYMucbOP02GU44haGZjucdnCstg4MJNm1zWO9Fx0wogPPfXwOKbaBr2Jeg5rvTr2dMZtC1NgIUf+3v6gbuWeBu+SzgmX+TY9vxfNxF3iwZ4Za1MuPf2eNZaZsNYfUoUvlEbES86AmH8Ltf2h5Xuc9jy/iwWRwc4waDiIwbdjnGSrN/KhCcNciGkYDt/jCuS2sSAREQgWUIqEkEREAEREAEREAEREAEREAEREAERGD4CWiFIiACItCPBByKUMPt72WyWy/iM7+0mMG+MkaM+Pf3ezRqOZyvg1pvadC1PgIUTYkXjsp6NGktci8L3Pg2LDMhHgsllQEwjNgE3vGqAt/7jwDvJmHqvvOMq7Uwx9yMGZOV2sZqZ7LmzrrKQ0XAjuVQLUiLEQEREAEREIFlCahRBERABERABERABERABERABERABERg+AlohSLQlwQiowoY23EQZ95xG2DKjGNTVxOdJmGSOm9w+NYXGrj411U40wyTNhhgUzqG0rauTj/szhI8W2RERo199xV+hyf9xTZkFXb4JvXfBNkGrGocvWr/yp3cOFD55TTf+EwD//SGOYSZ3YjNjMepCUfhP+0rHaScw9s5m+ZTYClZRyDtr8PZpTREBPwQrUVLEQEREAEREAEREIFlCahRBERABERABERABERABERABERABERg+An03Qrtq1AzRDgfcMatt2HHcYzSviJFg4VI62JK7iLnyvH5jxYIFAyjqYAmDPsZWNnCaVsXZ94arriHiDkaxSE89bkn4biTuWz7upoSLJK8HkH5vcNY3HBqdnjw+PUvCrz82Xs4zUirnXPGCuwnv9v7GijumrUGHJ6xH3xs3g4foZYhICABeAg2UUsQAREQAREQAREQARFYkYA6REAEREAEREAEREAEREAEREAERODYEzA1rjVroBoXQsAd7k2hzoQ3CrNAzl5T4ph1K3kTCx2m90V88d8dIsVKcC7ncpbHOYsDQ0nWER7bhyL1fhFJSJ/DjW41i9ve0/bSkavto0/yb/cDsG91zStzbtjsvhwvefIsZvZNIsvmkCaNGdgLZiivgOhKo0rMpnTgmC8kzybPattYVBpCAra/Q7gsLUkEREAEREAEREAEREAEREAEREAEREAEREAEREAEREAEREAENoMAFTbXAHwNoBjnnMeu44Fb/r8x1sGrilg45t1OJkYW+OqnZtFsUAxmGEhfp1rBwcRfK9msllvdxEOry45EgMRsP/00nv3XJwAOrWu+0KpzXKsEGF2z+YajKNhzNBPxKf7aF75v/OsD+M0v2WZeAs+S5a1AbEjgWTPxNzXzFl2kGGzxmLFhqJMWt5SABOClRFQXAREQAREQAREQAREQAREQAREYfAJagQiIgAiIgAiIgAiIgAhsGgETBSm/OArAVO4chbib3KoOXzUhzgQ8B2rC3Y/OXMcMH38v52HuHKcwY9ZOS6rtZuVrIFAvDuIRz6jgxCtxsAn8zA5P3SLM84MMsK1sOHz+o02c/8EG0Bxn6wgtQ/qSl/2+I4iYBP+OhjUUeTxhtoahGjJABDrPxQCFvb5Q9ZQIiIAIiIAIiIAIiIAIiIAIiIAIiMDwE9AKRUAEREAEREAERGDzCVAIDOMMI4Pzddzu7hOAd9TzzCjkuVn2Ub3jvVsphIjf/wL4+f8GZL79heiCd7dQLEuxzHQ/AgFyijHgcqdlePiTt8PlTThUjvBQF7rtE21u2p7fA698Hm/FNsT0qW+VzhlUh2rLYWxTEoEFAhKAF1ioNNwEtDoREAEREAEREAEREAEREAEREAEREIHhJ6AVioAIiIAIiECfEHAIyGE/yzsy2cTpd6BgR0UmUjqMyCgEjzLOLsl2ka5ihMsaOP9fDqBZt5+YBjLnqTlzUnanRIE40lzLrMcs9em2mIAJrWZszbxDgTqeeu525Kar+znAwLHdOccRlqzBypEVy82szYxN60l8tDEL/M2fzSHOXh4+VmieJ8jB2d8jNp8UgSP3HmlPQYE4MlagsDA4ErQ4HyNS2FhyRcfnaEuaVR1wAn7A41f4IiACIrAGAhoiAiIgAiIgAiIgAiIgAiIgAiIgAiIw/AS0QhEQARHoRwIBN71ljqzSKcd4RApz3Y2WCl5RwZc/mdMty67JPNKU1kWAwipc4KMRjTiFM+/QxC3uRrYmtmIEsH709ioadbznjYfwg2/NwL7uXtjNhdLKEfAMpDNm+cqj1DO8BDr/jzO8q9TKREAEREAEti4BrVwEREAEREAEREAEREAEREAEREAERGD4CWiFItC3BCJuetsCLnfp68xI6bcnoVIT/Pn3HX778xFkqMCvIFBKFForfQL1s4ArMDZexeOfM4GYH0J0dYCEkb6z5RjWFqcuEabrH30bePcb9yM0xxCDidGLZ7ItblvZ49KnvD46dCkK6BpcAjoDg7t3ilwEREAEREAEROAIBNQtAiIgAiIgAiIgAiIgAiIgAiIgAiIw/AT6d4UU7VwTt7/bOPXCAGp6vQmVc5jjT39kH7zLkwiIJFI6a5atk0CIFXAHcZ9HFrjy1TNqwZNwqLa8kTNrrUr3M0788mdfBF+cAp8VcD7jHC7FQ30XncaOjqQ974CxpYt+S69eixcBERABERABERABERhWAlqXCIiACIiACIiACIiACIiACIiACGwiAcq9fgY3u22GseOoyWaXUS6kqtfViOiP0yAyp99vfHoXrMoiJ9wy8k9abvduMYmswXRU18AJl5vDvR41DlclY9NguYtAr9hy95hsE1/73AO45FcncjaPLI7Dvuq1LjbAYmM080s2Mbhd6VVkbf/KB4eAzsLg7JUiFQEREAEREAEREAEREAERWBMBDRIBERABERABERABERABERCBzSbgkGejuOVdawDVOkcRD6beoZuXOaY/l+EHXy9wyR9mWVFaPwGTWGn2u8q2V24UDzjb48QrFqbJwprQs4vz4iAQI/7naxH//v4myyNW5YyOViYblYxNS4XgcsRWu2u9KxGQALwSGbWLgAiIgAiIgAiIgAiIgAiIgAgMHgFFLAIiIAIiIAIiIAIiIAKbTiBJdAhuCje81TaYcBjjBGAFdOsq5wAoAkePL33yEL1XUCqV3ZpjC/px5JmWHbDjpD247x9PEGkdcAXsMuqW98KKIsPMfodXPncaeTwO6cPudFuYjbov9xnJsMJl+rXZCt1q3iIEtoQAvEX2UssUAREQAREQAREQAREQAREQAREQgS1NQIsXAREQAREQAREQgU0jMP87vCbRRYqGAX907VGcemXKMNbUs8DonKrkVz83S/E347w9m2jIHROiiek058jU1fGEZ+5CPgqKrWMgXFr7nopdupngbHMDmZ/E2189hUt+l6FRFLAwDp/Exrbt8F61DBqB9l525sutobN/pfLi5/h/nsUNqonAkBHQckRABERABERABERABERABERABERABIafgFYoAiIgAiIgAptPgCKwyXkBHsEXOP329uUow4o0vxfBWS/LXUmOXnKg6fDT7zrsvXgckfOzUWndBIxpRF6p4WrXHMFdHjgCsImJWT4vrtsummEjl50JM54VoEFPTfz4WxH/8nZuaTMiy2fguJ8eGVVniwAcaQ8smI+RbXx0SeJjMFvSrGqfEQgu8v8JBYKfQ8hmEHyD9YDAOANPXDKOQcYxrs7+OSBnznL0NRT+ANzIFHx1juVp1MNB9tcQ/SwKN7Ps2aBrJREQAREYBgJagwiIgAiIgAiIgAiIgAiIgAiIgAiIwPAT0ApFQAREYLMJUJRzFPEoypQ/FewA18Tpt9pO8Q4t28Xcs1ImjigLG7mbykdHX/zkAYQQNuJJz1JwQ0syazYcHvkM8lzYLvLx4C4z71Jy9GOWnFLIL3K88a/3wnuWwxgQKozIBnCc0lARiBTukU6TbT73OHLPzebbePbQBPwMkB2gwLsfp1whxzWvX8EZt3W4+0PncNZTZvGk5+Z4xotHce6rcrz0TWN4xTtHcN67c7zqvSN4zT+PYdHxHSqCWowIiIAIiMDWJqDVi4AIiIAIiIAIiIAIiIAIiIAIiIAIDD8BrVAE+oKAYxQZYCJwtLzAjuPncM0bWjulHmaBYq1vG0BxDxu/qBNF6s7/8VkHFzjvxj1ucQ+O64+40jUO4RZ3p3xmVbYsToSOti3uObqaiX/cPMuCx0fePo2ffX8yHRY7J4iVZd15jvetc4TunCLo2igBbsoaXUQTeR3PD63ZnIXzDWSVJrK8iZNOHcEZt8nwwMfO4lkvB8XcEXzgK7vw798/Hu/+eo43fryCv3rXCP7sFTvw2Odsx4OeMoq7/XEFt71vFbe8e46b3WkUN7h1jhvcKqN5CcBr3BMNEwEREAEREAERGCACClUEREAEREAEREAEREAEREAEREAERGD4CfTXCqkWhgkKeKCoM4ub3nIcGTW89LEfu+AoEpmZAIQuXRnwsx8X+N2va3Q/KjlwQ1gjgqsh+Doec04pxCagae9Kx1YsS0hd2NBFb+mrT2Dvb4G3nVdDs1mDd/az0xSGbQY7L2bLzsPnl21X47EhwPfZJqIYn1769F5bW9sAyryLzTUReb6in8P23Q63uGOOx54T8bJ/rOL935jEe7/q8LL3eDzpRZO468NzXP+WAcddKSDbxon4rtuvgcOz7Ln39qV4+kcCbEh9Ecg4oy+YN5Oxh4OVREAEREAEREAEREAERGA4CGgVIiACIiACIiACIiACIiACIiACIrA5BIJL8zrvcdPbmBgDODY5KjEZC8452H/zWhHWeVHrafv46qemERu74CkCObZ72jq9DtpjXY2XuwWf13D164/iFncdIV4H286k73Emw+qYm3E7uY+srDeZM1r6xwHM3/rKGczNOOp7Y1j4oWl2MAqY2cbCLpu9bVaXbQ6B9t60Z+eeuBrg6skC9yvYCXGB72VAE3OoTjRxy7vN4ikvauDNn5zEP38beOk7RnDWM8Zxk9vl2HUygArFW/sVgTzAxNws50vNE8GejhQBe8npmwcGyRy7+f8W2JywKzUc9qT1yERABERABERABERABERABERgAAkoZBEQAREQAREQAREQAREQARHYRAJJd4kIRcQZt55A0mOsDT26qBP98D8n4OyLQBOgTCzs0VTD79ah0cjx8KdlCBn30JcrptyWqFpetnTxXjj87zcLfOHj08gz7mOS7Gym9qGxctva87b72vWtmm/murkH9lPvfMGjKxCj5zs/RhtFQBXws0B+KU4+bT8e8qQa3viRMXzsvyt48du24/6P34Y/uj5QHc2QVR3SlnuuxdEsWd6y6FhgshNgXYvNcS4sssX9SK6XtqkuAiIgAiIgAiIgAiIgAiIgAiIgAoNFQNGKgAiIgAiIgAiIgAiIQF8QiLjKNSvYeRKDcbTOtFTJsbpZ55i1lvncH34F/OT7tfRBoE8y5Vof1rjDCFDIu/oN6rjZ/8vZPHfncQAAEABJREFUxY2zrzlZssQapT4rYT5HF64wB7zuRbPwYRtcYwTOeTjnaDkt4wyuw1hU6hMCfPl4XkKSXzNEH+BHplHddhBXuNocHva0gDd/Yjve86VdOPu5o7jO6aDYy9AjrSO5jnIqpn/IYfueajwD5YjyXrYBVivNA0nkbeesMrVrPvWxYTiTViUCIiACIiACIiACIiACIiACIiACIjD8BLRCERABERABERABEegLAkngiTjjtjWGkyrMu53CvMPvfO0goouUhDLAvkh0810qrIVAJDBa+ilmN4eznzkG+7vN5aPsY6G8s9CVtLB3iMAn3l/DBT/JEZujSDFY46J5bHazzkY+2FlVubcEeD7KCRZzj7ZX2SHYF8A7j2/gPo+IeO37tuEfPj2Ox/z5BK52Hb6TpsU6PueaAAVjzF+sw4x9821rKdj4Tlv9GZt+9RHqFYHBJKCoRUAEREAEREAEREAEREAEREAEREAEhp+AVigCIiACIiAC/UOAWp13DdzwZhkiZVkLLNqtbexvF1NudbNUWcvNBETKOuaUxW99JUfgPNGaPOe0nLqTacHpb4OuxeUWHmN/49cMzuG0awOn324E0UfY19SeUIkT7e1p59YLjijtaODZphUU6vkMi/suAd7/9xXUGwHBFwhZAfYms5jmdUcOx3yFD6Jt1iE7NgQcp7HdsZ9ddij8IYSRi3DDM8bw/Nc38OFvj+CpL5rENW4EZCMBcBHzR8Q7OFd+0e3sQMGunDczx7wztQdYbtbZZ+X2eMvNrK3TrI1zt87Ich46R6ssAiIgAgNIQCGLgAiIgAiIgAiIgAiIgAiIgAiIgAgMPwGtUAREQAT6iQCFF0eRyE/jRjcfh0kxXY2O7kFRkoovknPWv/OfFwGxgvKS3FNyWOudAG2/ODzLCzzkceOAT991sqVXiecjuW7iX97WxO9+ewjehPsYEMtPgLmfLo3QbZMJmOhuZmfEzQHOhN1pIN+De53l8I//fjm88j0V3PZeI2zjttk/vLDz43iu0guKHl3mf22u/dqGaZQIiIAIiIAIDAgBhSkCIiACIiACIiACIiACIiACIiACIjD8BLRCEeg7Ag6Rws91bjqGbDJSEWKAzLom55kjM7oNRcD3/7OJuUO7gWBfErIx5tQvHQ3Jkg4FXasT4AZxwM6TL8Ft70G5zLGyXCqHLddzlG2mEgIHLs7xL+8KqLgxeP4HE/YpNnozevScz9HAejK2KR1jAtyAkER5B5cV2H7cNB7zZ8DHv3sCnvHKCVzpWty50QZcbu89Y+N4wDaN5Q0lnsNVn19Lv41hfKv6UacIiIAIiIAIiIAIDBABhSoCIiACIiACIiACIiACIiACIiACIjD8BPp1hc1mwI1vEagDUQjKGkAShbD4cqy2jcW1J/rEXlBjhs88vv3VQ0BzG6KJhPTnLIeutRNwRJlxeMADHr0DlYk5lo0xs5RMREuFLt0cz0Ul+XrrebOYmZ5NZTAK6NocAovemc69t3BYz+rYfnzAw540gvd8cTce/ORRjB3PdhSIoUm5l3vq60g/4Z32sdtnxuJYv/VXNOtfh54UAREQAREQAREQARHY2gS0ehEQAREQAREQAREQAREQAREQARHYNAKUfRH9NK53+iRjMOmFQhETVSIKf2xqJWtqFdeRVdMzsQl89VOjdO1onDnQa6SlXiTd2S1UMWRXd5Zj2l1ex+jkDO511hhgDFueA/uSsZ4wss5iSh3FVF/TzZzQmtSYf/G/BT7z4QYqWQ7nMjjnkbUMJkjSbO/M5jcyVWwmm71tVpdtmIBtNJnDNXgGyJb1ggLv+I46HnVODe/5co5HPa/A6HFANs73mnsR4dNWAQ6InrVAi2hfjm1mYGtp7R7Lg92OiTHaYzKPJhEBERABERABERABERABERCBHhGQWxEQAREQAREQAREQAREQARHYbAIRIxPAtW7COBwtmlhrBZY7kslEJgFZ3tG8hqL5orjsarj0YuC3v65RfvI0a1/D4xqymAAF86IZcI+HNjE6QYZuhP3Mee9MR79PnU8vLucjAf/0+hkgjALt82Hi4+JhR6gdHuMRHhiy7m4thzvrmkA2B/hZBL5JIWsgVC/FPR42jX/+6ige8WeTGN1V44QcS1GYhTI5wDkHasU0Vij4AvQQzbCGK3CMGbMeJt9D33ItAiIgAiIgAiIgAiIgAiIgAiIgAr0lIO8iIAIiIAIiIAIiIAIi0A8EXMC1bziK6nhApFhEfXHVqExSWnXAcp1JM/L43jcOUW8aTSMoP8FTjHLOLXwwyh5nxkkcjUUl7koJYQFIcPtx14dsA+yXmZ1Pop7Dwn/l+GXu5sJsma4Vmzj+1//j8Y3PRGTIkcUKc4fM9q1l3gEswjRhM8dnzLD0sk6zpe2qr5EAwfIdDXxnI0bg/CiCO4Qb33YP3v6J43HOy3ZgfKe58kAxAkR711iGPefgkMHZ19uwMs2VxhcRyViHmQ03w+ZcFvHmzNzDWeVaBERABERABERABERABERABERABERg+AlohSIgAiIgAiIgAiLQPwQCrnfTOiUiyi6uvmJYrtXTzlvVtWV0jVDBd7/egKda6JyjzuQOe9Y0J7PDOrZsg9FYsMhdAsW/m916B067ZgYkhHVQ6aMtTqlrcdPaazZlezTLb30lhft23XK2WbbINjThIk+qLCUwL5o7ngDuO0V4+8caO0+9EC984wRe+d5TccXrBricD9q7RpHYvg62s4L0rDUubJCVzDi6L5NF25eBKSgRWCcBPSYCIiACIiACIiACIiACIiACIiACIjD8BLRCERABERABEdhkAqbemTGMJA5FXONGFJVYBUK6J2HRFCKzsiU1mTDT0dTqWUtWcFDA974+itxzrhgQA+VM+9yYOWucOc6bhWXGh5TAvXINRBPNM+5PdQYPfHwFaUPAPpS7YvdOW3afrNEMa7jMNcf+7IdNfOdLAa65DS76NK1tW7Qb985y2z/L543PRdphs9hnwWaHdahhRQItkJHkG0UAKk0g24sHPGEOb//ElXC7+/AsxALOuHr2J3OAs59y98xx2OV4ZszAfJE5AJ2Gzou+5sd3tne/bDN136s8ioAIiMCmENCkIiACIiACIiACIiACIiACIiACIiACw09AKxQBERCBzSYQGUDLKCyZ5IpsCje52TioL7Iva+UsdjEVzYjf/dJj76VziBSruuh6yF2ZGkc5zDURg0fRyHHCKVXc5HYVlm3p1m+ffVq5m8YzwsRJ8c9/NwfEMZjeOz+DiY3zFRV6SsBRXk//AKCO6lgNJ13O4W/fvwNPev4kJo+P3BeP6O3L4KVR2NlY2jYYdZ74wQhUUYqACIiACIjAqgTUKQIiIAIiIAIiIAIiIAIiIAIiIAIiMPwEtEIR6AsCJgrRXJGiySsRp/3RJEZ3As5HOFBMZDe6fGU+x3e/OoUMFBJDBKdK3xK62OWJhtVdzNLKitDEPR9MeYyiYDaSmnpw46ZQcAazn3/P4auf5hSR54KZJTsetm9mVm9baBeUd5mA43uZcTsK3PE+wJv/rYLr3jyHyzmNY58dB75Nzjk2DEfikoZjIVqFCIiACIiACIjA1iWglYuACIiACIiACIiACIiACIiACIiACAw/gf5bIeU6CnxFmMMfXYvRUfCLaLJg0kspDrPStRSaET/4dkAI9qUi5255jtSszFpVZSsRiBVQBcT49inc86HVVMb8dYglbibv3Us8B9ymf37zDOwXu0H5se272zO1/SpfIBDIm/jLn0Tnu7nthBm87G2j+PPXjmPbLo7zNd66/57SaV8knr6+iENBiIAIiIAIiIAIiIAIiMB6COgZERABERABERABERABERABERABEdgkAlReObPzTdzklizHjPoic7aBJVB6QjcuUwtpJiL+9HvbgfQ7wg7UgWECVzemGAAfGwzR9oXmGjj91qMY30lysVMim6B/9vPerRQxjb1/AL7xBW5ZsfCpsYn1S609Z2dE7TblR0eAO4tgn1ZT9AXfw8IfwDVvOo23fWYUZ9wlUhYuEDMblT7/BXenw+wM2C50Grvnkz03X+nrgq2grwNUcCIgAiIgAiIgAiIgAiIgAiKwPAG1ioAIiIAIiIAIiIAIiIAIiMBmEjBVloJQHMFVrt0W+Dpll87yxuO8+EKH3/92H/UqilScuu2REcCsXVe+AgH7eV+Kvvc4q4JsZOnekOkKj62v2SE2xvGBfziIZt1+erixPjd6qkXgKLK0leSPKoXeaTzgMRN49Xt2YucJ7LBtZ8aXiEKwjTkKv/ND7W0zm2/oy4IttS8DU1AiIAIiIAIiIAIiIAIiIAIiIAIisCIBdYiACIiACIiACIiACIjAZhOwv+nqGpjYOY3TrmPBdKiyVu2m0fVPvltHjgmgSbG5428Am9Bj1s3phs8XAfoCkyccxBm3y7EmxZyPUCVcHwo+O3cwx/kf5uNxBM5lcM4B3sG+3LYvgNmzbHJ81mzZTjUuQ4DA2BrMHNAomgj8Lxvbg3NfXcVTX1TFyDbAk71zLu2Dcy5tbfkkH1wuWafZcn0D0DZU/08YAN4KUQREQAREQAREQAREQAREQAREQAREYIME9LgIiIAIiIAIiIAIbD4BxxAoJPJ+1WsVwDFQW/73e3NoNFD+AnQ8BhNybUOV/Bzu/VDuWcZVOVrPUqkafvJDszi4twJQ8XX294c5X9mDJD6yqrQRAgmm3czINP00OpBlHjuPj3jte3bjjg8gf3tVyiGLZnOsmTEbsGSLMVs9bFv26iPUKwKDQUBRioAIiIAIiIAIiIAIiIAIiIAIiIAIDD8BrVAEREAEREAE+oSACTAUfmOOa157ErDPD7semc1Bx0mlauI7X9oO76rwVHaco5DZ9fmG12GAQwwZbnP3iXKRxtSsrC1/t36z5XuXaQ0wZbdoTgHNiI+9c5T7VeHMHGpd6bNeFtJhsdz2l31Lkn0dbLakWdVOAoaOwnrZFBAMWPRwWcQVrwq86SM5rnMzD7DuPFk7WhpsD6ZC2heXinbvtNSIjgFYuOgTbVto7XrJwrSQzaxsZ8YEbjM0OF2d1kznzc6cdSezsS2zKDlISQREQAQGmYBiFwEREAEREAEREAEREAEREAEREAERGH4CWqEIiIAI9BsBU2cCrnn9URQNK3czPlNxTOihMBUDDl6a47cXzsA51pkQe/4ZazcX0we+Aq527Squdl3KYkwwhl2NyvarSB4zP4lvfqGO3/z6IKexiazd+lO3bt0g4Mgz4zvnKIImQRbIqw1c78wpvPFfMhx/Cicx9EkdZXnQksXeNovdBG7H/x+Y2bsfq0DIUS6PDKzdFGATiAPZ0Lw9JxMBERABERCBgSWgwEVABERABERABERABERABERABERABIafgFYoAn1IIFKUiX4W17yRR5aZWtPtICn4UEKMFHN+8sMGon3haNNQ37GZTAPrNGuTLSXQhtXEbe5RQ44tMo4AABAASURBVDDB0BguHdaVOoU488N9+vf3FcjzMe6eNQDOOdheQVcXCET6MKOwTjE0ooZsdB+uf6tD+Ku37cDkCUA+NssxFIh579tkS1jOGHBotmJ3rJjZ/2vqHtN7qvjlDzJ8+zPAx985h/e/4QD+8WXTeNNfzOK8c6bxymccwl88bj+e/9h9LVmczyuJgAiIgAiIgAiIwKARULwiIAIiIAIiIAIiIAIiIAIiIAIiIALDT6BfV0idD9t3jWD3qXUqTlRyTKjparAUuBApHmb4+Y8P0rNvffHHIhM1IXQam5Q6CRgcRArnFNNcHXe+/zhFsZwjWE8/oxtZ7maiX7q8+NfAN7/EcsiSc+cWDka71M7TAN3WSIBw50c6hFBBoAAcskO46W1y/PVbd2F8OwekYXxXWNzcxDPA87cQgwVmttAy/0Jbs5k9wtf+4t/N4GufquFdr96DlzzhIB5zxwO4x7VncN+bTOEJ95zFCx7XxBteWMFbXjaGd7++in979xg++68j+NxHxvDNz23Dd764g2e9cx6VRUAEREAEREAEREAERGAwCChKERABERABERABERABERABERABEdgUAqbRBIp69tXvVa4zDdjXvz3Rm0a4PqpCFIR+8t1t1IqyRXISO7dC2uAaA5k1cIPTx7H7ZLqa36eMFbKF7SaLG06O+zNBAz763n1oNGeT8Gxfb8fIeQKNc9hXwJ5Fy1lVWjMBQuNOAhR+Ca/AHIrYQKT4e9t7jOEv/34bKsTPbhsCwN4d7glLhyc7BJ3WOaJb58F8mq8aC3yBLXwcYnmOxgq7on0wzrPBZeCC/y3wb2+r4yVPnMJDz9yHR9wy4IVPrOOf/nYcX/n3Ci78ySjqs5OIzUn4Yox5BSgyVH0VFc96nfVmFWjmyWIjkwAMXSIgAiIgAiIgAiIgAiIgAgNGQOGKgAiIgAiIgAiIgAiIgAiIwOYTaIYmrnJtijmeokvX5RYTr0zECig4zw+/ayKSX7RoakhJvmznizpVARzJ0ByquOWd5+BsmxIxtC7P3IxZN5JtGY/DFz7mkbmJJFfGdO+G863qw9ZNqEnZzVjhnsaMtXFURjLc8i7AC96wDfaxt+vaVnKOReeE0x51sph54MIo0PoSHBgHIuuFw8G9EV/8+BzOO6eBB950Bo+7+z783V9m+Oonx7Hntzvg4ja4QEXbxkf6mf//ix2ytQXTNRxrm06jREAEREAEREAEREAEREAEREAERGADBPSoCIiACIiACIiACIiACPQFgYgQ67jatXOKUWsXZY4qdNOQ0MSeizIc3F8gsm7W9mECT6e125UbAe6Pr1HGy4DqAdz+3iamEaB19cq4Of/xuTlc9rsxhCI/bBY7JZ122AA1LEPA9swsILgCgUJogQZcdRpn/L8GXvj6SYq/EVllmUePdVPkhPPGnbYyM7amNLsvwxc+MoPnPvogHnD6frz8T3J85l8qmNozjqx5PAXfDJnL4L2Hc4DnjSWWeXce9uW4maO3tZjnuIFPWoAIiIAIiIAIiIAIiIAIiIAIiIAIiMDwE9AKRUAEREAEREAERKCfCETKUVe5xvZWSKGVdzFzpiA18csfNxFR76LjreKK/KLHNW4Qsct+/jnx7OHaKdh97L01wNlv+5pEh2WvXoex7KQD1ch944lHsnbg1tZIlbxSx+m3LfDiN1URs4As38x3w/Y6Mi4zZim1ypbFgB9/N1DsncbDbz+Hvz6nie9/bRJo7uLycrj2GtNYPszcOa7TzQGWt/vRuhwHtIpHyiQAH4mQ+vudgOITAREQAREQAREQAREQAREQAREQAREYfgJaoQiIgAiIgAj0GQGHaqWCq1yTQp+30CjaLBVrrHlDRrEnTuD/vl8ghDTJhrxtlYdNig/clrReimi3uiul+hgQY0yW2rt54zbZ1k/9AfjOVygAF+NwFJ6dywAzUOZzDvZngNvGcAC2Q9cSAi2Y6MyBYKyKUQQ/h+udAbzkTduRjwOVUXs8B4HDRi02z7bljM0rps7xKw5qdViMVuSeg0KwK1ixtojAps99uI4/uX8DT7lvDZ/5SMS+S+xv9O5As8Y5Ahgyx9pBNVHXR0TmvHMJGVwxQsvhOM5HBzMYA6AcZ2OPYJyFo5VEQAREYCAJKGgREAEREAEREAEREAEREAEREAEREIHhJ6AVioAIiEA/Egi44tUo0mQWG1Uay7puFIgo/vzsJ0DuktLV9RmG2mGsIlI6vNO9joPPKNCx1rP1cqs+/dF9iAVFvvYk3DvAlOiVDLrWRIBwDWEWcKWrVnDuqyaQj3Q+aJ0c09nU87K98zZnTkXWgmGZYu7BvQXe9cpZPOj0Bv7mzxx++J/sBy19Fb4QlEVc1hZKZd3u1racWd/aza99qEaKgAiIgAiIQB8RUCgiIAIiIAIiIAIiIAIiIAIiIAIiIALDT0ArFIG+JRBwxavOUfyxACn+wEQgE22s3g0zn43k/xc/asDHw/07Dum0bsw6PD4cTH895coRO06KLJsA3KvVcSPo+j8+kyGGvCX5FvCINHYorZOAcaXxkDtXcB8P4mXvzHDClQq4ZdVNa+y0dU67psc4T6QhAAXQPFTFe14zh0fdpo73vm4EU5dW4GIFlTwio/ibxVGTgeEDWEc6I1jT5dY0arlBFt1y7WoTAREQAREQAREQgb4loMBEQAREQAREQAREQAREQAREQAREQASGn0D/rZBiFEU9KjuAC7jyH1H5SSoLVR3rQnevSJ9T+wP2XgKEcLgQZAJnp3V39kH3FuHyWdzubg7eGzv7gtpydPHivtNbKAJ+f+E0fvitOcSiwpZIWzm192zlEeopCbQ5RoxNNvCC147jpCtZTx2lgtruxzG8bE4zTmlZ0+MzH57Go+78B7znjTkO7HWIMQN8K8aQA8UYX+CRFLLj/zf45DFJ6X9Nx2QmTSICIiACIiACIiACIiACGycgDyIgAiIgAiIgAiIgAiIgAiIgAiKwCQSo9rgGYGaf/KGB065ZQdGgCIwuX5yq1JlzXPAjT1GR4qUr4KgIO+vr8nR96m7DYYVYx/XOzMqvRUMv5LDSp888vvivGXzchTyvwjlHo/AHl9bQuWelZJyadVuWgDHrsEiO2UH8yYtz3ODmJq4bQXsf7GFvN5rlZiz2PB1EUUzD3s+ffBt42gP247w/r+CSC49DqGfIXAXOwre4LRYPZGZsZEp9DgFmyYk5snE9ME7bA69yKQIiIAIiIAIiIAIiIAIiIAJdJyCHIiACIiACIiACIiACIiACIrBZBBz1GopR8Ehf8fk6rnDaGLLcM6CM1u3E+VyOn/94ihIRBSPXTBOwNeV2C7x1GqtKHQS27/C44c0oyHa0dbVoYnyyiK99loUk+jk4myT9PLAVDjf7mNv27fAetZQEjKBDNJ5+Dvd9ZBV3vP8IHF8z7+19s34buQkU43bUDkziVc/ejz95yBx+8p2dQMHYLFaG5NLu8yyknA1L06IvgG1c25YO3HjdSG3cizyIgAiIgAiIgAiIgAiIgAiIgAiIQC8JyLcIiIAIiIAIiIAIiIAIbDYB+2lXMxcp/DZxxdMYEMugKLyS3sMR606xDvz25x7eFfAIsF8ydm6JO6ubLWlWtcB1b5qjMl5QQG/T8HAmzLat3byRPAJ7fu3xix9xs1qHwHnADK0ran9aJI6UESbMbFxEIx7ANW4yi8c9eztQBVy2SSAtJFqoAd/5fIHH3mUfPv8vYwj1UaD9XrLfuQzOOZqnOfYtTtbiePZSzi77X4cZiz1Jvidej5FTTSMCIiACIiACIiACIiACIiACIiACIjD8BLRCERABERABERABEegbAtEhhoDLXf4E+BFGNa/gBFbMmHUpUUvCL35SSaKlo7gEmHSExReFJ5gtbt2aNe7N/MJdwOm3jvAm2Fsj65Z11dJX2QFf+OReNBul3LbMDi2e8ogDFg/fOjU7xGYFlxzTkT7+5AwvfMNOVKn/Umdley9ToPMmzWKwHIjRyq0mhvW3fzGF55x9AJf9bhdiky+/n+EgbmhrGJYEyZ7l3ti0tvlH6L5XqTyRvfIuvyLQOwLyLAIiIAIiIAIiIAIiIAIiIAIiIAIiMPwEtEIREAEREAER6B8CJvbSTBe63JUpEpmomARGE48szO5LLr/7tQnOOWKwn5+2ORbMZuu0hZ6tW4qU3Lx38D7DmXccBeaxOQrp6M4V6cYOgUl50eObn93N/RmHHYclGiAHlslOiP30c1nTfSUCgRCDqwGVAue+YgLHn+o4lEIr75YMvbG0HPBsMmO24WReqfLCvuS2HDxJbIsFfvMT4An3mMEn/7kC19zF9ojQjPBhNEUQeQ6S8UwwwYRjMwRGSbOyGYtsijRKxeyKju82zWZCD65ukelBaHIpAiIgAisRULsIiIAIiIAIiIAIiIAIiIAIiIAIiMDwE9AKRUAERKDPCESXAsqyDFc4rZHK5S2UWZfv+/cAB/bO0SulHAqNLCitSICKmisoxQFFEXDC5QucdLkqxbjWA629a9W6kDnEwmN6P/C9b+1FltncjKELnremC75b6R9TVGBbda+zgJvc0cElAb+KpLT2Ekz6G74jnMH2kPNZxni+/ukmnvyg3+CnP2Agkf0WHEeVyZXZ/N3qZvMNqxRsXNtWGbaBLv5fYwNP61EREAEREAERONYENJ8IiIAIiIAIiIAIiIAIiIAIiIAIiMDwE9AKRaAfCZgohIhGs4nLXYUV0296FSfd/+4COo9VOF+nFTQsMuhaTMB+ktkFMoq43uk14LD9YUOngEfG3E6s93I+w39+fhZZHIcpze7wCdfreos919oI2z80cJVreDz5+RUgmwVSW8ZtCgBCImzCpmOtq8kVdNfkFKPgZLDPdN/1qjm8+En7Mbf3JOTewceINDfDdTQcdh0pKutv22EPd73BYu26UzkUAREQAREQAREQgV4QkE8REAEREAEREAEREAEREAEREAEREIHhJ9CXK2wLPhSKnHO40lUp+vU40F/8dArOZYCpTZwXSZmCrlUJRGqxATe5hX2taQO5cYkf261q+pvlZlY2s/JRG/2GgK98ugmfNblF+VF72NoPkJ8BSIJ8WY6OkmV+AOe+LkM2FoAwxhE5T731e5bNmPUkme8aOBnq0w5//bQG3vN6T3H/JLZVAVezLkrQrPLMpLCxnosPr+exdTxjK1rHY3pEBERABERABERABERABI4pAU0mAiIgAiIgAiIgAiIgAiIgAiIgAptHoEO3Gal6nHT5joZeREXN66Jfe4qZdB4rvJmcw8YkQVEcS7nVzdg9PGmdK+F+BIq+8PBZDTe4OcsUfl0y9lG0d4bQjFWYrXOm8jGHxqzDD77JvQgTdJeVzSvcbVqvrWrRMRBmrSrpBT8D+AYe9tRRnHbNHM42y6BxiGsZszLZo2ZlbZ33gs/RCRPQZLmOZm0Uc9PAi56wB1/8+DRCkaHR4DhXwIVRCsCMhCnbn7nQAAAQAElEQVSY8Yl+Ty18/R6m4hMBERABERABERABERABEdi6BLRyERABERABERABERABERABEegDAhR+EB0KTOO4ExkPxUXee5Z+cwHnKqhQ2d//tb9R6ig2ms3PyD60bb5xaxeI4+QrAidejhgSKzKjWB5pZQksIVHjiPUl88t5/u+HTUwfKkpn1rYWb3xuLcOGewxfpEjBnO8SlVXyo1RZTOK0axd4+NO2AVkJye5moKjffR6t+W2CZs4YKhT0MzznkbP47pd3AMXCF/4uTV7ebXi72u9CMKmmUHUTAREQAREQAREQAREQAREQAREQgf4joIhEQAREQAREQAREQAREoJ8IULg6+XIj8GMmBZlZcEulFqubWd/67XcXOmSuQrGyiWjqZXs66DqcAOE4irEUYm90JntLva5VcJQQzcC8NIeNX9/+yhz3hfuc/iFAOTdSufRtxbaVLbqXBBb2CtEjo/6aj+/DM14yhqxiO0OWnmeegzmS91ayilmryheDwm27ss7cpssKHLzE46n3mcWPvltO4F2GHI7meWZo9kUyp3C0QUk8mYMS6kKcKomACIiACIiACIiACIiACIiACIiACAw/Aa1QBERABERABERABPqPgMNJp2ZAoEjVk+Co9JoGRfvtrw+hWUTEyIrNNUjqk8W7CeYQcPXrArFn+2OLKvfou1/PUNjXo9Y0b629mq8vU1jDkGWeGqImO8g0+9lnsqg19uJeD63i2qc7ZDkb7Gt3GkdQgkWXL/pPHpm7Q6lUm8rw3LNn8JtfVNCojQJ+DnANrHrx8SRArzpoczslAG8uf81+9AT0hAiIgAiIgAiIgAiIgAiIgAiIgAiIwPAT0ApFQAREQAREoC8JBBdx6pUoDnmKwKDE4tphsmz1yHzd4hCFxZa7Sy8CijACl1EAdh72c7NFdCjou6DyZIYkj1kAZtjil6PoSw6xiWtdfxwut/1hPTEiNDIDjK/ZelG1ng0x/a3YH32/gHNjCM7Ryj2y81Gg/C/yrHDLYNaekafDTkmydttWzUMcQcgaOP6UcTz0qeNA2jIHHvfSCMbR0N4+qyxnNmYtZn5Acbfg4OAQ4yiKGvCCxx/Az38wxnqGvOKAYhKIFZT7lx5KH3bb3oFVb0YXVjdjsS9TP8fWl8AUlAiIwGYS0NwiIAIiIAIiIAIiIAIiIAIiIAIiIALDT0ArFAEREIE+JuAKHH8SFSBT9Zh1N1KTbChAUWf81c8aFJ08hTCbhG2ct5yL5bLQui+tt5q3YOaozO3aPYKrXNMDzV4A4MaYWyqU3/naNEs5BWCqlnYWJOmSx9Ekx/Nd4QMRj3x6xHEns9jTxPfIzXAGng3HjOJ8YyrHuY+7FP/1dYr3kcKwqbscBtgAjku5lTGQl61gIANX0CIgAiIgAluMgJYrAiIgAiIgAiIgAiIgAiIgAiIgAiIw/AS0QhHoZwKOAqBr4IRTciRtaF7066LUYmIiNacDeznXvH82AKC+ucjYpDRPICKgjitchdwqVH/tZ3zn+7pRMGXQLCByih99l+XIc9DhWvvTAeOwInnNty2Ur3a9Gu7+kDH2ECrvjjafbJjZfMNGCvRcjANhBPCci+/Z6/5iDv/15VG+ylW2Mwa2LczgWDRj1pG6+KZ3eO1NcZBi7Q0BeRUBERABERABEeh7AgpQBERABERABERABERABERABERABERg+An09wopMCYBuIkTLzeCos5oD9eHQDVpwbDOi/P86uf2helyE6zT59A/5lDEiKtSUIwmnCcBuGvqIenZXpgFOO/xna/Zl7809qTUzamSw2G6GZyWJZE1wv6rN+fwqKdPwFOThTe2K6zZusxW6F5zs/kw8bfp8N43TOOTH4hwYYKPR8C+sLd+rHwFdnUaq32dJAD39fYoOBEQAREQAREQARHY8gQEQAREQAREQAREQAREQAREQAREQAQ2nYAJP0iyVQUnXj6nCMiQqBuxyZpZKVNEObKsHe2dz1KEirGJA5dV+TArduc89nUpiyk51s1SZXhuG1pJ4EZkeYHrnTkCXym4J6P0V/IDTArrNHatK5WC7+xBh1//wn5O2CUvthc+CZtWd3AsmyH9awDomifgEBwQuB8hq+G6Z9Zw5p25L3mDI5jzvihxbFcQRnqNvPk6J/f49uci3vmqgDwfA5yDwwicy+AcyxSinWNOw3KXY2PbWOzn5Ps5OMUmAiIgAiIgAiIgAiIgAiKwlQlo7SIgAiIgAiIgAiIgAiIgAiLQPwSo6yG4WZxwMuCz5eOizITA/9YnBJtk04TLMvzh9yxH2vLTqPUwAg4+r+CK18gQY045uIruX44uPX70/TnU5gKFXpSGzsvGtK2zfSuXySPyhbEXyL60Bet8R570nG0ARXvA/hbwynzsnTJbecRaemzOHBdfGPHCp+/hvnHu+cesb76yYsHC74yjFLNXHL7pHX7TI1AAIiACIiACIiACIiACIiACIiACIrCUgOoiIAIiIAIiIAIiIAIi0GcEfJZhYkfAyDgDO4K60ikUcfTaUnqItybw+wsLgKKZo+rkkmAGilaloXU5DjVrVbd4FpFV6rjiVRw50Fxg3oMUPC74EeDdCNKGUGp2KC9ne0VD2i+Xuh33CLpQwuDBJq9mM+BGNw+43pkAXIPnHKtehtBs1UFr6GxMeTz3UVMopk8AwtF7dHzErWGefhlyhP9F9UuYZRy6i4AIiIAIiIAIiIAIiIAIiIAIiIAIDD8BrVAEREAEREAEREAE+pFARkVlx64qYH9HdIUAXau9nbeqR5FRuMztC+A6n6GXJCiyqLQ6AQq+V70GRVnio8bIsRQWywLL3UomygPf/xbzUEmaJo9Et5wPuR9TT7knMUN1tIZHP30SCWDMy9z2DctffAuSpL5872qtHU65Za99wUH89hc2X4Cjmmt+lz69XNvSManO5XT9eCXH3bvpbHaPpTz1loC8i4AIiIAIiIAIiIAIiIAIiIAIiIAIDD8BrVAEREAEREAE+pcA1aFduykyoiWtsI62taJ27PM0y3G0l/nis7MHgdjIk+vShaNW5hCdGfvcYivHbPV7wJWvNQVk5OBoKdk+maXKBm8RERQwKRz+9EdNwHX+jeHIvYrgriCyvyyxxjgijR1KRiBW4N0MTrvmDK5zMzZ4bpbLWSCk9jbNw2NzK7GXfFuVNWfmiKpv4AMsfukjAZ/7cA4fxunL5uSEIcItsfRlMNtSzkct2R6aWdnMR4BPz5u19aNZjP0Yl2ISAREQgQ4CKoqACIiACIiACIiACIiACIiACIiACAw/Aa1QBERABPqbQK1Wx4mnUP2BqUoUAbseLv1SJNt3CQUmv1S+cV2fbagcuoCrXaOCaNtDERZJCe7yCqkC7t/jcOklc/DeUQB0SFNB15EJOCriFF55vh93zg44ar9HfmYjIzgfd8g8TO0B3viyy4BA0d7OhzWu1zb6/HrnXcdzS/8Psg4XekQEREAEREAEekhArkVABERABERABERABERABERABERABIafgFYoAn1PoBSUjjupwUgp1MIE4G6rQZRs6Pri39URTWSm4OjgAOactCOxzdqTdTRv2aLtAwXg60xQmG1BCFUWjBOzriSHWFTxyx8CleYuZNyngIjDtqYrcw2pEx9w8mkN3PhWOaKd3Qi7o2dXyBD5mp537gFMXXo8p/G09Sd72mz9Ho7tk4MU67Elo9lEQAREQAREQAQ2nYACEAEREAEREAEREAEREAEREAEREAERGH4Cg7JC5wJ27C5QfvZJ9Qpdvlou917SoDBG+cZRYKRUxgoOFxq7KW52eR3HxF0LFsHESDXWFbjCVSgsJiytvi7H4XOHH/9whttfhc1JSZjlpZNwbu7bMh1LB26xekQjHMS9z/LIRmBHunXD4sv2r22Le9ZYI/80kjnf1/84v4mvf8ahKPgu0W+gpW7eeGrsn1mwtDjxSC3zvi0eMwg1/h9kEMJUjCIgAiIgAiIgAiIgAluMgJYrAiIgAiIgAiIgAiIgAiIgAiIgAn1EwASlOnbtmgRCBYhjjK1DTWJtw8mEw2wO04eaaDQpZppDtgVwbisn2czmNEsNw3BbxxqMR9u4FRSAt+1w2L6LIh/LbEFXBdg0ld2a+NXPM0TuSWxJh0ks5L6knO1pbthYM+hqEbAzPL5jGnd4IN+btjJpiNrWGmfVVvEoM5Nzm8TPd8OcUOltHvJ49QsuhQuc0B3irljHglu2ph+JTtvWajYvreLAZ7a+gV+EFiACIiACIiACIiACIiACIjBMBLQWERABERABERABERABERABEeg/AnmeY9uOrMeBZbjskgLO/kgqlSkTG8F8QZiiwNXjCPrfvTEwK6lkWYYrnDYK5yMcWZXxl31luRt3zldk+PUF9vPczcPExMUzRFbbxqIS9ybg5ncYx66TqNF6GnGWWBbfjZrtnOWLe45UM4cNOm6PC3jr3xzEwb2jgKPHQOEZDibUs4bV/FM7ho3BgF/EPOArUPgiIAIiIAIiIAIiIAIiIAIiIALDQ0ArEQEREAEREAEREAEREIE+JdBoFNhxHIMzrcmMxa4mU6eix749VcRQSlDzembnRGlcLwLonGQQypTxXAFDddKpcz0PODYcfvV/+6knNuDTHlBis7znMw/uBJFb5L2DzwLueN8JCqtNUIelFVjt4mOrdS/TZ+9Ddb79Nz/x+PSHHbK4jftl7dwrAPY+WclGY8gvW2ffL1EBioAIiIAIiIAIiIAIiIAIiIAIiIAIDD8BrVAEREAEREAEREAE+plAnmfYtsuh/fO/XY/VVKmY4eC+DJFCcNf9D5VDg5UBFIC9c7jy1azs4JxDr64LL2giNLcB9kVp+vFg6FqNAMVxB4dms4kTThrBmXcwIbbOs23i7/ISr2v5a+et6toyvjtpIDXmf/zbQ6jNVlAUAYijbLb5zFg8UlrjsCO52ex+CcCbvQOa/0gE1C8CIiACIiACIiACIiACIiACIiACIjD8BLRCERABERABEeh7AkXRwLadVIeSANiLcOmb6cDeDI4CsBkooNnXpm0xh3IWgqMETcNWv8iI6h6cL3DylUimpRo65+Cc6y4d7svvf0GfzUlO2doN24O2pdnYj6WWOrbkLf2UMnE0Y4E7PGgvSjQUgX3Gck4DyjbMXxyepHXL5xuPpuADLvgp8PXP8R0pOIf3sJ8G984nv9w82J+JNmu7pU7dLqYxnjUzZgOdhmENA70BCl4ERGA1AuoTAREQAREQAREQAREQAREQAREQAREYfgJaoQiIgAgMBoFKJcPkNpOmaBQEexX1gf2F6VQt41xLJ1qmaemQrVN3aBZ1nHSq/Y1XW3Xv4Fx4wSEUBfcGFBZtqmXN5m/bsgO2SCNfENeAfaGdE9ct7rAD5cUKC+zlvcvJcW/o+O9fNY1mfYTObR+YgY1Jabby1jEJwFtnr7VSERABERgsAopWBERABERABERABERABERAhbNE7QAAEABJREFUBERABERg+AlohSIwQASaFP8q1R4GbJ8iuiam9tUoWRXwvJuIYx+Zds7qqWdZe2fbli3HDFkecPkreyxofCb8maF7F5lfdKFDpZoBkSJm+vq4e+6H0lMSgOs44fJTuPr1yI1bwl3iuUay7q85w0+/4/HNzzsehQrduw5jkcnmb7eyOtTJ1jrUC9TiREAEREAEREAEBo+AIhYBERABERABERABERABERABERABERh+AoO2wsnJMdjXjCYg9S72gJnpJrzUmyMjTsp4hrziMbnzyMPXPaL1k9+/uSBDs1kv3bTayoruyxPgIXYFbn+PDK5CBX35QRtobfLZQGslFt/31lm4aF//Wh/b7R9VMFtIEZHnxmyhbThLpD+cC9OqREAEREAEREAEREAEBpKAghYBERABERABERABERABERABERCB/iNAwW/H8VNoFhaas1v3zLQxWqQ156ooatuT7/Q3VFnq1LCGSNThyjaYDAyZ7TwOyMfTxmzQ4dLHqSi2myhkXvSrccToEWLB3Po4Oczag5QvEHCIjVEg5Lj5Hbex2QTZTmYb5dax3+aKdtnvgf/44n54TpPxbHi2ec7sWGbGFBEcG9OeWc6mIU629iFenpYmAiIgAiIgAiIgAiIgAiIwOAQUqQiIgAiIgAiIgAiIgAiIgAj0L4Gx8RHk6SeguywAt5ZsXvfvA4rQhHOSb1pYjpAFnHhqjtDohaBne0A1MTAvMuzbNwPvbZfaIdmcbWu3KW8TcFnAzuNyXO/MnIe6wmZjRZ4sAXazspmVj9JiBthPccP2gz6Y/uUfp1GvjcHZT0/P9x3u10RgMzo4vHOIWnhqh2g1WooIiIAIiIAIiIAIiIAIiIAIiMBgElDUIiACIiACIiACIiACItDnBMbGRhAKKk2g6MTU9XBjATQAz5s3gcvmWWYS+4jRbJmuLdQUEXyR7MTLNwHngG5/2Wl6JQIKuj+wB9x7m8NkNTMrc0qlFQhEFHEO17sp3xefQHKccTMzdmZsWm+yx5Nb3qJH/RDw2Y84ZKEKl+YLcNElwxa9jHTfLl2BiYAIiIAIiIAIiIAIiIAIiIAIiIAIDD8BrVAEREAEREAEREAEBoHA5KSDz3orq+zfTxHY0SgDJz3TQdeqBCImttfhK9mqozbSmVWAi38PCsGBbrQhhLCG5JDxXbnRzSnQFmTWi9cm+aQ6zym++dU69l02A/C9iQU3LH0FzA62bNWU8GzVxWvdfU1AwYmACIiACIiACIiACIiACIiACIiACAw/Aa1QBERABERABAaEQEQ+ModGnYJTjyKOwWPmoANiddEMgU1JeqSe5WiLOrdgxVgERygU+0DbfUI1/U3eGCNzA9S2jcChDzdHBxl9Bvz2winmlNSiY1s7Wblt7TblJYGILA+47hkjZTWxXMqKPLl/5YD13in2cqvO/3CgQr8dzlW4TznfIY/oeR5caaV3B8/9axtg8WBoL6M7tIvTwkRABAaVgOIWAREQAREQAREQAREQAREQAREQAREYfgJaoQiIgAgMFoGRUYdKtXeyiqM45UyUSj//TFVrsPAc+2gNEW3ncVmPfuo345psRyL2X0aBkXOxoSM5ls2YKR1GYHyyjtP+iM1Zg7dRWpeT7Qffman9wA++NUvnJvxmPAssgmV7l6y4yGy/2raoY+gqvfs/1dCh0oJEQAREQASOCQFNIgIiIAIiIAIiIAIiIAIiIAIiIAIiMPwEtEIRGEAC3kc06z0MPANmZu2rU1O2OI/pVMyUliNARq4J+Ca27waKgmMcrWvJnJmISOHXZdhzEedKoiJltdiyrs01jI4KXP+MCtwI9yktjxxT3s0bfTN943MH0JiZoGPbM2ZKiQBPacp1EwEREAEREAEREIFNJ6AAREAEREAEREAEREAEREAEREAEREAEhp/AoK5wdNQj7+EXwPbB4t79cwgu0KhsQdfqBMjIzWHn7gzpF6FXH3z0vdEERYfQjJg+UOUcnla2Hb2zrfVE5Bm+3k0LFE3jVeHiZ2jdTLb3DTps4ttftp/pZh1mbFJKBHy66yYCIiACIiACIiACIiACm0tAs4uACIiACIiACIiACIiACIiACIhAHxMIqIzNoVHrwZeMppHRms0msjgC0x2HWMra8B6bsOUTIJZcA9t3UGB0TTj7r+tKsIOvOOzfWwXoH7y8A5zjDboWE4iwtyOAojkF4Ctfu4qMWwMUHDZJ61KyvU/mEJs5/uPzdcSQwc6EWZdmGXg3fuBXoAWIgAiIgAiIgAiIgAiIgAgMOAGFLwIiIAIiIAIiIAIiIAIiIAL9T2BszKEyYrJK6EmweTXHbK057ztpXPM1FZYn4DA2Dvjcfq55+RHrbnXlk7ERMT3lKGualW26LyXQPq0OoPgLP4vrXH8UsNeF5DB/davgEAqH//luHY1ahhBMZO6W7+Hwk9APx1K0ChEQAREQAREQAREQAREQAREQgYEjoIBFQAREQAREQAREQAREYEAI+IyBms7FrCeJvpuNAo65Q6RsZtaTmYbEKYX4OILtO8DLLWNsWneKfNJ+Yhhw6QvgJgKbIg26ViDA/WBPUdSwY1fA2HZWeI5RqsBW6ap5vpA/+W4NaI70aIauhnvMnfWlAHzMKWhCERABERABERABERABERABERABERCBY05AE4qACIiACIiACIjAYBHosfpH946yLxbJWWxMItpy+WDR6360lLhihrEkAHffO1o/aEw9E3OzAbYNtgu9mGk4fLq0jDwPuMrVqP5mJqCTW2o1cmap0qWbw3e/QZ+xB19/dynCzXTDt2Mzp9fcInAYATWIgAiIgAiIgAiIgAiIgAiIgAiIgAgMPwGtUAREQAREQAQGjsDE5AhjpuBkSiBLXUsdLucO2WfGZua97PAxUhKOiG6xJUXShm0xC1xvsL/BGx2qEwcAw2Wo2N695OiqQnPI6P/APsA5R4OuZQk4tmbl3+H1TZx65RnWjZ9vHVPrN2Nzl1KoRfz0e+P0TwG4sHezu/67FOamuSH5TZtbE4uACIjAEgKqioAIiIAIiIAIiIAIiIAIiIAIiIAIDD8BrVAEREAEBpQAhVikr0J7FD9FTOcoYkVJN2shbD8BvGPH9rUMXd+YtA8OjTmgNldfn4+t9BQFeVuucx5X/iOKvzzPaLVZe1eNvvf83uHQIW6OOeZrY5lsgYD+L7LAQiUREAEREIHNJKC5RUAEREAEREAEREAEREAEREAEREAEhp+AVigCA0uAitO8yMQCq71YSn2uUX5FGQNzlwzgfNC1iEAETCsfGWkJjT1DFNFoANwOmP5vBl0rE3ANFBR9Tzw1JzQO4z7xvlC2ettSx/pv//ffdfptbbwr1u9oSJ+UADykG6tliYAIiIAIiMAgEVCsIiACIiACIiACIiACIiACIiACIiACw09g8FdoPz5sq6DoxGSlrpuJY85ubc+9mqjtf3Bzo+R6Kfwl9AEpo9rsnAPT4ALrdeQupBmaFMxPPHUEcMAiQ3evC342hWDKvLml8Ew12EqyFgEJwC0QykRABERABERABERABDaFgCYVAREQAREQAREQAREQAREQAREQgcEgkAQuk1VM2SrFrq4Gbm6TUUFLc7W9p0ZWLGc2mKlrUdsOmDXqDYyOVXuo+0XGXGBqilPEBfaOk5uxU2meQMkqoAL7ae7jTmSHITNjMaXOcmrYwI3TXXSh7T0LyQ03JeW6tQmISJuEchEQAREQAREQAREQAREQgWNMQNOJgAiIgAiIgAiIgAiIgAiIwCARMLGprWJZuduxt33az9m252nPsbTebt+6eYwRbl4ojz0A0SHyUwC2r3/NejDRcLhsf7numth5Qrkk2xWjGFHWu3m/+PcRlUrrS+OYLbjWq5JYSABOGHQTAREQAREQAREQAREQAREQARE4pgQ0mQiIgAiIgAiIgAiIgAgMNIFuq0wmldEoNAKUbiKtzSe1tSuWO97axuIWTc5HjE+QAxNQ9IiCw9yMuU6TWEG2EoGWCDs+EeG5NyAynug0up1b27ylnqO9hfkHLvk9UK/ZvtPS3JxwvleFjv+DbD4MRSACIiACIiACIiACIiACIiACIiACIjD8BLRCERABERABERABERhUAjHMS1ldXkIpXrn2V5QmAielbKVpyvEr9W6Fducc7Cvg3q7V5rCfgI6cy/Lezja43u08mhWY3JHBVSnKIs6fYOvp9touu6RAltkXwLF0fdg/lCibt+pdAvBW3fn+W7ciEgEREAEREAEREAEREAEREAEREAERGH4CWqEIiIAIiIAIDCgBh6JeRbHwAWIP1uGwbVd2uN95UdhktLYdPmyrtNgWBDJxVLjsK2DAWkxwtNzEwLZtlEjJOtJd6BD+I6cx26j34XqekCj4etfE2PgM0CxXZwS5TUkIthFl68buth/1aU7RrCK6jOZhHwDbR/PtHN5m3tg8g/60cR/0NSh+ERCBgSegBYiACIiACIiACIiACIiACIiACIiACAw/Aa1QBERABAabQK3WRJ71UFiiawfKZPYlo6lZy+LioGXbt16jkTgWXwCXZLkzVB6ZyqruyxDg2eX5nZwcB7LeyY+OM+/fz9t8shZWWhlLSiTQux2gcyUREAEREAEROCIBDRABERABERABERABERABERABERABERh+AlqhCAwBAfsKNCQFMHA1vZBXTMFqG6dYKSWB2MatNGBrtJvcmGWdX0zbnnRaFziQtSNq7zycc7Qu+BxyF3nVo/y9bC7UNomZJWe3bhh9zs4U3At6ZBlgDsCznIxlxzKzLZ24C1t6/Vq8CIiACIiACIjAJhLQ1CIgAiIgAiIgAiIgAiIgAiIgAiIgAsNPYGhWSAEQ88qSicBdXpkD7KeNS1vJN5Uti8FspSFbqD12/DRz95dd7jG3Bd5LTlsrX2eCbPqHEuUTPLEwK2vduJs3+yJ7wZdbKKrUIqAT2wKhTAREQAREQAREQARE4JgS0GQiIAIiIAIiIAIiIAIiIAIiIAIiMEAEHGYO5vBJeDUByqxL4Zt6ZUZ3E9tZSHNQDGY9SZCRbSwjyWg2b9tSY7/fuh6fCVueTBw8pg7WiMX4sJVt6NpljOmMrqtjZZ70f9YdpzJjq9IyBIiIewIULJgZSbNlhh5lU3NhvP1EesupZ956ZVK/lc1SZQvfeEy38Oq1dBEQAREQAREQAREQAREQgU0goClFQAREQAREQAREQAREQAREYAAJJIGRqtZ86FSe5ssbL9jXrNXRnDJvxGFTLXJv87ZtUceWqjg4GAUwR9cv1+ExwsTfjgYV10wgacGtfTqKhw4bGjtaWGbqaFBxGQISgJeBoiYREAEREAEREAEREAEREAEREIEeEZBbERABERABERABERABERhQAgcO2heIpjzZd7mWd4qE3ViUQ5ZXKZYt8avPGbHsRUwx2M16W3KXbYtVu2Klz+07KDRTkbdfNTbriust4IQ7g07b+NNxOfAAAAnxSURBVJJtc83j8p7sNUnGbhuVyvYI61sxlad3k1eu6UVABERABERABERABERABERABERABIafgFYoAiIgAiIgAiIgAoNLwFHMckD67V/m6L68Yq537swBzoTDri2sZB3GomwYqWao1eplpSf3co+NPCXgnswwXE75XsScp5e5c8y7vTq34DAV063VZv8oAz2YEwN7lad3YMNX4ENAQEsQAREQAREQAREQAREQAREQAREQAREYfgJaoQiIgAiIgAgMOAGH2qFxriHCvgKNsVN8YnOXUjZaA+zTRVMd0b6s0rZ229bNTeqzD3+bBXDoYKUEYX8Ttix1+e4wMgL46j76tT1gprQCAe4MBeCpQ+SU+STG+hVGHn2zaz1CKZ7i8q4TufmO1mpVdjiB7rE/3LdaREAEROAIBNQtAiIgAiIgAiIgAiIgAiIgAiIgAiIw/AS0QhEQAREYDgJztYBGvYBzHs61Banura1eKzA6llP/7b7v7kXZP54a9Wbaj15HlI8CI6PVXk8zBP491xAxNwuEeoPlMtlpNitrG7mbf6R3b2IyA8A52iJwz/4BAKcZ0FTSGtDgFbYIiIAIiMAAE1DoIiACIiACIiACIiACIiACIiACIiACw09AKxSBISJwYH8D3ndHyloOS7WSYYRmM5ghQteKBCKFwIhZUxttDAX5GJG+zrZqV4z+kp8CqFZH6Nu+/qbZh6601Kdbi4Cd2AxwDVx26TT8CMvGj2Y9ZujileXA9l0jgAnAnCO9K8yZoKskIAG45KC7CIiACIiACIjAMSSgqURABERABERABERABERABERABERABIafwLCtMMLDO5NVui1ntUjR7c6dLEcHx6y8WUG2LAFXirEH9wcqv7RlB228MdL1ccdtoyMWQHMtY4vSEgLck9psRKhTNW91mShr1qpuILN3b+HxnbtG0yuShH9uiX0EzFenrQUjldOLtPDMViotprWVVq61ioAIiIAIiIAIiIAIbAYBzSkCIiACIiACIiACIiACIiACIiACg0eA6tLei6twmSlKJmdRcerWKpI73qg0TuyqI68EuHwWnspWKeLYnG3r1qQ999OzCYyJJ640QayiMVeyceQHCpCpvVs3m4fuxya4J97MGpZatyYbZD/GpEEhPkNRd5jeV0XhHA2wHrNur+7kK8yiVitgUnPIa4jc/8h3ZqsLv23O9p60y8pFQAREQAREQAREQAREQAREoIcE5FoEREAEREAEREAEREAEREAEBpfA7GwNRSO0FtDOW9WuZE16cRgZ86jX6yx3JqqQnVWVSYBMQhUH90WKf5QB7ctc+0J33jhkI4nu7XFXASZ3cD+S/04p08pts5EyIMdIdQKX/L5IX+cawp4QouMrXLWOPM9gCnOMGQIFZ3srA/tMBN7qu+G3OgCtXwREQAREQAREQAREQAREQARE4BgQ0BQiIAIiIAIiIAIiIAIiMOAEmkUT1Ji4CpO0mJnyZFk3jKIVKDA6VDAyAjhk0LUaAQcfKvAxx+wBj3Jf0OWrALjVoRlx0uVs7x3nyeaty5MNuDvH+DNagUY94LI/1NH+GNt6zIzlIuPojaQrXY2ib6Tka85DnvYKVqZTbhvvWzv5zVy+5hYBERABERABERABERABERABERABERh+AlqhCIiACIiACIiACAwDgdpcA3OzFJzKH53t8pJMuSpFrB27RuCciWmdU0jS6qSRyqYwRocDe7knbSEwdXTrVkpoPnflF8BJveyW7yH0w72Aa6BSGcElv6/BTrQRtNys2yu+0tUmWn+Tm/vfbedD4M/YD8EytIQBJKCQRUAEREAEREAEREAEREAEREAEREAEhp+AVigCIiACIiACQ0LAUWwawdSUCbFmXZS0zJUZKAAzn5jkDR72U7altGXztQ26EgHj0YR9Zrr/shrQrAImQKKLl/nznCNGHH9ShY7LfWGhlazetlbTls8CCh7cC39J+dG2iDx6QohOr36dDFnOSRzfEtaT4sz5lEoCvsx0FwEREIFjSUBziYAIiIAIiIAIiIAIiIAIiIAIiIAIDD8BrVAEREAEhotAsxlwaL8pTfZ1LsXaXihOdL9jd0FwFLZ4VzoSAfsCuAA12iMNXGe/yWgOO4+zPV+6J9ysXpyBdUa6+Y8ZD49Gs4HfXEBehsusR4FVRoHLn+YR7Yt81+AsPZyM3gct2ckdtJgVrwiIgAiIwCATUOwiIAIiIAIiIAIiIAIiIAIiIAIiIALDT0ArFIGhIxBRreY4cJmJTL0Tf+2L1h0n1OGyKgmaoMZMaRkCxob7EHNc9occztu+mOTVacs8djRNNgXoj753n2T7wTmYjsbFlhsbKfyiid/+qgOUFc26DSMHrnOTGlz6Arjebe8D748nd+DXoAWIgAiIgAiIgAgMCAGFKQIiIAIiIAIiIAIiIAIiIAIiIAIiMPwEhnWFzWYThw6GHi6Pvik67jzOvmi1r4B7ONUQuA5wCBRoL91DaHngiiKtm8l8AqGo4+RTKQC7CMep2ALEbs4zBL7s57K5jAgKwIS09w+p0uIUgCTSAjB+bcNGLm5AbOKGZ4zRCcs8BywodRCQANwBQ0UREAEREAEREAEREIGeEZBjERABERABERABERABERABERABERhoAvYzw3svm0VkIaLZo7U4nHhqhhA6/bcVM8t7NG333PbcE+VEBIqxcCaSR+zZW0cMFM1NXWwJkd0Mwrscu0+IiG4GnvpmOW83ZxgCX2k/IuyEZr6KRt3jx9/lGTYV0sRf+5lmRKS943IjbcPJUQC+RYboD3LeCs3BObdht8PiwNAPy1q0DhEQAREQAREQAREQAREQgb4koKBEQAREQAREQAREQAREQAREYBgIRBy4jAKTqVcUgbu/IpPHgIntDnm+VL7hvN2fcKA9mtYbfcTFF83BZTmcd7RuLqm1By6Dzx1Oudwo6nX91PDqhB27KcrGDD//32mWLdkLY19rO0rAVi8/DLbTbj1ly1He7cHocfzlgKtfaweKMAfY1NDVJuDbBeUiIAIiIAIiIAIiIAIiIAIiIAIi0HUCcigCIiACIiACIiACIiACQ0IghICDl+VAMKWJeVfXZYpWAbgmdp/Y8m0Kp6laKYeuRQS4B+QSyevSPxQo6pS7DKHZonHdq5x8eY8so2xJcdO2pXueh82T7U2GH38/AyJ5gXuD1plestR1bxenQNqEgJvcqo48X7cnDOtl1I/52jShCIiACIiACIiACIiACIiACIiACIjA8BPQCkVABERABERABERgmAhEFNi/l7IKtSaXxKdur44CMJo47sQKisJ12/mQ+mtSXtyBvZdyeYbMjMVepCtcGcjSl9muF+6HzKenAJyjqBVcV/nOsNDdZD8BHj1uc5ftcI5zQPvSCfj/AwAA//+jcbNpAAAABklEQVQDAAHaQoHWMCLcAAAAAElFTkSuQmC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58668" y="3433572"/>
            <a:ext cx="11439144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800" b="1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Recom</a:t>
            </a:r>
            <a:r>
              <a:rPr lang="en-US" sz="68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(website): </a:t>
            </a:r>
            <a:r>
              <a:rPr lang="en-US" sz="6800" b="1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умный</a:t>
            </a:r>
            <a:r>
              <a:rPr lang="en-US" sz="68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 </a:t>
            </a:r>
            <a:r>
              <a:rPr lang="en-US" sz="6800" b="1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маркетплейс</a:t>
            </a:r>
            <a:r>
              <a:rPr lang="en-US" sz="68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 с </a:t>
            </a:r>
            <a:r>
              <a:rPr lang="en-US" sz="6800" b="1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персонал</a:t>
            </a:r>
            <a:r>
              <a:rPr lang="ru-RU" sz="6800" b="1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изированной</a:t>
            </a:r>
            <a:r>
              <a:rPr lang="ru-RU" sz="68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 рекомендательной системой</a:t>
            </a:r>
            <a:endParaRPr lang="en-US" sz="6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09220" y="9121140"/>
            <a:ext cx="11439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sz="3600" b="1" dirty="0" smtClean="0">
                <a:solidFill>
                  <a:srgbClr val="DED5FF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Разработали: Шилов Богдан </a:t>
            </a:r>
            <a:r>
              <a:rPr lang="en-US" sz="3600" b="1" dirty="0" smtClean="0">
                <a:solidFill>
                  <a:srgbClr val="DED5FF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&amp;</a:t>
            </a:r>
            <a:r>
              <a:rPr lang="ru-RU" sz="3600" b="1" dirty="0" smtClean="0">
                <a:solidFill>
                  <a:srgbClr val="DED5FF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 Бондаренко Артём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bright-minimalism/intro-image-right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WXLDuhIYUFKryFCVzbwk+99JFpAUlW5LvFeiLVsDBwzHJZgUB6D7wB8qdsE6nf0QIECAAAECBAgQIECAAAECrQvIjwCBpwWmuPL/ns//bzr/53/8n/P//O+x/a/T+X8t2n/i/X/+W5ybW7xfXvO//8t0zrY87v13TyZM/A34G/A34G/A34C/AX8D6/0NnAY/HQtInQABAgQIECBAgAABAgQIEGhfQIYECBAgQIAAAQIECPQkoADc02zLlcCtgH0CBAgQIECAAAECBAgQIEDgV4HxenZ+gDaerwdq2oiVAAECBAgQIECgO4H582t3iUuYAAECPQvInQABAgQIECBAgAABAgSeEFgUfM9zRThvnffzmmx5bNHy+myLw94S2E3AQAQIECBAgECfAgrAfc67rAkQIECgXwGZEyBAgAABAgQIECDwSCALudkW56co9k5xLE/lNt/H2+EUB/Lh2txuVwjndXmNRoAAgYMEDEuAAAECHQvk59OO05c6AQIECBAgQKAnAbkSIECAAAECBAi8LRBF4K/VvLH96iOKv1/bX35loVgh+BcgpwgQIEBgIwHdEiDQu4ACcO9/AfInQIAAAQIECBDoQ0CWBAgQIECAwPMCWdyNlg/OcpXv8ze6kgABAgQIECBwsIDhCYRAfo6NjRcBAgQIECBAgAABAgQItCogLwIECBD4UCCKwd96mFcCfztxc+Cn+25O2yVAgAABAgQIECCwpsDclwLwLGFLgAABAgQIECBAgAABAgTaE5ARAQIbCiz/xfPXv4i+jpcP3eZ2PWRDgAABAgQIECBAYBeB/By6y0AGKUlALAQIECBAgAABAgQIECBAgED7AjIkQIAAAQIECBAgQKBHAQXgHmddzn0LyJ4AAQIECBAgQIAAAQIECBB4TeDBv3vO7wcu9uHaaxm6mgABAgQIECBAoCEBn1EbmkypECBA4C8B5wkQIECAAAECBAgQIEDgCYEs+Eb7+hfPsb27I7/Xd253J7whUI6ASAgQIECAAIG+BRSA+55/2RMgQIBAPwIyJUCAAAECBAgQIEDgL4Es9ma7Xres884rfvOBWrbrZTYECBAoSUAsBAgQIEBg8FnVHwEBAgQIECBAoHkBCRIgQIAAAQIECLwtEAXhuRCc27f7cSMBAgQIENhcwAAECBC4CCgAXxz8JkCAAAECBAgQINCmgKwIECBAgACBVQSiDjxkW6UznRAgQIAAAQIE1hbQH4EbAQXgGwy7BAgQIECAAAECBAgQaElALgQIECCwooDlvyti6ooAAQIECBAgQGBNgWVfCsBLEe8JECBAgAABAgQIECBAgED9AjIgQGAlgTEKvz+t/J1W6l83BAgQIECAAAECBNYWUABeW7To/gRHgAABAgQIECBAgAABAgQItC8gQwIECBAgQIAAAQIEehZQAO559uXel4BsCRAgQIAAAQIECBAgQIAAgZcE5pW/p/Mw5EO0XA38UgdHXGxMAgQIECBAgACB7gXys2v3CAAIECDQuoD8CBAgQIAAAQIECBAgQOANgSj8vnGXWwgcJmBgAgQIECBAgEAKKACngkaAAAECBNoVkBkBAgQIECBAgAABAs8KZME32+L6aRyG/M7fc2znUx6qzRK2BAgUIiAMAgQIECDwj4DPqv9Q2CFAgAABAgQItCYgHwIECBAgQIAAAQIECBAgQKB9ARkSIEDgXkAB+N7DOwIECBAgQIAAAQJtCMiCAAECBAgQeF8gVwFHywdnp9g+6miMc9kenXecAAECBAgQILC5gAEI/CCQn2N/OOwQAQIECBAgQIAAAQIECNQqIG4CBAgQWFkgCr3Dzb9/Xrl33REgQIAAAQIECBB4S+DRTQrAj2QcJ0CAAAECBAgQIECAAAEC9QmImACBDQWmKAJP0X+u+s0Wu14ECBAgQIAAAQIEihNQAC5uSrYISJ8ECBAgQIAAAQIECBAgQIBA+wIyJECAAAECBAgQIECAwDAoAPsrINC6gPwIECBAgAABAgQIECBAgACBzwTGz27f5W6DECBAgAABAgQIELgKKABfIWwIECDQooCcCBAgQIAAAQIECBAgQOANgSz4Rvv6l8+xfaMHtxDYVcBgBAgQIECAAIFbAQXgWw37BAgQIECgHQGZECBAgAABAgQIECDwqkAWe7Nd7zvHNltsvAgQIFCqgLgIECBAgMA3AQXgbyQOECBAgAABAgRqFxA/AQIECBAgQIDAagJREM4icLbV+tQRAQIECBBYRUAnBAgQ+FlAAfhnF0cJECBAgAABAgQI1CkgagIECBAgQGATgagD3/V7jgNzuzvhDQECBAgQIEBgDwFjEPhFQAH4FxynCBAgQIAAAQIECBAgUJOAWAkQIECAAAECBAgQIECAAIH2Bf7KUAH4LyHnCRAgQIAAAQIECBAgQIBA+QIiJEBgI4HxPAzjcPk5xX4+TMuVv5cjfhMgQIAAAQIECBAoTyA/s5YXlYhWEtANAQIECBAgQIAAAQIECBAg0L6ADHcRiOLvLuMYhAABAgQIECBAgMCHAgrAHwK6nUCxAgIjQIAAAQIECBAgQIAAAQIEPhJYrvzN1cBzh9O8c/TW+AQIECBAgAABAgQWAgrACxBvCRAg0IKAHAgQIECAAAECBAgQIEBgBQGrfldA1MWWAvomQIAAAQIECPwkoAD8k4pjBAgQIECgXgGREyBAgAABAgQIECDwrkAWfLMt7p/GYcgVv7ff/euh2gLJWwIE9hYwHgECBAgQeCjgs+pDGicIECBAgAABArUJiJcAAQIECBAgQIAAAQIECBBoX0CGBAgQ+F1AAfh3H2cJECBAgAABAgQI1CEgSgIECBAgQGA9gVwFHC0fnJ1i+6jjMc5le3TecQIECBAgQIDA6gI6JPCEQH6OfeIylxAgQIAAAQIECBAgQIBAqQLiIkCAAIGNBaLQO4wbj6F7AgQIECBAgAABAn8IPHtaAfhZKdcRIECAAAECBAgQIECAAIHyBEREgMCOAlMUgacYL1f9ZotdLwIECBAgQIAAAQLFCSgAFzclawSkDwIECBAgQIAAAQIECBAgQKB9ARkSIECAAAECBAgQIEDgu4AC8HcTRwjULSB6AgQIECBAgAABAgQIECBAYF2Bcd3uVulNJwQIECBAgAABAgQeCCgAP4BxmAABAjUKiJkAAQIECBAgQIAAAQIEVhDIgm+0r3/5HNsVetQFgVUFdEaAAAECBAgQ+E1AAfg3HecIECBAgEA9AiIlQIAAAQIECBAgQOBTgSz2Zrv2c45ttth4ESBAoBQBcRAgQIAAgT8FFID/JHIBAQIECBAgQKB0AfERIECAAAECBAhsJhAF4SwCZ9tsDB0TIECAAIGnBFxEgACB5wQUgJ9zchUBAgQIECBAgACBMgVERYAAAQIECOwiEHXgu3HOcWBudye8IUCAAAECBAhsIaBPAi8IKAC/gOVSAgQIECBAgAABAgQIlCQgFgIECBAgQIAAAQIECBAgQKB9gVczVAB+Vcz1BAgQIECAAAECBAgQIEDgeAERECCwk8B4HoZxuPycYj8fpuXK38sRvwkQIECAAAECBAiUJ5CfWcuLSkRvCriNAAECBAgQIECAAAECBAgQaF9AhocIRPH3kHENSoAAAQIECBAgQOBFAQXgF8FcTqBYAYERIECAAAECBAgQIECAAAECqwosV/7mauB5gGne2XtrPAIECBAgQIAAAQJ/CCgA/wHkNAECBGoQECMBAgQIECBAgAABAgQIbCBg1e8GqLr8RMC9BAgQIECAAIFnBBSAn1FyDQECBAgQKFdAZAQIECBAgAABAgQIrCWQBd9si/6mcRhyxe/td/96qLZA8pYAga0F9E+AAAECBJ4W8Fn1aSoXEiBAgAABAgRKExAPAQIECBAgQIAAAQIECBAg0L6ADAkQIPCagALwa16uJkCAAAECBAgQIFCGgCgIECBAgACB7QRyFXC0fHB2iu2jgcY4l+3ReccJECBAgAABAh8L6IDAGwL5OfaN29xCgAABAgQIECBAgAABAkcJGJcAAQIEdhaIQu8w7jym4QgQIECAAAECBLoXeBdAAfhdOfcRIECAAAECBAgQIECAAIH9BYxIgMCBAlMUgacYP1f9ZotdLwIECBAgQIAAAQLFCSgAFzcl7wTkHgIECBAgQIAAAQIECBAgQKB9ARkSIECAAAECBAgQIEDgbwEF4L+NXEGgbAHRESBAgAABAgQIECBAgAABAtsKjNt2/1TvLiJAgAABAgQIECDwpIAC8JNQLiNAgECJAmIiQIAAAQIECBAgQIAAgQ0EsuAb7etfPsd2gxF0SeAlARcTIECAAAECBF4RUAB+Rcu1BAgQIECgHAGRECBAgAABAgQIECCwtkAWe7Nd+z3HNltsvAgQIHCUgHEJECBAgMDLAgrAL5O5gQABAgQIECBwtIDxCRAgQIAAAQIEdhOIgnAWgbPtNqaBCBAgQIDAl4BfBAgQeE9AAfg9N3cRIECAAAECBAgQOEbAqAQIECBAgMAhAlEHvhv3HAfmdnfCGwIECBAgQIDAGgL6IPCBgALwB3huJUCAAAECBAgQIECAwJ4CxiJAgAABAgQIECBAgAABAgTaF/g0QwXgTwXdT4AAAQIECBAgQIAAAQIEthcwAgECBwmM52EYh8vPKfbzYVqu/L0c8ZsAAQIECBAgQIBAeQL5mbW8qET0pIDLCBAgQIAAAQIECBAgQIAAgfYFZFiEQBR/i4hDEAQIECBAgAABAgT+EFAA/gPIaQLFCgiMAAECBAgQIECAAAECBAgQ2FRgufI3VwPPA07zztZb/RMgQIAAAQIECBB4UUAB+EUwlxMgQKAEATEQIECAAAECBAgQIECAwA4CVv3ugGyI3wScI0CAAAECBAi8I6AA/I6aewgQIECAwHECRiZAgAABAgQIECBAYCuBLPhmW/Q/jcOQK35vv/vXQ7UFkrcECKwtoD8CBAgQIPC2gM+qb9O5kQABAgQIECCwt4DxCBAgQIAAAQIECBAgQIAAgfYFZEiAAIHPBBSAP/NzNwECBAgQIECAAIF9BIxCgAABAgQI7CeQq4Cj5YOzU2wfDTzGuWyPzjtOgAABAgQIEHhZwA0EVhDIz7ErdKMLAgQIECBAgAABAgQIENhKQL8ECBAgcLBAFHqH8eAYDE+AAAECBAgQINC8wFoJKgCvJakfAgQIECBAgAABAgQIECCwvoAeCRAoSGCKIvAU8eSq32yx60WAAAECBAgQIECgOAEF4OKm5JmAXEOAAAECBAgQIECAAAECBAi0LyBDAgQIECBAgAABAgQIvC6gAPy6mTsIHCtgdAIECBAgQIAAAQIECBAgQGBfgXHf4b5G84sAAQIECBAgQIDAmwIKwG/CuY0AAQJHCBiTAAECBAgQIECAAAECBHYQyIJvtK9/+RzbHUY0BIE7AW8IECBAgAABAp8IKAB/oudeAgQIECCwc3AwfQAAEABJREFUn4CRCBAgQIAAAQIECBDYWiCLvdmu45xjmy02XgQIENhLwDgECBAgQOBjAQXgjwl1QIAAAQIECBDYWkD/BAgQIECAAAEChwlEQTiLwNkOi8HABAgQINCJgDQJECCwjoAC8DqOeiFAgAABAgQIECCwjYBeCRAgQIAAgSIEog58F8c5Dszt7oQ3BAgQIECAAIF3BNxDYEUBBeAVMXVFgAABAgQIECBAgACBNQX0RYAAAQIECBAgQIAAAQIECLQvsHaGCsBri+qPAAECBAgQIECAAAECBAh8LqAHAgQKERjPwzAOl59T7OfDtFz5ezniNwECBAgQIECAAIHyBPIza3lRieiBgMMECBAgQIAAAQIECBAgQIBA+wIyLFIgir9FxiUoAgQIECBAgAABAgsBBeAFiLcEihUQGAECBAgQIECAAAECBAgQILCrwHLlb64GngOY5p21t/ojQIAAAQIECBAg8KGAAvCHgG4nQIDAHgLGIECAAAECBAgQIECAAIEDBKz6PQC97yFlT4AAAQIECBBYQ0ABeA1FfRAgQIAAge0E9EyAAAECBAgQIECAwF4CWfDNthhvGochV/zefvevh2oLJG8JEPhUwP0ECBAgQGA1AZ9VV6PUEQECBAgQIEBgbQH9ESBAgAABAgQIECBAgAABAu0LyJAAAQLrCigAr+upNwIECBAgQIAAAQLrCOiFAAECBAgQOE4gVwFHywdnp9g+CmSMc9kenXecAAECBAgQIPCngAsIbCCQn2M36FaXBAgQIECAAAECBAgQIPCugPsIECBAoDCBKPQOY2ExCYcAAQIECBAgQKB6ga0SUADeSla/BAgQIECAAAECBAgQIEDgdQF3ECBQsMAUReAp4stVv9li14sAAQIECBAgQIBAcQIKwMVNyU8BOUaAAAECBAgQIECAAAECBAi0LyBDAgQIECBAgAABAgQIfC6gAPy5oR4IbCugdwIECBAgQIAAAQIECBAgQOBYgXGH4Q1BgAABAgQIECBAYCUBBeCVIHVDgACBLQT0SYAAAQIECBAgQIAAAQIHCGTBN9rXv3yO7QERGLIzAekSIECAAAECBNYUUABeU1NfBAgQIEBgPQE9ESBAgAABAgQIECCwt0AWe7Ndxz3HNltsvAgQILCVgH4JECBAgMDqAgrAq5PqkAABAgQIECDwqYD7CRAgQIAAAQIEihGIgnAWgbMVE5NACBAgQKARAWkQIEBgGwEF4G1c9UqAAAECBAgQIEDgPQF3ESBAgAABAkUKRB34Lq5zHJjb3QlvCBAgQIAAAQLPCLiGwIYCCsAb4uqaAAECBAgQIECAAAECrwi4lgABAgQIECBAgAABAgQIEGhfYOsMFYC3FtY/AQIECBAgQIAAAQIECBD4W8AVBAgUKjCeh2EcLj+n2M+Habny93LEbwIECBAgQIAAAQLlCeRn1vKiEtFVwIYAAQIECBAgQIAAAQIECBBoX0CGVQhE8beKOAVJgAABAgQIECDQvYACcPd/AgCKFRAYAQIECBAgQIAAAQIECBAgcKjAcuVvrgaeA5rmnU+37idAgAABAgQIECCwsoAC8MqguiNAgMAaAvogQIAAAQIECBAgQIAAgQIErPotYBLaDkF2BAgQIECAAIEtBBSAt1DVJwECBAgQeF/AnQQIECBAgAABAgQIHCWQBd9si/GncRhyxe/td/96qLZA8pYAgVcFXE+AAAECBDYT8Fl1M1odEyBAgAABAgReFXA9AQIECBAgQIAAAQIECBAg0L6ADAkQILCtgALwtr56J0CAAAECBAgQIPCcgKsIECBAgACBcgRyFXC0fHB2iu2jwMY4l+3ReccJECBAgAABAt8EHCCwg0B+jt1hGEMQIECAAAECBAgQIECAwCMBxwkQIECgcIEo9A5j4TEKjwABAgQIECBAoHiBvQJUAN5L2jgECBAgQIAAAQIECBAgQOC7gCMECFQkMEUReIp4c9Vvttj1IkCAAAECBAgQIFCcgAJwcVOSAWkECBAgQIAAAQIECBAgQIBA+wIyJECAAAECBAgQIECAwPoCCsDrm+qRwGcC7iZAgAABAgQIECBAgAABAgTKEhg3CEeXBAgQIECAAAECBDYSUADeCFa3BAgQeEfAPQQIECBAgAABAgQIECBQgEAWfKN9/cvn2BYQkRAaE5AOAQIECBAgQGBLAQXgLXX1TYAAAQIEnhdwJQECBAgQIECAAAECRwtksTfbNY5zbLPFxosAAQJrCeiHAAECBAhsLqAAvDmxAQgQIECAAAECfwk4T4AAAQIECBAgUKxAFISzCJyt2BgFRoAAAQKVCAiTAAEC+wgoAO/jbBQCBAgQIECAAAECPws4SoAAAQIECFQhEHXguzjPcWBudye8IUCAAAECBAj8JOAYgR0FFIB3xDYUAQIECBAgQIAAAQIEbgXsEyBAgAABAgQIECBAgAABAu0L7J2hAvDe4sYjQIAAAQIECBAgQIAAAQLDwIAAgUoExvMwjMPl5xT7+TAtV/5ejvhNgAABAgQIECBAoDyB/MxaXlTdRiRxAgQIECBAgAABAgQIECBAoH0BGVYpEMXfKuMWNAECBAgQIECAQHcCCsDdTbmEixUQGAECBAgQIECAAAECBAgQIFCUwHLlb64GngOc5p1Xt64nQIAAAQIECBAgsLGAAvDGwLonQIDAMwKuIUCAAAECBAgQIECAAIECBaz6LXBS6g5J9AQIECBAgACBPQQUgPdQNgYBAgQIEHgs4AwBAgQIECBAgAABAqUIZME32yKeaRyGXPF7+92/HqotkLwlQOAvAecJECBAgMBuAj6r7kZtIAIECBAgQIDAUsB7AgQIECBAgAABAgQIECBAoH0BGRIgQGBfAQXgfb2NRoAAAQIECBAgQOAi4DcBAgQIECBQrkCuAo6WD85OsX0U6Bjnsj067zgBAgQIECBAYEBA4ACB/Bx7wLCGJECAAAECBAgQIECAQL8CMidAgACBygSi0DuMlcUsXAIECBAgQIAAgcMFjgpAAfgoeeMSIECAAAECBAgQIECAQI8CciZAoGKBKYrAU8Sfq36zxa4XAQIECBAgQIAAgeIEFICLmBJBECBAgAABAgQIECBAgAABAu0LyJAAAQIECBAgQIAAAQLbCygAb29sBAK/CzhLgAABAgQIECBAgAABAgQIlC0wrhCeLggQIECAAAECBAjsJKAAvBO0YQgQIPCTgGMECBAgQIAAAQIECBAgUKBAFnyjff3L59gWGKGQKhMQLgECBAgQIEBgTwEF4D21jUWAAAECBP4VsEeAAAECBAgQIECAQGkCWezNdo3rHNtssfEiQIDAuwLuI0CAAAECuwsoAO9ObkACBAgQIECAAAECBAgQIECAAIFqBKIgnEXgbNXELFACBAgQKERAGAQIEDhGQAH4GHejEiBAgAABAgQI9CogbwIECBAgQKBKgagD38V9jgNzuzvhDQECBAgQIEAgBTQCBwooAB+Ib2gCBAgQIECAAAECBPoSkC0BAgQIECBAgAABAgQIECDQvsDRGSoAHz0DxidAgAABAgQIECBAgACBHgTkSIBApQLjeRjG4fJziv18mJYrfy9H/CZAgAABAgQIECBQnkB+Zi0vqm4ikigBAgQIECBAgAABAgQIECDQvoAMmxCI4m8TeUiCAAECBAgQIECgeQEF4OanWILFCgiMAAECBAgQIECAAAECBAgQKFpgufI3VwPPAU/zzl9b5wkQIECAAAECBAjsLKAAvDO44QgQIJACGgECBAgQIECAAAECBAhUIGDVbwWTVHaIoiNAgAABAgQIHCGgAHyEujEJECBAoGcBuRMgQIAAAQIECBAgUKpAFnyzLeKbxmHIFb+33/3rodoCyVsCBJYC3hMgQIAAgcMEfFY9jN7ABAgQIECAQH8CMiZAgAABAgQIECBAgAABAgTaF5AhAQIEjhVQAD7W3+gECBAgQIAAAQK9CMiTAAECBAgQqEcgVwFHywdnp9g+CnyMc9kenXecAAECBAgQ6FBAygQKEMjPsQWEIQQCBAgQIECAAAECBAi0KyAzAgQIEKhcIAq9w1h5DsInQIAAAQIECBDYXKCUARSAS5kJcRAgQIAAAQIECBAgQIBAiwJyIkCgIYEpisBT5JOrfrPFrhcBAgQIECBAgACB4gQUgA+ZEoMSIECAAAECBAgQIECAAAEC7QvIkAABAgQIECBAgAABAvsLKADvb27E3gXkT4AAAQIECBAgQIAAAQIECNQlML4RrlsIECBAgAABAgQIHCSgAHwQvGEJEOhTQNYECBAgQIAAAQIECBAgUIFAFnyjff3L59hWELEQCxMQDgECBAgQIEDgSAEF4CP1jU2AAAECPQnIlQABAgQIECBAgACB0gWy2JvtGuc5ttli40WAAIFnBVxHgAABAgQOF1AAPnwKBECAAAECBAi0LyBDAgQIECBAgACBagWiIJxF4GzV5iBwAgQIENhJwDAECBAoQ0ABuIx5EAUBAgQIECBAgECrAvIiQIAAAQIEmhCIOvBdHuc4MLe7E94QIECAAAECfQrImkBBAgrABU2GUAgQIECAAAECBAgQaEtANgQIECBAgAABAgQIECBAgED7AqVlqABc2oyIhwABAgQIECBAgAABAgRaEJADAQKNCIznYRiHy88p9vNhWq78vRzxmwABAgQIECBAgEB5AvmZtbyomo1IYgQIECBAgAABAgQIECBAgED7AjJsUiCKv03mJSkCBAgQIECAAIHmBBSAm5tSCRUrIDACBAgQIECAAAECBAgQIECgKoHlyt9cDTwnMM07y633BAgQIECAAAECBA4WUAA+eAIMT4BAHwKyJECAAAECBAgQIECAAIEKBaz6rXDSjg3Z6AQIECBAgACBEgQUgEuYBTEQIECAQMsCciNAgAABAgQIECBAoBaBLPhmW8Q7jcOQK35vv/vXQ7UFkrcECBAgQIAAAQLFCPisWsxUCIQAAQIECBBoT0BGBAgQIECAAAECBAgQIECAQPsCMiRAgEBZAgrAZc2HaAgQIECAAAECBFoRkAcBAgQIECBQr0CuAo6WD85OsX2UyBjnsj067zgBAgQIECDQgYAUCRQokJ9jCwxLSAQIECBAgAABAgQIEKhXQOQECBAg0JhAFHqHsbGcpEOAAAECBAgQIPCxQKkdKACXOjPiIkCAAAECBAgQIECAAIEaBcRMgEDDAlMUgafIL1f9ZotdLwIECBAgQIAAAQLFCSgA7zIlBiFAgAABAgQIECBAgAABAgTaF5AhAQIECBAgQIAAAQIEjhdQAD5+DkTQuoD8CBAgQIAAAQIECBAgQIAAgboFxifCdwkBAgQIECBAgACBQgQUgAuZCGEQINCmgKwIECBAgAABAgQIECBAoEKBLPhG+/qXz7GtMAMh7yxgOAIECBAgQIBASQIKwCXNhlgIECBAoCUBuRAgQIAAAQIECBAgUJtAFnuzXeM+x/+WxcsAABAASURBVDZbbLwIECDwSMBxAgQIECBQnIACcHFTIiACBAgQIECgfgEZECBAgAABAgQINCMQBeEsAmdrJieJECBAgMBKArohQIBAmQIKwGXOi6gIECBAgAABAgRqFRA3AQIECBAg0KRA1IHv8jrHgbndnfCGAAECBAgQ6ENAlgQKFlAALnhyhEaAAAECBAgQIECAQF0CoiVAgAABAgQIECBAgAABAgTaFyg9QwXg0mdIfAQIECBAgAABAgQIECBQg4AYCRBoVGA8D8M4XH5OsZ8P03Ll7+WI3wQIECBAgAABAgTKE8jPrOVF1UxEEiFAgAABAgQIECBAgAABAgTaF5BhFwJR/O0iT0kSIECAAAECBAhUL6AAXP0USqBYAYERIECAAAECBAgQIECAAAECVQssV/7mauA5oWnesSVAgAABAgQIECBQmIACcGETIhwCBNoQkAUBAgQIECBAgAABAgQINCBg1W8Dk7htCnonQIAAAQIECJQooABc4qyIiQABAgRqFhA7AQIECBAgQIAAAQK1CmTBN9si/mkchlzxe/vdvx6qLZC8JdCfgIwJECBAgECxAj6rFjs1AiNAgAABAgTqExAxAQIECBAgQIAAAQIECBAg0L6ADAkQIFC2gAJw2fMjOgIECBAgQIAAgVoExEmAAAECBAi0I5CrgKPlg7NTbB8lNsa5bI/OO06AAAECBAg0KCAlAhUI5OfYCsIUIgECBAgQIECAAAECBMoVEBkBAgQINC4Qhd5hbDxH6REgQIAAAQIECPwpUMsFCsC1zJQ4CRAgQIAAAQIECBAgQKBEATERINCRwBRF4CnyzVW/2WLXiwABAgQIECBAgEBxAgrAm0yJTgkQIECAAAECBAgQIECAAIH2BWRIgAABAgQIECBAgACB8gQUgMubExHVLiB+AgQIECBAgAABAgQIECBAoC2B8Yd0HCJAgAABAgQIECBQqIACcKETIywCBOoUEDUBAgQIECBAgAABAgQINCCQBd9oX//yObYNZCSFlQV0R4AAAQIECBAoWUABuOTZERsBAgQI1CQgVgIECBAgQIAAAQIEahfIYm+2ax7n2GaLjRcBAgRmAVsCBAgQIFC8gAJw8VMkQAIECBAgQKB8ARESIECAAAECBAg0KxAF4SwCZ2s2R4kRIECAwJMCLiNAgEAdAgrAdcyTKAkQIECAAAECBEoVEBcBAgQIECDQhUDUge/yPMeBud2d8IYAAQIECBBoU0BWBCoSUACuaLKESoAAAQIECBAgQIBAWQKiIUCAAAECBAgQIECAAAECBNoXqC1DBeDaZky8BAgQIECAAAECBAgQIFCCgBgIEOhEYDwPwzhcfk6xnw/TcuXv5YjfBAgQIECAAAECBMoTyM+s5UVVbUQCJ0CAAAECBAgQIECAAAECBNoXkGGXAlH87TJvSRMgQIAAAQIECFQnoABc3ZQJuFgBgREgQIAAAQIECBAgQIAAAQJNCSxX/uZq4OGa4XTd2hAgQIAAAQIECBAoTUABuLQZEQ8BAlUKCJoAAQIECBAgQIAAAQIEGhSw6rfBSf0sJXcTIECAAAECBGoQUACuYZbESIAAAQIlC4iNAAECBAgQIECAAIFWBLLgm22RzzQOQ674vf3uXw/VFkjeEmhfQIYECBAgQKAaAZ9Vq5kqgRIgQIAAAQLlCYiIAAECBAgQIECAAAECBAgQaF9AhgQIEKhLQAG4rvkSLQECBAgQIECAQCkC4iBAgAABAgTaFchVwNHywdkpto8SHeNctkfnHSdAgAABAgQaEJACgQoF8nNshWELmQABAgQIECBAgAABAscJGJkAAQIEOhOIQu8wdpazdAkQIECAAAECBIZaCRSAa505cRMgQIAAAQIECBAgQIDAEQLGJECgY4EpisBT5J+rfrPFrhcBAgQIECBAgACB4gQUgFeZEp0QIECAAAECBAgQIECAAAEC7QvIkAABAgQIECBAgAABAuULKACXP0ciLF1AfAQIECBAgAABAgQIECBAgEDbAuMwDG1nKDsCBAgQIECAAIGGBBSAG5pMqRAgsL+AEQkQIECAAAECBAgQIECgQYEs+Eb7+pfPsW0wQym9KOByAgQIECBAgEBNAgrANc2WWAkQIECgJAGxECBAgAABAgQIECDQmkAWe7Nd8zrHNltsvAgQ6FdA5gQIECBAoDoBBeDqpkzABAgQIECAwPECIiBAgAABAgQIEOhGIArCWQTO1k3OEiVAgACBq4ANAQIE6hRQAK5z3kRNgAABAgQIECBwlIBxCRAgQIAAgS4Fog58l/c5Dszt7oQ3BAgQIECAQBsCsiBQsYACcMWTJ3QCBAgQIECAAAECBPYVMBoBAgQIECBAgAABAgQIECDQvkDtGSoA1z6D4idAgAABAgQIECBAgACBPQSMQYBApwLjeRjG4fJziv18mJYrfy9H/CZAgAABAgQIECBQnkB+Zi0vqmoiEigBAgQIECBAgAABAgQIECDQvoAMCYRAFH/jtxcBAgQIECBAgACB4gUUgIufIgEWKyAwAgQIECBAgAABAgQIECBAoGmBr5W/keG88jdXA8fbr9f09dsvAgQIECBAgAABAuUJKACXNyciIkCgAgEhEiBAgAABAgQIECBAgEAHAlb9djDJv6foLAECBAgQIECgRgEF4BpnTcwECBAgcKSAsQkQIECAAAECBAgQaFUgC77ZFvlN4zDkit/b7/71UG2B5C2B9gRkRIAAAQIEqhXwWbXaqRM4AQIECBAgsL+AEQkQIECAAAECBAgQIECAAIH2BWRIgACBugUUgOueP9ETIECAAAECBAjsJWAcAgQIECBAoB+BXAUcLR+c5ff/Pko8vxM426PzjhMgQIAAAQIVCgiZQAMC+Tm2gTSkQIAAAQIECBAgQIAAge0E9EyAAAECnQtEMXgYOzeQPgECBAgQIECgA4FWUlQAbmUm5UGAAAECBAgQIECAAAECWwjokwABAv8ITFEEnuJdrvrNFrteBAgQIECAAAECBIoTUAB+a0rcRIAAAQIECBAgQIAAAQIECLQvIEMCBAgQIECAAAECBAjUJ6AAXN+cifhoAeMTIECAAAECBAgQIECAAAEC7QvcZjjevrFPgAABAgQIECBAoGwBBeCy50d0BAgUJiAcAgQIECBAgAABAgQIEOhAIAu+0b7+5XNsO8hYigsBbwkQIECAAAECNQsoANc8e2InQIAAgT0FjEWAAAECBAgQIECAQOsCWezNds3zHNtssfEiQKAfAZkSIECAAIHqBRSAq59CCRAgQIAAAQLbCxiBAAECBAgQIECgW4EoCGcROFu3BhInQIBANwISJUCAQBsCCsBtzKMsCBAgQIAAAQIEthLQLwECBAgQIEAgBKIOHL//fZ3jwNz+PWqPAAECBAgQqFZA4AQaElAAbmgypUKAAAECBAgQIECAwLoCeiNAgAABAgQIECBAgAABAgTaF2gtQwXg1mZUPgQIECBAgAABAgQIECCwhoA+CBAg8CUwnodhHC4/p9jPh2m58vdyxG8CBAgQIECAAAEC5QnkZ9byoio2IoERIECAAAECBAgQIECAAAEC7QvIkMAPAlH8/eGoQwQIECBAgAABAgSKE1AALm5KBFSsgMAIECBAgAABAgQIECBAgACB9gVuMlyu/M3VwPPpad6xJUCAAAECBAgQIFCYgAJwYRMiHAIEyhQQFQECBAgQIECAAAECBAh0KGDVb3eTLmECBAgQIECAQAsCCsAtzKIcCBAgQGBLAX0TIECAAAECBAgQINCLQBZ8sy3yncZhyBW/t9/966HaAslbAvULyIAAAQIECDQj4LNqM1MpEQIECBAgQGB9AT0SIECAAAECBAgQIECAAAEC7QvIkAABAm0JKAC3NZ+yIUCAAAECBAgQWEtAPwQIECBAgEC/ArkKOFo+ODvF9hFEfidwtkfnHSdAgAABAgQqEBAigQYF8nNsg2lJiQABAgQIECBAgAABAu8LuJMAAQIECNwJZBF4vDviDQECBAgQIECAQAMCraagANzqzMqLAAECBAgQIECAAAECBN4RcA8BAgQeCkxRBJ7ibK76zRa7XgQIECBAgAABAgSKE1AAfmpKXESAAAECBAgQIECAAAECBAi0LyBDAgQIECBAgAABAgQI1C+gAFz/HMpgawH9EyBAgAABAgQIECBAgAABAu0L/Jbh+NtJ5wgQIECAAAECBAiUJaAAXNZ8iIYAgcIEhEOAAAECBAgQIECAAAECHQpkwTfa1798jm2HAt2lLGECBAgQIECAQEsCCsAtzaZcCBAgQGBNAX0RIECAAAECBAgQINCbQBZ7s13zPsc2W2y8CBBoV0BmBAgQIECgOQEF4OamVEIECBAgQIDA5wJ6IECAAAECBAgQIHAViIJwFoGzXY/YECBAgEAzAhIhQIBAmwIKwG3Oq6wIECBAgAABAgTeFXAfAQIECBAgQOAHgagD3x09x4G53Z3whgABAgQIEKhDQJQEGhZQAG54cqVGgAABAgQIECBAgMBrAq4mQIAAAQIECBAgQIAAAQIE2hdoPUMF4NZnWH4ECBAgQIAAAQIECBAg8IyAawgQIPCjwHgehnG4/JxiPx+m5crfyxG/CRAgQIAAAQIECJQnkJ9Zy4uqmIgEQoAAAQIECBAgQIAAAQIECLQvIEMCTwhE8feJq1xCgAABAgQIECBA4HABBeDDp0AAxQoIjAABAgQIECBAgAABAgQIEGhf4JcMlyt/czXwfPk079gSIECAAAECBAgQKExAAbiwCREOAQJlCIiCAAECBAgQIECAAAECBAgMVv02/0cgQQIECBAgQIBAiwIKwC3OqpwIECBA4BMB9xIgQIAAAQIECBAg0KtAFnyzLfKfxmHIFb+33/3rodoCyVsC9QmImAABAgQINCvgs2qzUysxAgQIECBA4HUBdxAgQIAAAQIECBAgQIAAAQLtC8iQAAECbQsoALc9v7IjQIAAAQIECBB4VsB1BAgQIECAAIFZIFcBR8sHZ6fYzoeX2/xO4GzL494TIECAAAECBQsIjUAHAvk5toM0pUiAAAECBAgQIECAAIHHAs4QIECAAIFfBbIIPP56hZMECBAgQIAAAQIVCPQSogJwLzMtTwIECBAgQIAAAQIECBD4ScAxAgQIPC0wRRF4iqtz1W+22PUiQIAAAQIECBAgUJyAAvCPU+IgAQIECBAgQIAAAQIECBAg0L6ADAkQIECAAAECBAgQINCegAJwe3Mqo08F3E+AAAECBAgQIECAAAECBAi0L/BKhuMrF7uWAAECBAgQIECAwLECCsDH+hudAIHCBIRDgAABAgQIECBAgAABAgSGLPhG+/qXz7El0p6AjAgQIECAAAECLQsoALc8u3IjQIAAgVcEXEuAAAECBAgQIECAQO8CWezNdnU4xzZbbLwIEGhHQCYECBAgQKB5AQXg5qdYggQIECBAgMDfAq4gQIAAAQIECBAg8ECXH/9fAAAQAElEQVQgCsJZBM724AqHCRAgQKAaAYESIECgDwEF4D7mWZYECBAgQIAAAQKPBBwnQIAAAQIECDwhEHXgu6vOcWBudye8IUCAAAECBMoUEBWBjgQUgDuabKkSIECAAAECBAgQIHAv4B0BAgQIECBAgAABAgQIECDQvkBvGSoA9zbj8iVAgAABAgQIECBAgACBFNAIECDwlMB4HoZxuPycYj8fpuXK38sRvwkQIECAAAECBAiUJ5CfWcuL6rCIDEyAAAECBAgQIECAAAECBAi0LyBDAm8IRPH3jbvcQoAAAQIECBAgQGB3AQXg3ckNWKyAwAgQIECAAAECBAgQIECAAIH2BV7IcLnyN1cDz7dP844tAQIECBAgQIAAgcIEFIALmxDhECBwjIBRCRAgQIAAAQIECBAgQIDANwGrfr+R1H5A/AQIECBAgACBHgQUgHuYZTkSIECAwG8CzhEgQIAAAQIECBAgQOAikAXfbJd3//yexmHIFb+33/3rodo/PHYI1CIgTgIECBAg0I2Az6rdTLVECRAgQIAAge8CjhAgQIAAAQIECBAgQIAAAQLtC8iQAAECfQkoAPc137IlQIAAAQIECBCYBWwJECBAgAABAo8EchVwtHxwdorto8vyO4GzPTrvOAECBAgQIFCAgBAIdCiQn2M7TFvKBAgQIECAAAECBAj0LCB3AgQIECDwkkAWgceX7nAxAQIECBAgQIBAAQK9hqAA3OvMy5sAAQIECBAgQIAAAQJ9CsiaAAECbwtMUQSe4u5c9Zstdr0IECBAgAABAgQIFCegAPw1JX4RIECAAAECBAgQIECAAAEC7QvIkAABAgQIECBAgAABAu0LKAC3P8cy/EvAeQIECBAgQIAAAQIECBAgQKB9gU8yHD+52b0ECBAgQIAAAQIE9hVQAN7X22gECBQmIBwCBAgQIECAAAECBAgQIPBNIAu+0b7+5XNsv513oDoBARMgQIAAAQIEehJQAO5ptuVKgAABArcC9gkQIECAAAECBAgQIHAvkMXebNej59hmi40XAQL1CoicAAECBAh0J6AA3N2US5gAAQIECBAYBgYECBAgQIAAAQIEnhSIgnAWgbM9eYfLCBAgQKAYAYEQIECgTwEF4D7nXdYECBAgQIAAgX4FZE6AAAECBAgQeEMg6sB3d53jwNzuTnhDgAABAgQIlCEgCgIdCygAdzz5UidAgAABAgQIECDQm4B8CRAgQIAAAQIECBAgQIAAgfYFes9QAbj3vwD5EyBAgAABAgQIECBAoA8BWRIgQOAtgfE8DONw+TnFfj5My5W/lyN+EyBAgAABAgQIEChPID+zlhfVbhEZiAABAgQIECBAgAABAgQIEGhfQIYEVhCI4u8KveiCAAECBAgQIECAwOYCCsCbExugWAGBESBAgAABAgQIECBAgAABAu0LfJDhcuVvrgaeu5vmHVsCBAgQIECAAAEChQkoABc2IcIhQGAfAaMQIECAAAECBAgQIECAAIE/Baz6/ZOo9AvER4AAAQIECBDoUUABuMdZlzMBAgT6FpA9AQIECBAgQIAAAQIEfhbIgm+2xdlpHIZc8Xv73b8eqi2QvCVQnoCICBAgQIBAtwI+q3Y79RInQIAAAQI9CsiZAAECBAgQIECAAAECBAgQaF9AhgQIEOhbQAG47/mXPQECBAgQIECgHwGZEiBAgAABAgSeFchVwNHywdkpto9uy+8EzvbovOMECBAgQIDAAQKGJEBgyM+xGAgQIECAAAECBAgQINC0gOQIECBAgMBHAlkEHj/qwc0ECBAgQIAAAQI7CBjiIqAAfHHwmwABAgQIECBAgAABAgTaFJAVAQIEVhOYogg8RW+56jdb7HoRIECAAAECBAgQKE6g0wJwcfMgIAIECBAgQIAAAQIECBAgQGB1AR0SIECAAAECBAgQIECgPwEF4P7mXMYECBAgQIAAAQIECBAgQIAAgfYF1sxwXLMzfREgQIAAAQIECBDYVkABeFtfvRMgUJiAcAgQIECAAAECBAgQIECAwJ8CWfCN9vUvn2P75/UuKE5AQAQIECBAgACBngUUgHuefbkTIECgLwHZEiBAgAABAgQIECBA4HeBLPZmu151jm222HgRIFCPgEgJECBAgED3AgrA3f8JACBAgAABAj0IyJEAAQIECBAgQIDAmwJREM4icLY3e3AbAQIECOwmYCACBAgQSAEF4FTQCBAgQIAAAQIE2hWQGQECBAgQIEBgBYGoA9/1co4Dc7s74Q0BAgQIECBwjIBRCRD4R0AB+B8KOwQIECBAgAABAgQItCYgHwIECBAgQIAAAQIECBAgQKB9ARneCygA33t4R4AAAQIECBAgQIAAAQJtCMiCAAECqwiM52EYh8vPKfbzYVqu/L0c8ZsAAQIECBAgQIBAeQL5mbW8qDaLSMcECBAgQIAAAQIECBAgQIBA+wIyJLCBQBR/N+hVlwQIECBAgAABAgRWF1AAXp1Uh8UKCIwAAQIECBAgQIAAAQIECBBoX2DFDJcrf3M18Nz9NO/YEiBAgAABAgQIEChMQAG4sAkRDgEC2wjolQABAgQIECBAgAABAgQIvCxg1e/LZEffYHwCBAgQIECAAIFhUAD2V0CAAAECrQvIjwABAgQIECBAgAABAs8JZME32+LqaRyGXPF7+92/HqotkLwlcLyACAgQIECAAIGrgM+qVwgbAgQIECBAoEUBOREgQIAAAQIECBAgQIAAAQLtC8iQAAECBG4FFIBvNewTIECAAAECBAi0IyATAgQIECBAgMC7ArkKOFo+ODvF9lE3+Z3A2R6dd5wAAQIECBDYQcAQBAh8E8jPsd8OOkCAAAECBAgQIECAAIGaBcROgAABAgRWFcgi8LhqjzojQIAAAQIECBBYQUAXPwsoAP/s4igBAgQIECBAgAABAgQI1CkgagIECGwmMEUReIrec9Vvttj1IkCAAAECBAgQIFCcQCcF4OLcBUSAAAECBAgQIECAAAECBAisLqBDAgQIECBAgAABAgQIEFAA9jfQvoAMCRAgQIAAAQIECBAgQIAAgfYFtsxw3LJzfRMgQIAAAQIECBBYV0ABeF1PvREgUJiAcAgQIECAAAECBAgQIECAwMsCWfCN9vUvn2P78v1u2F3AgAQIECBAgAABAv8KKAD/a2GPAAECBNoSkA0BAgQIECBAgAABAgReE8hib7brXefYZouNFwEC5QqIjAABAgQIEFgIKAAvQLwlQIAAAQIEWhCQAwECBAgQIECAAIGVBKIgnEXgbCv1qBsCBAgQWE1ARwQIECDwk4AC8E8qjhEgQIAAAQIECNQrIHICBAgQIECAwAYCUQe+6/UcB+Z2d8IbAgQIECBAYB8BoxAg8FBAAfghjRMECBAgQIAAAQIECNQmIF4CBAgQIECAAAECBAgQIECgfQEZ/i6gAPy7j7MECBAgQIAAAQIECBAgUIeAKAkQILCJwHgehnG4/JxiPx+m5crfyxG/CRAgQIAAAQIECJQnkJ9Zy4tqtYh0RIAAAQIECBAgQIAAAQIECLQvIEMCOwhE8XeHUQxBgAABAgQIECBA4GMBBeCPCXVQrIDACBAgQIAAAQIECBAgQIAAgfYFNsxwufI3VwPPw03zji0BAgQIECBAgACBwgQUgAubEOEQILCOgF4IECBAgAABAgQIECBAgMDHAlb9fky4dQf6J0CAAAECBAgQ+C6gAPzdxBECBAgQqFtA9AQIECBAgAABAgQIEHhPIAu+2RZ3T+Mw5Irf2+/+9VBtgeQtgf0FjEiAAAECBAg8EPBZ9QGMwwQIECBAgECNAmImQIAAAQIECBAgQIAAAQIE2heQIQECBAj8JqAA/JuOcwQIECBAgAABAvUIiJQAAQIECBAgsJZArgKOlg/OTrF91G1+J3C2R+cdJ0CAAAECBDYQ0CUBAn8K5OfYPy9yAQECBAgQIECAAAECBEoWEBsBAgQIENhUIIvA46Yj6JwAAQIECBAgQOAJAZc8J6AA/JyTqwgQIECAAAECBAgQIECgTAFRESBAYDeBKYrAU4yWq36zxa4XAQIECBAgQIAAgeIEGi0AF+csIAIECBAgQIAAAQIECBAgQGB1AR0SIECAAAECBAgQIECAwFJAAXgp4n39AjIgQIAAAQIECBAgQIAAAQIE2hfYM8Nxz8GMRYAAAQIECBAgQOAzAQXgz/zcTYBAYQLCIUCAAAECBAgQIECAAAECHwtkwTfa1798ju3H/elgdQEdEiBAgAABAgQIPBZQAH5s4wwBAgQI1CUgWgIECBAgQIAAAQIECHwmkMXebNdezrHNFhsvAgTKERAJAQIECBAg8IeAAvAfQE4TIECAAAECNQiIkQABAgQIECBAgMBGAlEQziJwto1G0C0BAgQIPC3gQgIECBB4RkAB+Bkl1xAgQIAAAQIECJQrIDICBAgQIECAwA4CUQe+G+UcB+Z2d8IbAgQIECBAYBsBvRIg8LSAAvDTVC4kQIAAAQIECBAgQKA0AfEQIECAAAECBAgQIECAAAEC7QvI8DUBBeDXvFxNgAABAgQIECBAgAABAmUIiIIAAQK7CIznYRiHy88p9vNhWq78vRzxmwABAgQIECBAgEB5AvmZtbyo3o7IjQQIECBAgAABAgQIECBAgED7AjIkcIBAFH8PGNWQBAgQIECAAAECBF4WUAB+mcwNxQoIjAABAgQIECBAgAABAgQIEGhfYMcMlyt/czXwPPw079gSIECAAAECBAgQKExAAbiwCREOAQLvCbiLAAECBAgQIECAAAECBAisLmDV7+qkn3bofgIECBAgQIAAgb8FFID/NnIFAQIECJQtIDoCBAgQIECAAAECBAisI5AF32yL3qZxGHLF7+13/3qotkDylsD2AkYgQIAAAQIEnhTwWfVJKJcRIECAAAECJQqIiQABAgQIECBAgAABAgQIEGhfQIYECBAg8IqAAvArWq4lQIAAAQIECBAoR0AkBAgQIECAAIGtBHIVcLR8cHaK7aNh8juBsz067zgBAgQIECCwgoAuCBB4WSA/x758kxsIECBAgAABAgQIECBwpICxCRAgQIDArgJZBB53HdFgBAgQIECAAAECwzBAeE9AAfg9N3cRIECAAAECBAgQIECAwDECRiVAgMBhAlMUgacYPVf9ZotdLwIECBAgQIAAAQLFCTRSAC7OVUAECBAgQIAAAQIECBAgQIDA6gI6JECAAAECBAgQIECAAIG/BBSA/xJyvnwBERIgQIAAAQIECBAgQIAAAQLtCxyZ4Xjk4MYmQIAAAQIECBAg8JqAAvBrXq4mQKAwAeEQIECAAAECBAgQIECAAIHVBbLgG+3rXz7HdvX+dfiygBsIECBAgAABAgSeF1AAft7KlQQIECBQloBoCBAgQIAAAQIECBAgsK5AFnuzXXs9xzZbbLwIEDhOwMgECBAgQIDAiwIKwC+CuZwAAQIECBAoQUAMBAgQIECAEUrIFAAAEABJREFUAAECBHYSiIJwFoGz7TSiYQgQIEDgHwE7BAgQIPCOgALwO2ruIUCAAAECBAgQOE7AyAQIECBAgACBAwSiDnw36jkOzO3uhDcECBAgQIDAOgJ6IUDgbQEF4Lfp3EiAAAECBAgQIECAwN4CxiNAgAABAgQIECBAgAABAgTaF5DhZwIKwJ/5uZsAAQIECBAgQIAAAQIE9hEwCgECBA4RGM/DMA6Xn1Ps58O0XPl7OeI3AQIECBAgQIAAgfIE8jNreVE9HZELCRAgQIAAAQIECBAgQIAAgfYFZEigAIEo/hYQhRAIECBAgAABAgQI/CmgAPwnkQuKFRAYAQIECBAgQIAAAQIECBAg0L7AgRkuV/7mauA5nGnesSVAgAABAgQIECBQmIACcGETIhwCBJ4TcBUBAgQIECBAgAABAgQIENhcwKrfzYn/GsB5AgQIECBAgACB1wUUgF83cwcBAgQIHCtgdAIECBAgQIAAAQIECGwjkAXfbIvep3EYcsXv7Xf/eqi2QPKWwPoCeiRAgAABAgTeFPBZ9U04txEgQIAAAQJHCBiTAAECBAgQIECAAAECBAgQaF9AhgQIECDwiYAC8Cd67iVAgAABAgQIENhPwEgECBAgQIAAgb0EchVwtHxwdorto2HzO4GzPTrvOAECBAgQIPCGgFsIEPhYID/HftyJDggQIECAAAECBAgQILClgL4JECBAgMChAlkEHg+NwOAECBAgQIAAgS4EJLmOgALwOo56IUCAAAECBAgQIECAAIFtBPRKgACBYgSmKAJPEU2u+s0Wu14ECBAgQIAAAQIEihOotABcnKOACBAgQIAAAQIECBAgQIAAgdUFdEiAAAECBAgQIECAAAECrwooAL8q5vrjBURAgAABAgQIECBAgAABAgQItC9QUoZjScGIhQABAgQIECBAgMDvAgrAv/s4S4BAYQLCIUCAAAECBAgQIECAAAECmwtkwTfa1798ju3m4xngm4ADBAgQIECAAAEC7wsoAL9v504CBAgQ2FfAaAQIECBAgAABAgQIENhWIIu92a6jnGObLTZeBAjsJ2AkAgQIECBA4EMBBeAPAd1OgAABAgQI7CFgDAIECBAgQIAAAQIHCURBOIvA2Q6KwLAECBDoSECqBAgQILCGgALwGor6IECAAAECBAgQ2E5AzwQIECBAgACBAgSiDnwXxTkOzO3uhDcECBAgQIDAewLuIkBgNQEF4NUodUSAAAECBAgQIECAwNoC+iNAgAABAgQIECBAgAABAgTaF5DhugIKwOt66o0AAQIECBAgQIAAAQIE1hHQCwECBIoQGM/DMA6Xn1Ps58O0XPl7OeI3AQIECBAgQIAAgfIE8jNreVE9jMgJAgQIECBAgAABAgQIECBAoH0BGRIoUCCKvwVGJSQCBAgQIECAAAEC3wQUgL+ROFCsgMAIECBAgAABAgQIECBAgACB9gUKynC58jdXA8/hTfOOLQECBAgQIECAAIHCBBSAC5sQ4RAg8LOAowQIECBAgAABAgQIECBAYHcBq353JzcgAQIECBAgQIDA5wIKwJ8b6oEAAQIEthXQOwECBAgQIECAAAECBPYRyIJvtsVo0zgMueL39rt/PVRbIHlL4HMBPRAgQIAAAQIrCfisuhKkbggQIECAAIEtBPRJgAABAgQIECBAgAABAgQItC8gQwIECBBYU0ABeE1NfREgQIAAAQIECKwnoCcCBAgQIECAwFECuQo4Wj44O8X2URj5ncDZHp13nAABAgQIEHhCwCUECKwukJ9jV+9UhwQIECBAgAABAgQIEPhEwL0ECBAgQKAogSwCj0VFJBgCBAgQIECAQBMCkthGQAF4G1e9EiBAgAABAgQIECBAgMB7Au4iQIBAsQJTFIGniC5X/WaLXS8CBAgQIECAAAECxQlUUgAuzk1ABAgQIECAAAECBAgQIECAwOoCOiRAgAABAgQIECBAgACBTwUUgD8VdP/2AkYgQIAAAQIECBAgQIAAAQIE2hcoOcOx5ODERoAAAQIECBAgQOBeQAH43sM7AgQKExAOAQIECBAgQIAAAQIECBDYXSALvtG+/uVzbHcfv8MBpUyAAAECBAgQILCegALwepZ6IkCAAIF1BfRGgAABAgQIECBAgACBfQWy2JvtOuo5ttli40WAwHYCeiZAgAABAgRWFlAAXhlUdwQIECBAgMAaAvogQIAAAQIECBAgUIhAFISzCJytkIiEQYAAgYYEpEKAAAECWwgoAG+hqk8CBAgQIECAAIH3BdxJgAABAgQIEChQIOrAd1Gd48Dc7k54Q4AAAQIECDwn4CoCBDYTUADejFbHBAgQIECAAAECBAi8KuB6AgQIECBAgAABAgQIECBAoH0BGW4roAC8ra/eCRAgQIAAAQIECBAgQOA5AVcRIECgSIHxPAzjcPk5xX4+TMuVv5cjfhMgQIAAAQIECBAoTyA/s5YX1T8R2SFAgAABAgQIECBAgAABAgTaF5AhgQoEovhbQZRCJECAAAECBAgQIDAoAPsjKFdAZAQIECBAgAABAgQIECBAgED7AgVnuFz5m6uB53CneceWAAECBAgQIECAQGECCsCFTYhwCBC4CPhNgAABAgQIECBAgAABAgQOF7Dqd/MpMAABAgQIECBAgMD6AgrA65vqkQABAgQ+E3A3AQIECBAgQIAAAQIEjhHIgm+2xejTOAy54vf2u389VFsgeUvgdQF3ECBAgAABAhsJ+Ky6EaxuCRAgQIAAgXcE3EOAAAECBAgQIECAAAECBAi0LyBDAgQIENhSQAF4S119EyBAgAABAgQIPC/gSgIECBAgQIBAKQK5CjhaPjg7xfZRWPmdwNkenXecAAECBAgQ+EHAIQIENhfIz7GbD2IAAgQIECBAgAABAgQI/CbgHAECBAgQKFogi8Bj0REKjgABAgQIECBQhYAg9xFQAN7H2SgECBAgQIAAAQIECBAg8LOAowQIEKhGYIoi8BTR5qrfbLHrRYAAAQIECBAgQKA4gUILwMU5CYgAAQIECBAgQIAAAQIECBBYXUCHBAgQIECAAAECBAgQILC2gALw2qL6+1xADwQIECBAgAABAgQIECBAgED7AjVlONYUrFgJECBAgAABAgR6F1AA7v0vQP4EChMQDgECBAgQIECAAAECBAgQOFwgC77Rvv7lc2wPj6fBAKREgAABAgQIECCwnYAC8Ha2eiZAgACB1wRcTYAAAQIECBAgQIAAgWMFstib7RrFObbZYuNFgMB6AnoiQIAAAQIENhZQAN4YWPcECBAgQIDAMwKuIUCAAAECBAgQIFCoQBSEswicrdAIhUWAAIGKBIRKgAABAnsIKADvoWwMAgQIECBAgACBxwLOECBAgAABAgQqEIg68F2U5zgwt7sT3hAgQIAAAQI/CzhKgMBuAgrAu1EbiAABAgQIECBAgACBpYD3BAgQIECAAAECBAgQIECAQPsCMtxXQAF4X2+jESBAgAABAgQIECBAgMBFwG8CBAhUITCeh2EcLj+n2M+Habny93LEbwIECBAgQIAAAQLlCeRn1oKiEgoBAgQIECBAgAABAgQIECDQvoAMCVQoEMXfCqMWMgECBAgQIECAQIcCCsAdTnqxKQuMAAECBAgQIECAAAECBAgQaF+gogyXK39zNfAc/jTv2BIgQIAAAQIECBAoTEABuLAJEQ6BXgXkTYAAAQIECBAgQIAAAQIEihOw6nf1KdEhAQIECBAgQIDA9gIKwNsbG4EAAQIEfhdwlgABAgQIECBAgAABAmUIZME32yKaaRyGXPF7+92/HqotkLwl8LeAKwgQIECAAIGdBHxW3QnaMAQIECBAgMBPAo4RIECAAAECBAgQIECAAAEC7QvIkAABAgT2FFAA3lPbWAQIECBAgAABAv8K2CNAgAABAgQIlCqQq4Cj5YOzU2wfhZnfCZzt0XnHCRAgQIAAgWEYIBAgsLtAfo7dfVADEiBAgAABAgQIECDQt4DsCRAgQIBAVQJZBB6riliwBAgQIECAAIEiBARxjIAC8DHuRiVAgAABAgQIECBAgECvAvImQIBAtQJTFIGniD5X/WaLXS8CBAgQIECAAAECxQkUUgAuzkVABAgQIECAAAECBAgQIECAwOoCOiRAgAABAgQIECBAgACBrQUUgLcW1v/fAq4gQIAAAQIECBAgQIAAAQIE2heoOcOx5uDFToAAAQIECBAg0JuAAnBvMy5fAoUJCIcAAQIECBAgQIAAAQIECBQnkAXfaF//8jm2xcVXYUBCJkCAAAECBAgQ2E9AAXg/ayMRIECAwL2AdwQIECBAgAABAgQIEChLIIu92a5RnWObLTZeBAi8L+BOAgQIECBAYGcBBeCdwQ1HgAABAgQIpIBGgAABAgQIECBAoBKBKAhnEThbJRELkwABAgUJCIUAAQIEjhBQAD5C3ZgECBAgQIAAgZ4F5E6AAAECBAgQqFAg6sB3UZ/jwNzuTnhDgAABAgQIXAT8JkDgMAEF4MPoDUyAAAECBAgQIECgPwEZEyBAgAABAgQIECBAgAABAu0LyPBYAQXgY/2NToAAAQIECBAgQIAAgV4E5EmAAIEqBcbzMIzD5ecU+/kwLVf+Xo74TYAAAQIECBAgQKA8gfzMemBUhiZAgAABAgQIECBAgAABAgTaF5AhgQYEovjbQBZSIECAAAECBAgQ6EBAAbiDSS42RYERIECAAAECBAgQIECAAAEC7QtUnOFy5W+uBp7TmeYdWwIECBAgQIAAAQKFCSgAFzYhwiHQi4A8CRAgQIAAAQIECBAgQIBA8QJW/X48RTogQIAAAQIECBDYX0ABeH9zIxIgQKB3AfkTIECAAAECBAgQIECgTIEs+GZbRDeNw5Arfm+/+9dDtQWStwS+CzhCgAABAgQIHCTgs+pB8IYlQIAAAQJ9CsiaAAECBAgQIECAAAECBAgQaF9AhgQIECBwpIAC8JH6xiZAgAABAgQI9CQgVwIECBAgQIBALQK5CjhaPjg7xfZR2PmdwNkenXecAAECBAh0KSBpAgQOF8jPsYcHIQACBAgQIECAAAECBNoWkB0BAgQIEKhaIIvAY9UZCJ4AAQIECBAgsIuAQcoQUAAuYx5EQYAAAQIECBAgQIAAgVYF5EWAAIFmBKYoAk+RTa76zRa7XgQIECBAgAABAgSKEzioAFycg4AIECBAgAABAgQIECBAgACB1QV0SIAAAQIECBAgQIAAAQJ7CygA7y1uvGFgQIAAAQIECBAgQIAAAQIECLQv0FKGY0vJyIUAAQIECBAgQKB1AQXg1mdYfgQKExAOAQIECBAgQIAAAQIECBAoXiALvtG+/uVzbIuPt8AAhUSAAAECBAgQIHCcgALwcfZGJkCAQG8C8iVAgAABAgQIECBAgEDZAlnszXaN8hzbbLHxIkDgeQFXEiBAgAABAgcLKAAfPAGGJ0CAAAECfQjIkgABAgQIECBAgEClAhXroUcAABAASURBVFEQziJwtkozEDYBAgR2FDAUAQIECJQgoABcwiyIgQABAgQIECDQsoDcCBAgQIAAAQINCEQd+C6LcxyY290JbwgQIECAQK8C8iZAoBgBBeBipkIgBAgQIECAAAECBNoTkBEBAgQIECBAgAABAgQIECDQvoAMyxJQAC5rPkRDgAABAgQIECBAgACBVgTkQYAAgSYExvMwjMPl5xT7+TAtV/5ejvhNgAABAgQIECBAoDyB/My6Y1SGIkCAAAECBAgQIECAAAECBNoXkCGBBgWi+NtgVlIiQIAAAQIECBBoUEABuMFJLTYlgREgQIAAAQIECBAgQIAAAQLtCzSU4XLlb64GntOb5h1bAgQIECBAgAABAoUJKAAXNiHCIdCqgLwIECBAgAABAgQIECBAgEB1Alb9vjxlbiBAgAABAgQIEDheQAH4+DkQAQECBFoXkB8BAgQIECBAgAABAgTqEMiCb7ZFtNM4DLni9/a7fz1UWyB5S2AYGBAgQIAAAQKFCPisWshECIMAAQIECLQpICsCBAgQIECAAAECBAgQIECgfQEZEiBAgEBJAgrAJc2GWAgQIECAAAECLQnIhQABAgQIECBQq0CuAo6WD85OsX2URn4ncLZH5x0nQIAAAQJdCEiSAIHiBPJzbHFBCYgAAQIECBAgQIAAgboFRE+AAAECBJoSyCLw2FRGkiFAgAABAgQIrCKgkzIFFIDLnBdRESBAgAABAgQIECBAoFYBcRMgQKBZgSmKwFNkl6t+s8WuFwECBAgQIECAAIHiBHYqABeXt4AIECBAgAABAgQIECBAgACB1QV0SIAAAQIECBAgQIAAAQJHCygAHz0DPYwvRwIECBAgQIAAAQIECBAgQKB9gZYzHFtOTm4ECBAgQIAAAQKtCSgAtzaj8iFQmIBwCBAgQIAAAQIECBAgQIBAdQJZ8I329S+fY1td/AcEbEgCBAgQIECAAIFyBBSAy5kLkRAgQKA1AfkQIECAAAECBAgQIECgLoEs9ma7Rn2ObbbYeBEg8FjAGQIECBAgQKAwAQXgwiZEOAQIECBAoA0BWRAgQIAAAQIECBBoRCAKwlkEztZIRtIgQIDAigK6IkCAAIESBRSAS5wVMREgQIAAAQIEahYQOwECBAgQIECgQYGoA99ldY4Dc7s74Q0BAgQIEOhFQJ4ECBQroABc7NQIjAABAgQIECBAgEB9AiImQIAAAQIECBAgQIAAAQIE2heQYdkCCsBlz4/oCBAgQIAAAQIECBAgUIuAOAkQINCkwHgehnG4/JxiPx+m5crfyxG/CRAgQIAAAQIECJQnkJ9ZN4xK1wQIECBAgAABAgQIECBAgED7AjIk0IFAFH87yFKKBAgQIECAAAECDQgoADcwicWmIDACBAgQIECAAAECBAgQIECgfYGGM1yu/M3VwHO607xjS4AAAQIECBAgQKAwAQXgwiZEOARaEZAHAQIECBAgQIAAAQIECBCoXsCq3z+n0AUECBAgQIAAAQLlCSgAlzcnIiJAgEDtAuInQIAAAQIECBAgQIBAnQJZ8M22iH4ahyFX/N5+96+Hagskb3sUkDMBAgQIECBQqIDPqoVOjLAIECBAgECdAqImQIAAAQIECBAgQIAAAQIE2heQIQECBAiULKAAXPLsiI0AAQIECBAgUJOAWAkQIECAAAECrQjkKuBo+eDsFNtHaeV3Amd7dN5xAgQIECDQpICkCBAoXiA/xxYfpAAJECBAgAABAgQIEChbQHQECBAgQKBpgSwCj01nKDkCBAgQIECAwFMCLqpDQAG4jnkSJQECBAgQIECAAAECBEoVEBcBAgS6EZiiCDxFtrnqN1vsehEgQIAAAQIECBAoTmCjAnBxeQqIAAECBAgQIECAAAECBAgQWF1AhwQIECBAgAABAgQIECBQmoACcGkz0kI8ciBAgAABAgQIECBAgAABAgTaF+gpw7GnZOVKgAABAgQIECBQu4ACcO0zKH4ChQkIhwABAgQIECBAgAABAgQIVC+QBd9oX//yObbV57NBArokQIAAAQIECBAoV0ABuNy5ERkBAgRqExAvAQIECBAgQIAAAQIE6hbIYm+2axbn2GaLjRcBAv8K2CNAgAABAgQKF1AALnyChEeAAAECBOoQECUBAgQIECBAgACBRgWiIJxF4GyNZigtAgQIvCDgUgIECBCoQUABuIZZEiMBAgQIECBAoGQBsREgQIAAAQIEOhCIOvBdluc4MLe7E94QIECAAIFWBeRFgEA1AgrA1UyVQAkQIECAAAECBAiUJyAiAgQIECBAgAABAgQIECBAoH0BGdYloABc13yJlgABAgQIECBAgAABAqUIiIMAAQJdCIznYRiHy88p9vNhWq78vRzxmwABAgQIECBAgEB5AvmZdcWodEWAAAECBAgQIECAAAECBAi0LyBDAh0KRPG3w6ylTIAAAQIECBAgUKGAAnCFk1ZsyAIjQIAAAQIECBAgQIAAAQIE2hfoKMPlyt9cDTynP807tgQIECBAgAABAgQKE1AALmxChEOgVgFxEyBAgAABAgQIECBAgACB5gSs+v02pQ4QIECAAAECBAiUL6AAXP4ciZAAAQKlC4iPAAECBAgQIECAAAECbQhkwTfbIptpHIZc8Xv73b8eqi2QvO1BQI4ECBAgQIBAJQI+q1YyUcIkQIAAAQJlCoiKAAECBAgQIECAAAECBAgQaF9AhgQIECBQk4ACcE2zJVYCBAgQIECAQEkCYiFAgAABAgQItCqQq4Cj5YOzU2wfpZnfCZzt0XnHCRAgQIBAEwKSIECgOoH8HFtd0AImQIAAAQIECBAgQOBYAaMTIECAAIGuBLIIPHaVsWQJECBAgAABAl8CftUpoABc57yJmgABAgQIECBAgAABAkcJGJcAAQLdCkxRBJ4i+1z1my12vQgQIECAAAECBAgUJ7BSAbi4vAREgAABAgQIECBAgAABAgQIrC6gQwIECBAgQIAAAQIECBAoXUABuPQZqiE+MRIgQIAAAQIECBAgQIAAAQLtC/Sc4dhz8nInQIAAAQIECBCoTUABuLYZEy+BwgSEQ4AAAQIECBAgQIAAAQIEmhPIgm+0r3/5HNvm8nsjIbcQIECAAAECBAjUI6AAXM9ciZQAAQKlCYiHAAECBAgQIECAAAECbQlksTfbNatzbLPFxotAzwJyJ0CAAAECBCoTUACubMKES4AAAQIEyhAQBQECBAgQIECAAIFOBKIgnEXgbJ1kLE0CBAjcCNglQIAAgRoFFIBrnDUxEyBAgAABAgSOFDA2AQIECBAgQKBDgagD32V9jgNzuzvhDQECBAgQaEVAHgQIVCugAFzt1AmcAAECBAgQIECAwP4CRiRAgAABAgQIECBAgAABAgTaF5Bh3QIKwHXPn+gJECBAgAABAgQIECCwl4BxCBAg0KXAeB6Gcbj8nGI/H6blyt/LEb8JECBAgAABAgQIlCeQn1k/iMqtBAgQIECAAAECBAgQIECAQPsCMiRAYIjiLwUCBAgQIECAAAECNQgoANcwS6XGKC4CBAgQIECAAAECBAgQIECgfYGOM1yu/M3VwDPHNO/YEiBAgAABAgQIEChMQAG4sAkRDoFaBMRJgAABAgQIECBAgAABAgSaF7Dqd2h+jiVIgAABAgQIEGhQQAG4wUmVEgECBDYW0D0BAgQIECBAgAABAgTaFMiCb7ZFdtM4DLni9/a7fz1UWyB526KAnAgQIECAAIFKBXxWrXTihE2AAAECBI4RMCoBAgQIECBAgAABAgQIECDQvoAMCRAgQKBmAQXgmmdP7AQIECBAgACBPQWMRYAAAQIECBDoRSBXAUfLB2en2D5KO78TONuj844TIECAAIEqBQRNgED1Avk5tvokJECAAAECBAgQIECAwLYCeidAgAABAl0LZBF47FpA8gQIECBAgEAnAtJsQ0ABuI15lAUBAgQIECBAgAABAgS2EtAvAQIECFwFpigCT7Gfq36zxa4XAQIECBAgQIAAgeIE3iwAF5eHgAgQIECAAAECBAgQIECAAIHVBXRIgAABAgQIECBAgAABArUJKADXNmMlxCsGAgQIECBAgAABAgQIECBAoH0BGf4rMP67a48AAQIECBAgQIBA6QIKwKXPkPgIFCYgHAIECBAgQIAAAQIECBAg0LxAFnyjff3L59g2n+8PCTpEgAABAgQIECBQr4ACcL1zJ3ICBAjsLWA8AgQIECBAgAABAgQItC2Qxd5s1yzPsc0WGy8CPQnIlQABAgQIEKhcQAG48gkUPgECBAgQ2EfAKAQIECBAgAABAgQ6FYiCcBaBs3UqIG0CBLoSkCwBAgQItCCgANzCLMqBAAECBAgQILClgL4JECBAgAABAgSGqAPfKZzjwNzuTnhDgAABAgRqFRA3AQLNCCgANzOVEiFAgAABAgQIECCwvoAeCRAgQIAAAQIECBAgQIAAgfYFZNiWgAJwW/MpGwIECBAgQIAAAQIECKwloB8CBAgQCIHxPPyz+vcU+/kwLVf+Dn4IECBAgAABAgQIFCqQn1lfCM2lBAgQIECAAAECBAgQIECAQPsCMiRA4JtAFH+/HXOAAAECBAgQIECAQIECCsAFTkqxIQmMAAECBAgQIECAAAECBAgQaF9Ahv8IjNe9eeVvrga+HhqmeceWAAECBAgQIECAQGECCsCFTYhwCJQqIC4CBAgQIECAAAECBAgQINCdQIerfrubYwkTIECAAAECBBoUUABucFKlRIAAgZUFdEeAAAECBAgQIECAAIE+BLLgm22R7TQOXyt+b7/710O1BZK3LQjIgQABAgQIEGhEwGfVRiZSGgQIECBAYBsBvRIgQIAAAQIECBAgQIAAAQLtC8iQAAECBFoSUABuaTblQoAAAQIECBBYU0BfBAgQIECAAIFeBXIVcLR8cJbf//uIIb8TONuj844TIECAAIEqBARJgEBzAvk5trmkJESAAAECBAgQIECAwGcC7iZAgAABAgRuBKIYPIw37+0SIECAAAECBBoRkEabAgrAbc6rrAgQIECAAAECBAgQIPCugPsIECBA4IHAFEXgKc7lqt9ssetFgAABAgQIECBAoDiBJwvAxcUtIAIECBAgQIAAAQIECBAgQGB1AR0SIECAAAECBAgQIECAQO0CCsC1z+Ae8RuDAAECBAgQIECAAAECBAgQaF9Aho8FxsennCFAgAABAgQIECBQmoACcGkzIh4ChQkIhwABAgQIECBAgAABAgQIdCeQBd9oX//yObY95C9HAgQIECBAgACBdgQUgNuZS5kQIEBgbQH9ESBAgAABAgQIECBAoC+BLPZmu2Z9jm222HgRaFlAbgQIECBAgEBjAgrAjU2odAgQIECAwDoCeiFAgAABAgQIECBA4EsgCsJZBM729d4vAgQINCUgGQIECBBoUUABuMVZlRMBAgQIECBA4BMB9xIgQIAAAQIECHwTiDrw3bFzHJiOuyAtAAAQAElEQVTb3QlvCBAgQIBALQLiJECgWQEF4GanVmIECBAgQIAAAQIEXhdwBwECBAgQIECAAAECBAgQINC+gAzbFlAAbnt+ZUeAAAECBAgQIECAAIFnBVxHgAABAj8IjOdhGIfLzyn282Farvy9HPGbAAECBAgQIECAQHkC+Zn1l6icIkCAAAECBAgQIECAAAECBNoXkCEBAn8KRPH3z2tcQIAAAQIECBAgQKAAAQXgAiah2BAERoAAAQIECBAgQIAAAQIECLQvIMOHAsuVv7kaeL54mndsCRAgQIAAAQIECBQmoABc2IQIh0ApAuIgQIAAAQIECBAgQIAAAQLdC3Sw6rf7OQZAgAABAgQIEGhQQAG4wUmVEgECBD4UcDsBAgQIECBAgAABAgT6FMiCb7ZF9tM4DLni9/a7fz1UWyB5W6OAmAkQIECAAIFGBXxWbXRipUWAAAECBN4TcBcBAgQIECBAgAABAgQIECDQvoAMCRAgQKBlAQXglmdXbgQIECBAgACBVwRcS4AAAQIECBAgcBHIVcDR8sHZKbaXg99/53cCZ/t+xhECBAgQIFCwgNAIEGheID/HNp+kBAkQIECAAAECBAgQ+F3AWQIECBAgQOAXgSwCj7+cd4oAAQIECBAgUImAMPsQUADuY55lSYAAAQIECBAgQIAAgUcCjhMgQIDAkwJTFIGnuDZX/WaLXS8CBAgQIECAAAECxQk8KAAXF6eACBAgQIAAAQIECBAgQIAAgdUFdEiAAAECBAgQIECAAAECrQkoALc2o2vkow8CBAgQIECAAAECBAgQIECgfQEZPi8wPn+pKwkQIECAAAECBAgcLaAAfPQMGJ9AYQLCIUCAAAECBAgQIECAAAEC3QtkwTfa1798jm2LHnIiQIAAAQIECBBoV0ABuN25lRkBAgReFXA9AQIECBAgQIAAAQIE+hbIYm+2q8I5ttli40WgJQG5ECBAgAABAo0LKAA3PsHSI0CAAAECzwm4igABAgQIECBAgACBHwWiIJxF4Gw/nneQAAECVQkIlgABAgR6EFAA7mGW5UiAAAECBAgQ+E3AOQIECBAgQIAAgT8Fog58d805Dszt7oQ3BAgQIECgVAFxESDQjYACcDdTLVECBAgQIECAAAEC3wUcIUCAAAECBAgQIECAAAECBNoXkGFfAgrAfc23bAkQIECAAAECBAgQIDAL2BIgQIDAEwLjeRjG4fJziv18mJYrfy9H/CZAgAABAgQIECBQnkB+Zr2Jyi4BAgQIECBAgAABAgQIECDQvoAMCRB4WSCKvy/f4wYCBAgQIECAAAECBwgoAB+AXuyQAiNAgAABAgQIECBAgAABAgTaF5Dh0wLLlb+5Gni+eZp3bAkQIECAAAECBAgUJqAAXNiECIfAUQLGJUCAAAECBAgQIECAAAECBBYCDa76XWToLQECBAgQIECAQIMCCsANTqqUCBAg8KKAywkQIECAAAECBAgQIEAgBbLgmy33b9o0DkOu+L397l8P1W6A7NYiIE4CBAgQIECgEwGfVTuZaGkSIECAAIGfBRwlQIAAAQIECBAgQIAAAQIE2heQIQECBAj0JKAA3NNsy5UAAQIECBAgcCtgnwABAgQIECBA4GeBXAUcLR+cnWL780XDkN8JnG3wQ4AAAQIEShYQGwEC3Qnk59jukpYwAQIECBAgQIAAgd4F5E+AAAECBAi8IJBF4PGF611KgAABAgQIEChEQBh9CigA9znvsiZAgAABAgQIECBAoF8BmRMgQIDAmwJTFIGnuDdX/WaLXS8CBAgQIECAAAECxQlcC8DFxSUgAgQIECBAgAABAgQIECBAYHUBHRIgQIAAAQIECBAgQIBA6wIKwK3P8DP5uYYAAQIECBAgQIAAAQIECBBoX0CG7wuM79/qTgIECBAgQIAAAQJ7CygA7y1uPAKFCQiHAAECBAgQIECAAAECBAgQWAhkwTfa1798ju3ibJVvBU2AAAECBAgQINCPgAJwP3MtUwIECCwFvCdAgAABAgQIECBAgACBW4Es9ma7HjvHNltsvAjULCB2AgQIECBAoDMBBeDOJly6BAgQIEDgIuA3AQIECBAgQIAAAQJPCURBOIvA2Z663kUECBAoSkAwBAgQINCjgAJwj7MuZwIECBAgQKBvAdkTIECAAAECBAi8LBB14Lt7znFgbncnvCFAgAABAqUIiIMAgW4FFIC7nXqJEyBAgAABAgQI9CggZwIECBAgQIAAAQIECBAgQKB9ARn2LaAA3Pf8y54AAQIECBAgQIAAgX4EZEqAAAECbwiM52EYh8vPKfbzYVqu/L0c8ZsAAQIECBAgQIBAcQJDfmYtLyoRESBAgAABAgQIECBAgAABAisK6IoAgY8Fovj7cR86IECAAAECBAgQILCDgALwDsjFDiEwAgQIECBAgAABAgQIECBAoH0BGb4tsFz5m6uB586meceWAAECBAgQIECAQGECCsCFTYhwCOwlYBwCBAgQIECAAAECBAgQIEDgD4EGVv3+kaHTBAgQIECAAAECDQooADc4qVIiQIDAHwJOEyBAgAABAgQIECBAgMBPAlnwzbY4N43DkCt+b7/710O1BZK3JQqIiQABAgQIEOhUwGfVTide2gQIECDQq4C8CRAgQIAAAQIECBAgQIAAgfYFZEiAAAECPQsoAPc8+3InQIAAAQIE+hKQLQECBAgQIECAwHMCuQo4Wj44O8X20U35ncDZHp13nAABAgQIHCJgUAIEuhfIz7HdIwAgQIAAAQIECBAg0LqA/AgQIECAAIEPBLIIPH5wv1sJECBAgAABAjsJGIZACigAp4JGgAABAgQIECBAgACBdgVkRoAAAQIrCUxRBJ6ir1z1my12vQgQIECAAAECBAiUIvBPHArA/1DYIUCAAAECBAgQIECAAAECrQnIhwABAgQIECBAgAABAgR6E1AA7m3GM1+NAAECBAgQIECAAAECBAgQaF9AhusJjOt1pScCBAgQIECAAAECWwsoAG8trH8ChQkIhwABAgQIECBAgAABAgQIEPhDIAu+0b7+5XNs/7i6yNOCIkCAAAECBAgQ6FdAAbjfuZc5AQL9CciYAAECBAgQIECAAAECBH4TyGJvtus159hmi40XgZoExEqAAAECBAh0LqAA3PkfgPQJECBAoBcBeRIgQIAAAQIECBAg8JZAFISzCJztrfvdRIAAgV0FDEaAAAECBIZBAdhfAQECBAgQIECgdQH5ESBAgAABAgQIfCwwLno4x4G5LU55S4AAAQIEjhEwKgECBK4CCsBXCBsCBAgQIECAAAECLQrIiQABAgQIECBAgAABAgQIEGhfQIYEbgUUgG817BMgQIAAAQIECBAgQKAdAZkQIECAwAoC43kYxuHyc4r9fJiWK38vR/wmQIAAAQIECBAgcLjAtwDyM+u3gw4QIECAAAECBAgQIECAAAECNQuInQCB1QWi+Lt6nzokQIAAAQIECBAgsIGAAvAGqMV2KTACBAgQIECAAAECBAgQIECgfQEZriawXPmbq4Hnzqd5x5YAAQIECBAgQIBAYQIKwIVNiHAIbCWgXwIECBAgQIAAAQIECBAgQOBFgQpX/b6YocsJECBAgAABAgQaFFAAbnBSpUSAAIGFgLcECBAgQIAAAQIECBAg8IxAFnyzLa6dxmHIFb+33/3rodoCydsSBMRAgAABAgQIEPgS8Fn1i8EvAgQIECDQqoC8CBAgQIAAAQIECBAgQIAAgfYFZEiAAAECBP4VUAD+18IeAQIECBAgQKAtAdkQIECAAAECBAi8J5CrgKPlg7NTbB91kt8JnO3ReccJECBAgMAuAgYhQIDAQiA/xy4OeUuAAAECBAgQIECAQO0C4idAgAABAgRWFMgi8Lhif7oiQIAAAQIECKwkoBsCPwkoAP+k4hgBAgQIECBAgAABAgTqFRA5AQIECGwkMEUReIq+c9Vvttj1IkCAAAECBAgQIHCUwMNxFYAf0jhBgAABAgQIECBAgAABAgRqExAvAQIECBAgQIAAAQIECPQuoADcw1+AHAkQIECAAAECBAgQIECAAIH2BWS4ncC4Xdd6JkCAAAECBAgQILC2gALw2qL6I1CYgHAIECBAgAABAgQIECBAgACBFwWy4Bvt618+x/bFuw+53KAECBAgQIAAAQIEZgEF4FnClgABAu0JyIgAAQIECBAgQIAAAQIEXhHIYm+26z3n2GaLjReBkgXERoAAAQIECBC4E1AAvuPwhgABAgQItCIgDwIECBAgQIAAAQIEVhGIgnAWgbOt0p9OCBAgsKqAzggQIECAwHcBBeDvJo4QIECAAAECBOoWED0BAgQIECBAgMDqAlEHvuvzHAfmdnfCGwIECBAgsJeAcQgQIPBAQAH4AYzDBAgQIECAAAECBGoUEDMBAgQIECBAgAABAgQIECDQvoAMCfwmoAD8m45zBAgQIECAAAECBAgQqEdApAQIECCwgcB4HoZxuPycYj8fpuXK38sRvwkQIECAAAECBAjsLvDngPmZ9c+LXECAAAECBAgQIECAAAECBAiULCA2AgQ2F4ji7+ZjGIAAAQIECBAgQIDACgIKwCsgFtuFwAgQIECAAAECBAgQIECAAIH2BWS4mcBy5W+uBp4Hm+YdWwIECBAgQIAAAQKFCSgAFzYhwiGwloB+CBAgQIAAAQIECBAgQIAAgQ8FKlj1+2GGbidAgAABAgQIEGhQQAG4wUmVEgEC3QsAIECAAAECBAgQIECAAIF3BLLgm21x7zQOQ674vf3uXw/VFkjeHiFgTAIECBAgQIDAjwI+q/7I4iABAgQIEKhVQNwECBAgQIAAAQIECBAgQIBA+wIyJECAAAECjwUUgB/bOEOAAAECBAgQqEtAtAQIECBAgAABAusI5CrgaPng7BTbR53mdwJne3TecQIECBAgsImATgkQIPCHQH6O/eMSpwkQIECAAAECBAgQKF1AfAQIECBAgMCGAlkEHjfsX9cECBAgQIAAgScFXEbgGQEF4GeUXEOAAAECBAgQIECAAIFyBURGgAABAjsJTFEEnmKsXPWbLXa9CBAgQIAAAQIECOwl8PQ4CsBPU7mQAAECBAgQIECAAAECBAiUJiAeAgQIECBAgAABAgQIECBwL6AAfO/RxjtZECBAgAABAgQIECBAgAABAu0LyHA/gXG/oYxEgAABAgQIECBA4FMBBeBPBd1PoDAB4RAgQIAAAQIECBAgQIAAAQIfCmTBN9rXv3yO7Ye9bXK7TgkQIECAAAECBAg8ElAAfiTjOAECBOoTEDEBAgQIECBAgAABAgQIfCKQxd5s1z7Osc0WGy8CJQmIhQABAgQIECDwq4AC8K88ThIgQIAAgVoExEmAAAECBAgQIECAwCYCURDOInC2TfrXKQECBF4ScDEBAgQIEPhbQAH4byNXECBAgAABAgTKFhAdAQIECBAgQIDA5gJRB74b4xwH5nZ3whsCHxX1XQAAEABJREFUBAgQILCVgH4JECDwpIAC8JNQLiNAgAABAgQIECBQooCYCBAgQIAAAQIECBAgQIAAgfYFZEjgFQEF4Fe0XEuAAAECBAgQIECAAIFyBERCgAABAjsIjOdhGIfLzyn282Farvy9HPGbAAECBAgQIECAwOYCLw+Qn1lfvskNBAgQIECAAAECBAgQIECAwJECxiZAYHeBKP7uPqYBCRAgQIAAAQIECLwhoAD8BlqxtwiMAAECBAgQIECAAAECBAgQaF9AhrsJLFf+5mrgefBp3rElQIAAAQIECBAgUJiAAnBhEyIcAu8KuI8AAQIECBAgQIAAAQIECBBYWaDAVb8rZ6g7AgQIECBAgACBBgUUgBucVCkRINCdgIQJECBAgAABAgQIECBAYA2BLPhmW/Q1jcOQK35vv/vXQ7UFkrd7CBiDAAECBAgQIPCUgM+qTzG5iAABAgQIlCogLgIECBAgQIAAAQIECBAgQKB9ARkSIECAAIHnBRSAn7dyJQECBAgQIECgLAHRECBAgAABAgQIbCOQq4Cj5YOzU2wfDZLfCZzt0XnHCRAgQIDAKgI6IUCAwIsC+Tn2xVtcToAAAQIECBAgQIDA0QLGJ0CAAAECBHYUyCLwuON4hiJAgAABAgQIXAVsCLwjoAD8jpp7CBAgQIAAAQIECBAgcJyAkQkQIEDgIIEpisBTjJ2rfrPFrhcBAgQIECBAgACBrQTe7lcB+G06NxIgQIAAAQIECBAgQIAAgb0FjEeAAAECBAgQIECAAAECBH4XUAD+3aeOs6IkQIAAAQIECBAgQIAAAQIE2heQ4XEC43FDG5kAAQIECBAgQIDAqwIKwK+KuZ5AYQLCIUCAAAECBAgQIECAAAECBFYWyIJvtK9/+RzblXt/qzs3ESBAgAABAgQIEHhWQAH4WSnXESBAoDwBEREgQIAAAQIECBAgQIDAmgJZ7M127fMc22yx8SJwpICxCRAgQIAAAQIvCSgAv8TlYgIECBAgUIqAOAgQIECAAAECBAgQ2EUgCsJZBM62y3gGIUCAwJ2ANwQIECBA4HUBBeDXzdxBgAABAgQIEDhWwOgECBAgQIAAAQK7C0Qd+G7McxyY290JbwgQIECAwFoC+iFAgMCbAgrAb8K5jQABAgQIECBAgMARAsYkQIAAAQIECBAgQIAAAQIE2heQIYFPBBSAP9FzLwECBAgQIECAAAECBPYTMBIBAgQIHCAwnodhHC4/p9jPh2m58vdyxG8CBAgQIECAAAECqwt83GF+Zv24Ex0QIECAAAECBAgQIECAAAECWwromwCBwwWi+Ht4DAIgQIAAAQIECBAg8ISAAvATSMVeIjACBAgQIECAAAECBAgQIECgfQEZHiawXPmbq4HnYKZ5x5YAAQIECBAgQIBAYQIKwIVNiHAIPCvgOgIECBAgQIAAAQIECBAgQGBjgQJW/W6coe4JECBAgAABAgQaFFAAbnBSpUSAQPMCEiRAgAABAgQIECBAgACBLQSy4Jtt0fc0DkOu+L397l8P1RZI3m4hoE8CBAgQIECAwFsCPqu+xeYmAgQIECBwlIBxCRAgQIAAAQIECBAgQIAAgfYFZEiAAAECBN4XUAB+386dBAgQIECAAIF9BYxGgAABAgQIECCwj0CuAo6WD85OsX00aH4ncLZH5x0nQIAAAQJvCbiJAAECHwrk59gPu3A7AQIECBAgQIAAAQJbC+ifAAECBAgQOFAgi8DjgeMbmgABAgQIEOhGQKIE1hBQAF5DUR8ECBAgQIAAAQIECBDYTkDPBAgQIFCIwBRF4CliyVW/2WLXiwABAgQIECBAgMBaAqv1owC8GqWOCBAgQIAAAQIECBAgQIDA2gL6+//s3et24rwOANCE93/mcKRSzleY0kLJxZb3LExCLra0PT9Y0XIhQIAAAQIECBAgQIAAAQKvCSgAv+bVxtWiIECAAAECBAgQIECAAAECBOoLyLAdgbmdUERCgAABAgQIECBA4DcBBeDfhJwn0JiAcAgQIECAAAECBAgQIECAAIGNBbLgG+3jTz7HduPRvu3eQQIECBAgQIAAAQJ/FVAA/quc+wgQILC/gBEJECBAgAABAgQIECBAYEuBLPZm+xzjHNtssfEisKeAsQgQIECAAAECbwkoAL/F52YCBAgQILCXgHEIECBAgAABAgQIEDhEIArCWQTOdsj4BiVAYDAB6RIgQIAAgfcFFIDfN9QDAQIECBAgQGBbAb0TIECAAAECBAgcLhB14JsYznHg2m5O+ECAAAECBP4q4D4CBAisJKAAvBKkbggQIECAAAECBAhsIaBPAgQIECBAgAABAgQIECBAoL6ADAmsKaAAvKamvggQIECAAAECBAgQILCegJ4IECBAoAGB+TxN83T5d4r9fJiWK38vR7wTIECAAAECBAgQeFtg9Q7yO+vqneqQAAECBAgQIECAAAECBAgQeEfAvQQINCcQxd/mYhIQAQIECBAgQIAAgW8EFIC/QWn2kMAIECBAgAABAgQIECBAgACB+gIybEbgfuVvrga+Brdcd2wJECBAgAABAgQINCagANzYhAiHwCMBxwkQIECAAAECBAgQIECAAIGdBQ5Y9btzhoYjQIAAAQIECBAoKKAAXHBSpUSAQDkBCREgQIAAAQIECBAgQIDAHgJZ8M12N9YyT1Ou+P36278eqt0h+biGgD4IECBAgAABAqsI+K66CqNOCBAgQIDAVgL6JUCAAAECBAgQIECAAAECBOoLyJAAAQIECKwnoAC8nqWeCBAgQIAAAQLrCuiNAAECBAgQIEDgGIFcBRwtH5ydYvsoiPxN4GyPzjtOgAABAgSeEnARAQIEVhbI77Erd6k7AgQIECBAgAABAgTeFXA/AQIECBAg0JBAFoHnhuIRCgECBAgQIFBGQCIEthBQAN5CVZ8ECBAgQIAAAQIECBD4u4A7CRAgQKBRgSWKwEvElqt+s8WuFwECBAgQIECAAIG/Cmx2nwLwZrQ6JkCAAAECBAgQIECAAAECrwq4ngABAgQIECBAgAABAgQIvCegAPye3z53G4UAAQIECBAgQIAAAQIECBCoLyDDdgXmdkMTGQECBAgQIECAAIF7AQXgexGfCTQmIBwCBAgQIECAAAECBAgQIEBgZ4Es+Eb7+JPPsd1jdGMQIECAAAECBAgQWEtAAXgtSf0QIEBgfQE9EiBAgAABAgQIECBAgMCeAlnszfY55jm22WLjRWBLAX0TIECAAAECBFYVUABelVNnBAgQIEBgLQH9ECBAgAABAgQIECDQhEAUhLMInK2JeARBgEAxAekQIECAAIH1BRSA1zfVIwECBAgQIEDgPQF3EyBAgAABAgQINCcQdeCbmM5x4NpuTvhAgAABAgSeFXAdAQIENhJQAN4IVrcECBAgQIAAAQIE/iLgHgIECBAgQIAAAQIECBAgQKC+gAwJbCmgALylrr4JECBAgAABAgQIECDwvIArCRAgQKBBgfk8TfN0+XeK/XyYlit/L0e8EyBAgAABAgQIEHhZYPMb8jvr5oMYgAABAgQIECBAgAABAgQIEPhJwDkCBJoXiOJv8zEKkAABAgQIECBAgEAIKAAHQrMvgREgQIAAAQIECBAgQIAAAQL1BWTYrMD9yt9cDXwNdrnu2BIgQIAAAQIECBBoTEABuLEJEQ6Bq4AtAQIECBAgQIAAAQIECBAgcLDADqt+D87Q8AQIECBAgAABAgUFFIALTqqUCBDoXkACBAgQIECAAAECBAgQIHCEQBZ8s92NvczTlCt+v/72r4dqd0g+/kXAPQQIECBAgACBTQR8V92EVacECBAgQOCvAu4jQIAAAQIECBAgQIAAAQIE6gvIkAABAgQIbCegALydrZ4JECBAgAABAq8JuJoAAQIECBAgQKANgVwFHC0fnJ1i+yio/E3gbI/OO06AAAECBL4VcJAAAQIbC+T32I2H0D0BAgQIECBAgAABAr8JOE+AAAECBAg0LJBF4Lnh+IRGgAABAgQIdCMgUAJ7CCgA76FsDAIECBAgQIAAAQIECDwWcIYAAQIEOhFYogi8RKy56jdb7HoRIECAAAECBAgQeFZgt+sUgHejNhABAgQIECBAgAABAgQIELgX8JkAAQIECBAgQIAAAQIECKwroAC8ruc6vemFAAECBAgQIECAAAECBAgQqC8gw34E5n5CFSkBAgQIECBAgAABBWD/Bwg0JiAcAgQIECBAgAABAgQIECBA4GCBLPhG+/iTz7HdIhp9EiBAgAABAgQIENhKQAF4K1n9EiBA4HUBdxAgQIAAAQIECBAgQIDAkQJZ7M32GcM5ttli40VgTQF9ESBAgAABAgQ2FVAA3pRX5wQIECBA4FkB1xEgQIAAAQIECBAg0KRAFISzCJytyfgERYBAZwLCJUCAAAEC2wsoAG9vbAQCBAgQIECAwM8CzhIgQIAAAQIECDQvEHXgmxjPceDabk74QIAAAQIEHgk4ToAAgZ0EFIB3gjYMAQIECBAgQIAAge8EHCNAgAABAgQIECBAgAABAgTqC8iQwJ4CCsB7ahuLAAECBAgQIECAAAEC/wnYI0CAAIEOBObzNM3T5d8p9vNhWq78vRzxToAAAQIECBAgQOBXgd0vyO+suw9qQAIECBAgQIAAAQIECBAgMLaA7AkQ6E4gir/dxSxgAgQIECBAgACBIQUUgFuadrEQIECAAAECBAgQIECAAAEC9QVk2I3A/crfXA18DX657tgSIECAAAECBAgQaExAAbixCRHOuAIyJ0CAAAECBAgQIECAAAECBBoT2GDVb2MZCocAAQIECBAgQKCggAJwwUmVEgEC3QkImAABAgQIECBAgAABAgRaEMiCb7a7WJZ5mnLF79ff/vVQ7Q7Jx2cEXEOAAAECBAgQ2EXAd9VdmA1CgAABAgQeCThOgAABAgQIECBAgAABAgQI1BeQIQECBAgQ2E9AAXg/ayMRIECAAAECBG4FfCJAgAABAgQIEGhTIFcBR8sHZ6fYPgoyfxM426PzjhMgQIAAgQ8BbwQIENhZIL/H7jyk4QgQIECAAAECBAgQIECAAAECBAh0JJBF4LmjeIVKgAABAgQINCMgEAJHCCgAH6FuTAIECBAgQIAAAQIERhaQOwECBAh0KrBEEXiJ2HPVb7bY9SJAgAABAgQIECDwSOCw4wrAh9EbmAABAgQIECBAgAABAgTGE5AxAQIECBAgQIAAAQIECBDYVkABeFvf53p3FQECBAgQIECAAAECBAgQIFBfQIb9Csz9hi5yAgQIECBAgACB8QQUgMebcxk3JiAcAgQIECBAgAABAgQIECBAoDGBLPhG+/iTz7FdIzp9ECBAgAABAgQIENhLQAF4L2njECBA4F8BRwgQIECAAAECBAgQIECgJYEs9mb7jOkc22yx8SLwjoB7CRAgQIAAAQK7CigA78ptMAIECBAgcBWwJUCAAAECBAgQIECgC4EoCGcROEWa3rgAABAASURBVFsX8QqSAIHGBIRDgAABAgT2F1AA3t/ciAQIECBAgMDoAvInQIAAAQIECBDoTiDqwDcxn+PAtd2c8IEAAQIECFwFbAkQIHCQgALwQfCGJUCAAAECBAgQGFNA1gQIECBAgAABAgQIECBAgEB9ARkSOFJAAfhIfWMTIECAAAECBAgQIDCSgFwJECBAoEOB+TxN83T5d4r9fJiWK38vR7wTIECAAAECBAgQ+Efg8AP5nfXwIARAgAABAgQIECBAgAABAgRqC8iOAIHuBaL4230OEiBAgAABAgQIEBhCQAH4yGk2NgECBAgQIECAAAECBAgQIFBfQIbdCtyv/M3VwNdkluuOLQECBAgQIECAAIHGBBSAG5sQ4YwjIFMCBAgQIECAAAECBAgQIECgcYEVVv02nqHwCBAgQIAAAQIECgooABecVCkRINC8gAAJECBAgAABAgQIECBAoEWBLPhmu4ttmacpV/x+/e1fD9XukHz8TsAxAgQIECBAgMAhAr6rHsJuUAIECBAYV0DmBAgQIECAAAECBAgQIECAQH0BGRIgQIAAgeMEFICPszcyAQIECBAgMJqAfAkQIECAAAECBPoQyFXA0fLB2Sm2j4LO3wTO9ui84wQIECAwqIC0CRAgcLBAfo89OATDEyBAgAABAgQIEKgvIEMCBAgQIECgY4EsAs8dxy90AgQIECBAYDcBAxFoQUABuIVZEAMBAgQIECBAgAABApUF5EaAAAECRQSWKAIvkUuu+s0Wu14ECBAgQIAAAQIErgLNbBWAm5kKgRAgQIAAAQIECBAgQIBAPQEZESBAgAABAgQIECBAgACBfQUUgPf1vozmnQABAgQIECBAgAABAgQIEKgvIMM6AnOdVGRCgAABAgQIECBQX0ABuP4cy7AxAeEQIECAAAECBAgQIECAAAECjQtkwTfax598ju1fonUPAQIECBAgQIAAgaMEFICPkjcuAQIjCsiZAAECBAgQIECAAAECBFoWyGJvts8Yz7HNFhsvAq8IuJYAAQIECBAgcKiAAvCh/AYnQIAAgXEEZEqAAAECBAgQIECAQJcCURDOInC2LuMXNAECOwsYjgABAgQIHC+gAHz8HIiAAAECBAgQqC4gPwIECBAgQIAAge4Fog58k8M5DlzbzQkfCBAgQGBcAZkTIECgEQEF4EYmQhgECBAgQIAAAQI1BWRFgAABAgQIECBAgAABAgQI1BeQIYGWBBSAW5oNsRAgQIAAAQIECBAgUElALgQIECBQQGA+T9M8Xf6dYj8fpuXK38sR7wQIECBAgAABAgSm5gjyO2tzQQmIAAECBAgQIECAAAECBAj0LSB6AgTKCUTxt1xOEiJAgAABAgQIECgpoAC857QaiwABAgQIECBAgAABAgQIEKgvIMMyAvcrf3M18DW55bpjS4AAAQIECBAgQKAxAQXgxiZEOHUFZEaAAAECBAgQIECAAAECBAh0JvCHVb+dZShcAgQIECBAgACBggIKwAUnVUoECDQnICACBAgQIECAAAECBAgQ6EEgC77Z7mJd5mnKFb9ff/vXQ7U7JB9TQCNAgAABAgQINCHgu2oT0yAIAgQIEKgrIDMCBAgQIECAAAECBAgQIECgvoAMCRAgQIBAOwIKwO3MhUgIECBAgACBagLyIUCAAAECBAgQ6FMgVwFHywdnp9g+SiJ/Ezjbo/OOEyBAgMAgAtIkQIBAYwL5PbaxkIRDgAABAgQIECBAoH8BGRAgQIAAAQKFBLIIPBfKRyoECBAgQIDAagI6ItCigAJwi7MiJgIECBAgQIAAAQIEehYQOwECBAgUFViiCLxEbrnqN1vsehEgQIAAAQIECIwr0GzmCsDNTo3ACBAgQIAAAQIECBAgQKA/ARETIECAAAECBAgQIECAAIFjBRSA9/A3BgECBAgQIECAAAECBAgQIFBfQIZ1Bea6qcmMAAECBAgQIECgnoACcL05lVFjAsIhQIAAAQIECBAgQIAAAQIEOhPIgm+0jz/5HNtnoncNAQIECBAgQIAAgVYEFIBbmQlxECBQUUBOBAgQIECAAAECBAgQINCTQBZ7s33GfI5ttth4EfhJwDkCBAgQIECAQFMCCsBNTYdgCBAgQKCOgEwIECBAgAABAgQIECghEAXhLAJnK5GPJAgQWFlAdwQIECBAoD0BBeD25kREBAgQIECAQO8C4idAgAABAgQIECgnEHXgm5zOceDabk74QIAAAQLjCMiUAAECjQooADc6McIiQIAAAQIECBDoU0DUBAgQIECAAAECBAgQIECAQH0BGRJoWUABuOXZERsBAgQIECBAgAABAj0JiJUAAQIECgrM52map8u/U+znw7Rc+Xs54p0AAQIECBAgQGBAgeZTzu+szQcpQAIECBAgQIAAAQIECBAg0LaA6AgQKC8Qxd/yOUqQAAECBAgQIECghIAC8JbTqG8CBAgQIECAAAECBAgQIECgvoAMywrcr/zN1cDXZJfrji0BAgQIECBAgACBxgQUgBubEOHUEZAJAQIECBAgQIAAAQIECBAg0LnAE6t+O89Q+AQIECBAgAABAgUFFIALTqqUCBA4XEAABAgQIECAAAECBAgQINCjQBZ8s93FvszTlCt+v/72r4dqd0hjfpQ1AQIECBAgQKBJAd9Vm5wWQREgQIBAvwIiJ0CAAAECBAgQIECAAAECBOoLyJAAAQIECLQroADc7tyIjAABAgQIEOhNQLwECBAgQIAAAQI1BHIVcLR8cHaK7aOk8jeBsz067zgBAgQIFBWQFgECBBoXyO+xjYcoPAIECBAgQIAAAQLtC4iQAAECBAgQKCyQReC5cH5SI0CAAAECBJ4WcCGBHgQUgHuYJTESIECAAAECBAgQINCygNgIECBAYBCBJYrAS+Saq36zxa4XAQIECBAgQIDAOALdZKoA3M1UCZQAAQIECBAgQIAAAQIE2hMQEQECBAgQIECAAAECBAgQaEtAAXiL+dAnAQIECBAgQIAAAQIECBAgUF9AhuMIzOOkKlMCBAgQIECAAIH+BRSA+59DGTQmIBwCBAgQIECAAAECBAgQIECgc4Es+Eb7+JPPsf0uG8cIECBAgAABAgQItCqgANzqzIiLAIEeBcRMgAABAgQIECBAgAABAj0LZLE322cO59hmi40Xga8C9gkQIECAAAECTQsoADc9PYIjQIAAgX4EREqAAAECBAgQIECAQEmBKAhnEThbyfwkRYDAiwIuJ0CAAAEC7QsoALc/RyIkQIAAAQIEWhcQHwECBAgQIECAQHmBqAPf5HiOA9d2c8IHAgQIEKgrIDMCBAh0IqAA3MlECZMAAQIECBAgQKBNAVERIECAAAECBAgQIECAAAEC9QVkSKAnAQXgnmZLrAQIECBAgAABAgQItCQgFgIECBAYQGA+T9M8Xf6dYj8fpuXK38sR7wQIECBAgAABAgMIdJdifmftLmgBEyBAgAABAgQIECBAgACBYwWMToDAcAJR/B0uZwkTIECAAAECBAh0KaAAvOa06YsAAQIECBAgQIAAAQIECBCoLyDDYQTuV/7mauBr8st1x5YAAQIECBAgQIBAYwIKwI1NiHD6FRA5AQIECBAgQIAAAQIECBAgUEzgm1W/xTKUDgECBAgQIECAQEEBBeCCkyolAgR2FzAgAQIECBAgQIAAAQIECFQQyIJvtrtclnmacsXv19/+9VDtDmmMj7IkQIAAAQIECHQh4LtqF9MkSAIECBBoV0BkBAgQIECAAAECBAgQIECAQH0BGRIgQIAAgX4EFID7mSuREiBAgAABAq0JiIcAAQIECBAgQKCmQK4CjpYPzk6xfZRk/iZwtkfnHSdAgACBIgLSIECAQGcC+T22s5CFS4AAAQIECBAgQOB4AREQIECAAAECAwlkEXgeKF+pEiBAgAABAv8XsEOgRwEF4B5nTcwECBAgQIAAAQIECBwpYGwCBAgQGFRgiSLwErnnqt9ssetFgAABAgQIECBQV6DbzBSAu506gRMgQIAAAQIECBAgQIDA/gJGJECAAAECBAgQIECAAAECbQsoAK8xP/ogQIAAAQIECBAgQIAAAQIE6gvIcFyBedzUZU6AAAECBAgQINCfgAJwf3Mm4sYEhEOAAAECBAgQIECAAAECBAgUE8iCb7SPP/kc28xOI0CAAAECBAgQINCLgAJwLzMlTgIEWhQQEwECBAgQIECAAAECBAhUEshib7bPnM6xzRYbr7EFZE+AAAECBAgQ6EpAAbir6RIsAQIECLQjIBICBAgQIECAAAECBIYQiIJwFoGzDZGvJAkQuBPwkQABAgQI9CegANzfnImYAAECBAgQOFrA+AQIECBAgAABAsMJRB34JudzHLi2mxM+ECBAgEAdAZkQIECgUwEF4E4nTtgECBAgQIAAAQLHCBiVAAECBAgQIECAAAECBAgQqC8gQwI9CygA9zx7YidAgAABAgQIECBAYE8BYxEgQIDAgALzeZrm6fLvFPv5MC1X/l6OeCdAgAABAgQIECgo0H1K+Z21+yQkQIAAAQIECBAgQIAAAQIEthXQOwECwwtE8Xd4AwAECBAgQIAAAQJdCCgAvzNN7iVAgAABAgQIECBAgAABAgTqC8hwWIH7lb+5GviKsVx3bAkQIECAAAECBAg0JqAA3NiECKcfAZESIECAAAECBAgQIECAAAECxQXO01Q8Q+kRIECAAAECBAgUFFAALjipUiJAYHMBAxAgQIAAAQIECBAgQIBARYH8M8/Z7nJb5mnKFb9ff/vXQ7U7pJofZUWAAAECBAgQ6FLAd9Uup03QBAgQIHCcgJEJECBAgAABAgQIECBAgACB+gIyJECAAAEC/QooAPc7dyInQIAAAQIE9hYwHgECBAgQIECAwBgCuQo4Wj44O8X2UdL5m8DZHp13nAABAgQ6FRA2AQIEOhfI77GdpyB8AgQIECBAgAABAtsLGIEAAQIECBAYWCCLwPPA+UudAAECBAgMJCBVAhUEFIArzKIcCBAgQIAAAQIECBDYUkDfBAgQIEDgQ2CJIvASe7nqN1vsehEgQIAAAQIECNQRKJOJAnCZqZQIAQIECBAgQIAAAQIECKwvoEcCBAgQIECAAAECBAgQINCXgALwX+bLPQQIECBAgAABAgQIECBAgEB9ARkSuArM1x1bAgQIECBAgAABAu0LKAC3P0cibExAOAQIECBAgAABAgQIECBAgEBxgXmapij6fvzJ59gWz1Z6BAgQIECAAAECxQQUgItNqHQIENhUQOcECBAgQIAAAQIECBAgUFkgi73ZPnM8xzZbbLzGEpAtAQIECBAgQKBrAQXgrqdP8AQIECCwn4CRCBAgQIAAAQIECBAYUiAKwlkEzjZk/pImMJyAhAkQIECAQP8CCsD9z6EMCBAgQIAAga0F9E+AAAECBAgQIDC8QNSBbwzOceDabk74QIAAAQL9CoicAAECRQQUgItMpDQIECBAgADXHYlhAAAQAElEQVQBAgS2EdArAQIECBAgQIAAAQIECBAgUF9AhgQqCSgAV5pNuRAgQIAAAQIECBAgsKaAvggQIECAwDSfp2meLv9OsZ8P03Ll7+WIdwIECBAgQIAAgQIC5VLI76zlkpIQAQIECBAgQIAAAQIECBB4T8DdBAgQuBOI4u/dER8JECBAgAABAgQINCmgAPzKtLiWAAECBAgQIECAAAECBAgQqC8gQwKfAvcrf3M18Oepabnu2BIgQIAAAQIECBBoTEABuLEJEU67AiIjQIAAAQIECBAgQIAAAQIE6gvcZGjV7w2HDwQIECBAgAABAn0IKAD3MU+iJEDgWAGjEyBAgAABAgQIECBAgMAIAlnwzXaX6zJPHyt+v/72r4dqd0g1PsqCAAECBAgQIFBCwHfVEtMoCQIECBDYTkDPBAgQIECAAAECBAgQIECAQH0BGRIgQIAAgToCCsB15lImBAgQIECAwNoC+iNAgAABAgQIEBhTIFcBR8sHZ6fYPkLI3wTO9ui84wQIECDQiYAwCRAgUEwgv8cWS0k6BAgQIECAAAECBN4X0AMBAgQIECBA4P8CWQSe///JDgECBAgQIFBIQCoEKgooAFecVTkRIECAAAECBAgQIPCOgHsJECBAgMC3AksUgZc4k6t+s8WuFwECBAgQIECAQL8CZSNXAC47tRIjQIAAAQIECBAgQIAAgdcF3EGAAAECBAgQIECAAAECBPoWUAB+Zv5cQ4AAAQIECBAgQIAAAQIECNQXkCGBRwLzoxOOEyBAgAABAgQIEGhPQAG4vTkRUWMCwiFAgAABAgQIECBAgAABAgTqC9xkmAXfaB9/8jm2N+d8IECAAAECBAgQINC4gAJw4xMkPAIEDhUwOAECBAgQIECAAAECBAiMJJDF3myfOZ9jmy02XrUFZEeAAAECBAgQKCWgAFxqOiVDgAABAusJ6IkAAQIECBAgQIAAAQIhEAXhLAJni09eBAiUE5AQAQIECBCoJ6AAXG9OZUSAAAECBAi8K+B+AgQIECBAgAABAncCUQe+OXKOA9d2c8IHAgQIEOhHQKQECBAoKqAAXHRipUWAAAECBAgQIPA3AXcRIECAAAECBAgQIECAAAEC9QVkSKCygAJw5dmVGwECBAgQIECAAAECrwi4lgABAgQI/CMwn6dpni7/TrGfD9Ny5e/liHcCBAgQIECAAIEOBcqHnN9ZyycpQQIECBAgQIAAAQIECBAg8LOAswQIEPhFIIq/v1zhNAECBAgQIECAAIEmBBSAf5oG5wgQIECAAAECBAgQIECAAIH6AjIk8EDgfuVvrga+Xrpcd2wJECBAgAABAgQINCagANzYhAinHQGRECBAgAABAgQIECBAgAABAvUFfszQqt8feZwkQIAAAQIECBBoU0ABuM15ERUBAscKGJ0AAQIECBAgQIAAAQIERhTIgm+2u9yXeZpyxe/X3/71UO0Oqc+PoiZAgAABAgQIlBTwXbXktEqKAAECBP4u4E4CBAgQIECAAAECBAgQIECgvoAMCRAgQIBAXQEF4LpzKzMCBAgQIEDgVQHXEyBAgAABAgQIEEiBXAUcLR+cnWKbh75r+ZvA2b475xgBAgQINCwgNAIECBQXyO+xxVOUHgECBAgQIECAAIHfBVxBgAABAgQIEHgokEXg+eFZJwgQIECAAIGOBIRKYAQBBeARZlmOBAgQIECAAAECBAj8JOAcAQIECBB4SmCJIvASV+aq32yx60WAAAECBAgQINCPwDCRKgAPM9USJUCAAAECBAgQIECAAIF/BRwhQIAAAQIECBAgQIAAAQK1BBSAv5tPxwgQIECAAAECBAgQIECAAIH6AjIk8KzA/OyFriNAgAABAgQIECBwvIAC8PFzIILGBIRDgAABAgQIECBAgAABAgQI1Bf4McMs+Eb7+JPPsf3xWicJECBAgAABAgQINCagANzYhAiHAIFDBQxOgAABAgQIECBAgAABAiMLZLE326fBObbZYuNVS0A2BAgQIECAAIHSAgrApadXcgQIECDwvIArCRAgQIAAAQIECBAg8I1AFISzCJztm7MOESDQnYCACRAgQIBAfQEF4PpzLEMCBAgQIEDgNwHnCRAgQIAAAQIECPwiEHXgmyvOceDabk74QIAAAQLtCoiMAAECgwgoAA8y0dIkQIAAAQIECBD4XsBRAgQIECBAgAABAgQIECBAoL6ADAmMJKAAPNJsy5UAAQIECBAgQIAAga8C9gkQIECAwK8C83ma5uny7xT7+TAtV/5ejngnQIAAAQIECBDoQGC4EPM763BJS5gAAQIECBAgQIAAAQIERheQPwECBF4UiOLvi3e4nAABAgQIECBAgMAhAgrAX9ntEyBAgAABAgQIECBAgAABAvUFZEjgSYH7lb+5Gvh663LdsSVAgAABAgQIECDQmIACcGMTIpzjBIxMgAABAgQIECBAgAABAgQI1Bd4KUOrfl/icjEBAgQIECBAgEAbAgrAbcyDKAgQOFbA6AQIECBAgAABAgQIECBAYJqy4JvtzmKZpylX/H797V8P1e6Q+vgoSgIECBAgQIDAEAK+qw4xzZIkQIAAgccCzhAgQIAAAQIECBAgQIAAAQL1BWRIgAABAgTGEVAAHmeuZUqAAAECBAjcC/hMgAABAgQIECBA4DuBXAUcLR+cnWL73SV5LH8TOFvuawQIECDQsIDQCBAgMJhAfo8dLGXpEiBAgAABAgQIEJgmBgQIECBAgACBpwWyCDw/fbULCRAgQIAAgYYEhEJgRAEF4BFnXc4ECBAgQIAAAQIExhaQPQECBAgQ+JPAEkXgJe7MVb/ZYteLAAECBAgQIECgXYFhI1MAHnbqJU6AAAECBAgQIECAAIERBeRMgAABAgQIECBAgAABAgRqCygA5/xqBAgQIECAAAECBAgQIECAQH0BGRL4q8D81xvdR4AAAQIECBAgQGB/AQXg/c2N2JiAcAgQIECAAAECBAgQIECAAIH6Ai9lmAXfaB9/8jm2L93rYgIECBAgQIAAAQIHCygAHzwBhidA4FABgxMgQIAAAQIECBAgQIAAgf8Estib7fPIObbZYuPVt4DoCRAgQIAAAQJDCSgADzXdkiVAgACB/wTsESBAgAABAgQIECBA4AmBKAhnETjbE1e7hACB5gQERIAAAQIExhNQAB5vzmVMgAABAgQIECBAgAABAgQIECDwokDUgW/uOMeBa7s54QMBAgQItCMgEgIECAwqoAA86MRLmwABAgQIECAwqoC8CRAgQIAAAQIECBAgQIAAgfoCMiQwsoAC8MizL3cCBAgQIECAAAECYwnIlgABAgQIvCwwn6dpni7/TrGfD9Ny5e/liHcCBAgQIECAAIEGBYYPKb+zDo8AgAABAgQIECBAgAABAgSqC8iPAAECbwpE8ffNHtxOgAABAgQIECBAYBeBsQvAuxAbhAABAgQIECBAgAABAgQIEDhUwOAE/ihwv/I3VwNfu1quO7YECBAgQIAAAQIEGhNQAG5sQoSzn4CRCBAgQIAAAQIECBAgQIAAgfoCb2Vo1e9bfG4mQIAAAQIECBA4RkAB+Bh3oxIgcKyA0QkQIECAAAECBAgQIECAwL8CWfDNdndmmacpV/x+/e1fD9XukNr8KCoCBAgQIECAwJACvqsOOe2SJkCAwMgCcidAgAABAgQIECBAgAABAgTqC8iQAAECBAiMK6AAPO7cy5wAAQIECIwnIGMCBAgQIECAAAECzwjkKuBo+eDsFNtHt+RvAmd7dN5xAgQIEDhIwLAECBAYXCC/xw5OIH0CBAgQIECAAIERBORIgAABAgQIEPizQBaB5z/f7UYCBAgQIEBgRwFDESAwTQrA/hcQIECAAAECBAgQIFBdQH4ECBAgQGAVgWWepiV6ylW/2WLXiwABAgQIECBAoB0BkXwKKAB/QtgQIECAAAECBAgQIECAQEUBOREgQIAAAQIECBAgQIAAgbEExiwAjzXHsiVAgAABAgQIECBAgAABAmMKyJrAWgLzWh3phwABAgQIECBAgMD2AgrA2xsboTEB4RAgQIAAAQIECBAgQIAAAQL1Bd7KMAu+0T7+5HNs3+rLzQQIECBAgAABAgR2FlAA3hnccAQIHCpgcAIECBAgQIAAAQIECBAg8Fggi73ZPq84xzZbbLz6EhAtAQIECBAgQGBoAQXgoadf8gQIEBhJQK4ECBAgQIAAAQIECBD4g0AUhLMInO0Pd7uFAIHdBQxIgAABAgQIKAD7P0CAAAECBAjUF5AhAQIECBAgQIAAgTcFog5808M5DlzbzQkfCBAgQOA4ASMTIECAwIeAAvAHgzcCBAgQIECAAIGqAvIiQIAAAQIECBAgQIAAAQIE6gvIkACB/wQUgP+zsEeAAAECBAgQIECAQC0B2RAgQIAAgbcF5vM0zdPl3yn282Farvy9HPFOgAABAgQIECDQgIAQ7gTyO+vdIR8JECBAgAABAgQIECBAgEDvAuInQIDAygJR/F25R90RIECAAAECBAgQ2ERgrALwJoQ6JUCAAAECBAgQIECAAAECBJoSEAyBlQTuV/7mauBr18t1x5YAAQIECBAgQIBAYwIKwI1NiHC2E9AzAQIECBAgQIAAAQIECBAgUF9g1Qyt+l2VU2cECBAgQIAAAQL7CCgA7+NsFAIEjhUwOgECBAgQIECAAAECBAgQ+F0gC77Z7q5c5mnKFb9ff/vXQ7U7pDY+ioIAAQIECBAgQCAEfFcNBC8CBAgQqCwgNwIECBAgQIAAAQIECBAgQKC+gAwJECBAgACBq4AC8FXClgABAgQIEKgnICMCBAgQIECAAAECfxHIVcDR8sHZKbaPusjfBM726LzjBAgQILCTgGEIECBA4EYgv8feHPCBAAECBAgQIECAQAUBORAgQIAAAQIEVhPIIvC8Wm86IkCAAAECBFYU0BUBAv8KKAD/a+IIAQIECBAgQIAAAQJ9C4ieAAECBAhsIrBEEXiJnnPVb7bY9SJAgAABAgQIEDhOwMgPBBSAH8A4TIAAAQIECBAgQIAAAQI9CoiZAAECBAgQIECAAAECBAiMLTBGAXjsOZY9AQIECBAgQIAAAQIECBAYQ0CWBLYSmLfqWL8ECBAgQIAAAQIE1hdQAF7fVI+NCQiHAAECBAgQIECAAAECBAgQqC+waoZZ8I328SefY7tq3zojQIAAAQIECBAgsLGAAvDGwLonQOBQAYMTIECAAAECBAgQIECAAIHnBbLYm+3zjnNss8XGq20B0REgQIAAAQIECHwRUAD+gmGXAAECBCoJyIUAAQIECBAgQIAAAQIrCERBOIvA2VboTRcECKwuoEMCBAgQIEDgXkAB+F7EZwIECBAgQKB/ARkQIECAAAECBAgQWFkg6sA3PZ7jwLXdnPCBAAECBPYTMBIBAgQIfCugAPwti4MECBAgQIAAAQK9CoibAAECBAgQIECAAAECBAgQqC8gQwIE9SEIEAAAEABJREFUHgsoAD+2cYYAAQIECBAgQIAAgb4EREuAAAECBFYXmM/TNE+Xf6fYz4dpufL3csQ7AQIECBAgQIDAAQKG/EUgv7P+conTBAgQIECAAAECBAgQIECgdQHxESBAYGOBKP5uPILuCRAgQIAAAQIECKwiULsAvAqRTggQIECAAAECBAgQIECAAIGmBQRHYCOB+5W/uRr4OtRy3bElQIAAAQIECBAg0JiAAnBjEyKc9QT0RIAAAQIECBAgQIAAAQIECNQX2DRDq3435dU5AQIECBAgQIDANgIKwNu46pUAgWMFjE6AAAECBAgQIECAAAECBF4XyIJvtrs7l3macsXv19/+9VDtDumYj0YlQIAAAQIECBD4RsB31W9QHCJAgACBngXEToAAAQIECBAgQIAAAQIECNQXkCEBAgQIECDwSEAB+JGM4wQIECBAgEB/AiImQIAAAQIECBAgsIZArgKOlg/OTrF91GX+JnC2R+cdJ0CAAIGNBHRLgAABAj8K5PfYHy9wkgABAgQIECBAgEAPAmIkQIAAAQIECGwmkEXgebPedUyAAAECBAi8IOBSAgR+F1AA/t3IFQQIECBAgAABAgQItC0gOgIECBAgsIvAEkXgJUbKVb/ZYteLAAECBAgQIEBgPwEjPSmgAPwklMsIECBAgAABAgQIECBAoEUBMREgQIAAAQIECBAgQIAAAQJfBWoWgL9maJ8AAQIECBAgQIAAAQIECBCoKSArAnsJzHsNZBwCBAgQIECAAAEC7wsoAL9vqIfGBIRDgAABAgQIECBAgAABAgQI1BfYNMMs+Eb7+JPPsd10LJ0TIECAAAECBAgQWFlAAXhlUN0RIHCogMEJECBAgAABAgQIECBAgMDfBbLYm+2zh3Nss8XGqy0B0RAgQIAAAQIECPwgoAD8A45TBAgQINCTgFgJECBAgAABAgQIECCwgUAUhLMInG2D3nVJgMDLAm4gQIAAAQIEfhNQAP5NyHkCBAgQIECgfQEREiBAgAABAgQIENhYIOrANyOc48C13ZzwgQABAgS2E9AzAQIECDwloAD8FJOLCBAgQIAAAQIEWhUQFwECBAgQIECAAAECBAgQIFBfQIYECDwvoAD8vJUrCRAgQIAAAQIECBBoS0A0BAgQIEBgc4H5PE3zdPl3iv18mJYrfy9HvBMgQIAAAQIECOwgYIgXBfI764u3uJwAAQIECBAgQIAAAQIECBwtYHwCBAjsLBDF351HNBwBAgQIECBAgACBPwnUKgD/icBNBAgQIECAAAECBAgQIECAQFcCgiWwk8D9yt9cDXwdernu2BIgQIAAAQIECBBoTEABuLEJEc7fBdxJgAABAgQIECBAgAABAgQI1BfYNUOrfnflNhgBAgQIECBAgMA6AgrA6zjqhQCBYwWMToAAAQIECBAgQIAAAQIE3hfIgm+2u56WeZpyxe/X3/71UO0OaZ+PRiFAgAABAgQIEHhCwHfVJ5BcQoAAAQItC4iNAAECBAgQIECAAAECBAgQqC8gQwIECBAgQOBZAQXgZ6VcR4AAAQIECLQnICICBAgQIECAAAECWwjkKuBo+eDsFNtHQ+RvAmd7dN5xAgQIEFhJQDcECBAg8JJAfo996QYXEyBAgAABAgQIEGhBQAwECBAgQIAAgd0Esgg87zaagQgQIECAAIEvAnYJEHhdQAH4dTN3ECBAgAABAgQIECBwrIDRCRAgQIDAIQJLFIGXGDlX/WaLXS8CBAgQIECAAIHtBPT8RwEF4D/CuY0AAQIECBAgQIAAAQIEjhAwJgECBAgQIECAAAECBAgQIPCTQI0C8E8ZOkeAAAECBAgQIECAAAECBAjUEJAFgaME5qMGNi4BAgQIECBAgACB1wUUgF83c0djAsIhQIAAAQIECBAgQIAAAQIE6gvsmmEWfKN9/Mnn2O46tsEIECBAgAABAgQIvCmgAPwmoNsJEDhUwOAECBAgQIAAAQIECBAgQGA9gSz2Zvvs8RzbbLHxOlbA6AQIECBAgAABAi8IKAC/gOVSAgQIEGhJQCwECBAgQIAAAQIECBDYQSAKwlkEzrbDaIYgQOAfAQcIECBAgACBVwUUgF8Vcz0BAgQIECBwvIAICBAgQIAAAQIECOwsEHXgmxHPceDabk74QIAAAQLrCeiJAAECBP4koAD8JzY3ESBAgAABAgQIHCVgXAIECBAgQIAAAQIECBAgQKC+gAwJEPi7gALw3+3cSYAAAQIECBAgQIDAvgJGI0CAAAECuwvM52map8u/U+znw7Rc+Xs54p0AAQIECBAgQGADAV2+KZDfWd/swu0ECBAgQIAAAQIECBAgQGBrAf0TIEDgYIEo/h4cgeEJECBAgAABAgQIPCXQdwH4qRRdRIAAAQIECBAgQIAAAQIECHQtIHgCBwncr/zN1cDXUJbrji0BAgQIECBAgACBxgQUgBubEOE8L+BKAgQIECBAgAABAgQIECBAoL7AoRla9Xsov8EJECBAgAABAgT+JqAA/Dc3dxEgcKyA0QkQIECAAAECBAgQIECAwPoCWfDNdtfzMk9Trvj9+tu/HqrdIW3zUa8ECBAgQIAAAQJ/EPBd9Q9obiFAgACBIwWMTYAAAQIECBAgQIAAAQIECNQXkCEBAgQIECDwVwEF4L/KuY8AAQIECBDYX8CIBAgQIECAAAECBPYQyFXA0fLB2Sm2j4bM3wTO9ui84wQIECDwRwG3ESBAgMBbAvk99q0O3EyAAAECBAgQIEBgDwFjECBAgAABAgQOE8gi8HzY6AYmQIAAAQJDCUiWAIH3BRSA3zfUAwECBAgQIECAAAEC2wronQABAgQINCGwRBF4iUhy1W+22PUiQIAAAQIECBBYT0BPKwkoAK8EqRsCBAgQIECAAAECBAgQ2EJAnwQIECBAgAABAgQIECBAgMArAn0WgF/J0LUECBAgQIAAAQIECBAgQIBAnwKiJtCKwNxKIOIgQIAAAQIECBAg8LuAAvDvRq5oTEA4BAgQIECAAAECBAgQIECAQH2BQzPMgm+0jz/5HNtDYzE4AQIECBAgQIAAgRcFFIBfBHM5AQKHChicAAECBAgQIECAAAECBAhsJ5DF3myfI5xjmy02XvsKGI0AAQIECBAgQOANAQXgN/DcSoAAAQJ7ChiLAAECBAgQIECAAAECBwhEQTiLwNkOGN2QBAYUkDIBAgQIECDwroAC8LuC7idAgAABAgS2FzACAQIECBAgQIAAgYMFog58E8E5DlzbzQkfCBAgQODvAu4kQIAAgVUEFIBXYdQJAQIECBAgQIDAVgL6JUCAAAECBAgQIECAAAECBOoLyJAAgfUEFIDXs9QTAQIECBAgQIAAAQLrCuiNAAECBAgcLjCfp2meLv9OsZ8P03Ll7+WIdwIECBAgQIAAgRUEdLGyQH5nXblL3REgQIAAAQIECBAgQIAAgXcF3E+AAIHGBKL421hEwiFAgAABAgQIECDwrUBfBeBvU3CQAAECBAgQIECAAAECBAgQKCUgGQKNCNyv/M3VwNfQluuOLQECBAgQIECAAIHGBBSAG5sQ4TwWcIYAAQIECBAgQIAAAQIECBCoL9BUhlb9NjUdgiFAgAABAgQIEHhOQAH4OSdXESBwrIDRCRAgQIAAAQIECBAgQIDA9gJZ8M12N9IyT1Ou+P36278eqt0hrfNRLwQIECBAgAABAisI+K66AqIuCBAgQGBLAX0TIECAAAECBAgQIECAAAEC9QVkSIAAAQIECKwloAC8lqR+CBAgQIAAgfUF9EiAAAECBAgQIEDgCIFcBRwtH5ydYvsohPxN4GyPzjtOgAABAk8KuIwAAQIEVhXI77GrdqgzAgQIECBAgAABAmsI6IMAAQIECBAg0IxAFoHnZqIRCAECBAgQKCUgGQIE1hdQAF7fVI8ECBAgQIAAAQIECLwn4G4CBAgQINCkwBJF4CUiy1W/2WLXiwABAgQIECBA4O8C7txIQAF4I1jdEiBAgAABAgQIECBAgMBfBNxDgAABAgQIECBAgAABAgQIvCPQRwH4nQzdS4AAAQIECBAgQIAAAQIECPQhIEoCrQrMrQYmLgIECBAgQIAAAQL/CigA/2viSGMCwiFAgAABAgQIECBAgAABAgTqCzSVYRZ8o338yefYNhWbYAgQIECAAAECBAj8IqAA/AuQ0wQIHCpgcAIECBAgQIAAAQIECBAgsJ9AFnuzfY54jm222HhtK6B3AgQIECBAgACBFQUUgFfE1BUBAgQIrCmgLwIECBAgQIAAAQIECDQgEAXhLAJnayAaIRAoKCAlAgQIECBAYG0BBeC1RfVHgAABAgQIvC+gBwIECBAgQIAAAQKNCUQd+Caicxy4tpsTPhAgQIDA8wKuJECAAIFNBBSAN2HVKQECBAgQIECAwF8F3EeAAAECBAgQIECAAAECBAjUF5AhAQLbCSgAb2erZwIECBAgQIAAAQIEXhNwNQECBAgQaE5gPk/TPF3+nWI/H6blyt/LEe8ECBAgQIAAAQJ/EHDLxgL5nXXjIXRPgAABAgQIECBAgAABAgR+E3CeAAECjQtE8bfxCIVHgAABAgQIECBA4EOg7QLwR4jeCBAgQIAAAQIECBAgQIAAgdICkiPQqMD9yt9cDXwNdbnu2BIgQIAAAQIECBBoTEABuLEJEc5/AvYIECBAgAABAgQIECBAgACB+gJNZ2jVb9PTIzgCBAgQIECAAIHvBRSAv3dxlACBYwWMToAAAQIECBAgQIAAAQIE9hfIgm+2u5GXeZpyxe/X3/71UO0O6W8f3UWAAAECBAgQILCBgO+qG6DqkgABAgTeEXAvAQIECBAgQIAAAQIECBAgUF9AhgQIECBAgMBWAgrAW8nqlwABAgQIEHhdwB0ECBAgQIAAAQIEWhDIVcDR8sHZKbaPQsrfBM726LzjBAgQIPBAwGECBAgQ2FQgv8duOoDOCRAgQIAAAQIECDwj4BoCBAgQIECAQLMCWQSem41OYAQIECBAoCsBwRIgsL2AAvD2xkYgQIAAAQIECBAgQOBnAWcJECBAgEAXAksUgZeINFf9ZotdLwIECBAgQIAAgecFXLmTgALwTtCGIUCAAAECBAgQIECAAIHvBBwjQIAAAQIECBAgQIAAAQIE1hRoswC8Zob6IkCAAAECBAgQIECAAAECBNoUEBWBXgTmXgIVJwECBAgQIECAAIFpUgD2v6A5AQERIECAAAECBAgQIECAAAEC9QWaznCO6KJ9/Mnn2MYnLwIECBAgQIAAAQLdCCgAdzNVAiUwhIAkCRAgQIAAAQIECBAgQIDAcQJZ7M32GcE5ttli47WugN4IECBAgAABAgQ2FFAA3hBX1wQIECDwioBrCRAgQIAAAQIECBAg0KBAFISzCJytweiERKBDASETIECAAAECWwsoAG8trH8CBAgQIEDgdwFXECBAgAABAgQIEGhcIOrANxGe48C13ZzwgQABAgQeC5aH3UQAABAASURBVDhDgAABArsIKADvwmwQAgQIECBAgACBRwKOEyBAgAABAgQIECBAgAABAvUFZEiAwH4CCsD7WRuJAAECBAgQIECAAIFbAZ8IECBAgEDzAvN5mubp8u8U+/kwLVf+Xo54J0CAAAECBAgQeELAJTsL5HfWnYc0HAECBAgQIECAAAECBAgQIECAAIHOBKL421nEwiVAgAABAgQIEBhUoK0C8KCTIG0CBAgQIECAAAECBAgQIDCUgGQJdCJwv/I3VwNfQ1+uO7YECBAgQIAAAQIEGhNQAG5sQkYOR+4ECBAgQIAAAQIECBAgQIBAfYGuMrTqt6vpEiwBAgQIECBAgMBFQAH44uCdAIFjBYxOgAABAgQIECBAgAABAgSOF8iCb7a7SJZ5mnLF79ff/vVQ7Q7puY+uIkCAAAECBAgQ2EHAd9UdkA1BgAABAj8JOEeAAAECBAgQIECAAAECBAjUF5AhAQIECBAgsJeAAvBe0sYhQIAAAQIE/hVwhAABAgQIECBAgECLArkKOFo+ODvF9lGI+ZvA2R6dd5wAAQIEPgVsCBAgQGBXgfweu+uABiNAgAABAgQIECCQAhoBAgQIECBAoBuBLALP3UQrUAIECBAg0JSAYAgQ2F9AAXh/cyMSIECAAAECBAgQGF1A/gQIECBAoEuBJYrAS0Seq36zxa4XAQIECBAgQIDAYwFnDhJQAD4I3rAECBAgQIAAAQIECBAYU0DWBAgQIECAAAECBAgQIECAwJYCbRSAt8xQ3wQIECBAgAABAgQIECBAgEAbAqIg0KvA3Gvg4iZAgAABAgQIEBhRQAF4xFlvLGfhECBAgAABAgQIECBAgAABAvUFusowC77RPv7kc2y7il2wBAgQIECAAAECwwsoAA//XwAAgUMFDE6AAAECBAgQIECAAAECBNoRyGJvts+IzrHNFhuv9wTcTYAAAQIECBAgsKOAAvCO2IYiQIAAga8C9gkQIECAAAECBAgQINCBQBSEswicrYNohUigQQEhESBAgAABAnsLKADvLW48AgQIECBAYJoYECBAgAABAgQIEOhMIOrANxGf48C13ZzwgQABAgT+E7BHgAABAocIKAAfwm5QAgQIECBAgMC4AjInQIAAAQIECBAgQIAAAQIE6gvIkACB4wQUgI+zNzIBAgQIECBAgACB0QTkS4AAAQIEuhOYz9M0T5d/p9jPh2m58vdyxDsBAgQIECBAgMA3Ag4dLJDfWQ8OwfAECBAgQIAAAQIECBAgUF9AhgQIEOhcIIq/nWcgfAIECBAgQIAAgUEEji0AD4IsTQIECBAgQIAAAQIECBAgMLSA5Al0KnC/8jdXA19TWa47tgQIECBAgAABAgQaE1AAbmxCRgpHrgQIECBAgAABAgQIECBAgEB9ga4ztOq36+kTPAECBAgQIEBgVAEF4FFnXt4EjhUwOgECBAgQIECAAAECBAgQaE8gC77Z7iJb5mnKFb9ff/vXQ7U7pO8/OkqAAAECBAgQIHCAgO+qB6AbkgABAmMLyJ4AAQIECBAgQIAAAQIECBCoLyBDAgQIECBA4CgBBeCj5I1LgAABAgRGFJAzAQIECBAgQIAAgR4EchVwtHxwdorto5DzN4GzPTrvOAECBIYVkDgBAgQIHCqQ32MPDcDgBAgQIECAAAECYwjIkgABAgQIECDQrUAWgeduoxc4AQIECBDYVcBgBAgcL6AAfPwciIAAAQIECBAgQIBAdQH5ESBAgACBEgJLFIGXyCRX/WaLXS8CBAgQIECAAIH/BOw1IqAA3MhECIMAAQIECBAgQIAAAQI1BWRFgAABAgQIECBAgAABAgQI7ClwTAF4zwyNRYAAAQIECBAgQIAAAQIECBwjYFQCVQTmKonIgwABAgQIECBAYAQBBeARZrmxHIVDgAABAgQIECBAgAABAgQI1BfoOsMs+Eb7+JPPse06F8ETIECAAAECBAgMJ6AAPNyUS5jAoQIGJ0CAAAECBAgQIECAAAEC7QpksTfbZ4Tn2GaLjddrAq4mQIAAAQIECBA4UEAB+EB8QxMgQGAsAdkSIECAAAECBAgQIECgQ4EoCGcROFuH0QuZwAEChiRAgAABAgSOFlAAPnoGjE+AAAECBEYQkCMBAgQIECBAgACBzgWiDnyTwTkOXNvNCR8IECAwsoDcCRAgQKAJAQXgJqZBEAQIECBAgACBugIyI0CAAAECBAgQIECAAAECBOoLyJAAgXYEFIDbmQuRECBAgAABAgQIEKgmIB8CBAgQINC9wHyepnm6/DvFfj5My5W/lyPeCRAgQIAAAQIEpmmC0JhAfmdtLCThECBAgAABAgQIECBAgED/AjIgQIBAMYEo/hbLSDoECBAgQIAAAQJFBfYtABdFlBYBAgQIECBAgAABAgQIECDwRcAugSIC9yt/czXwNbXlumNLgAABAgQIECBAoDEBBeDGJqRyOHIjQIAAAQIECBAgQIAAAQIE6guUytCq31LTKRkCBAgQIECAwCgCCsCjzLQ8CRwrYHQCBAgQIECAAAECBAgQINC+QBZ8s91FuszTlCt+v/72r4dqd0iXj94JECBAgAABAgQaEPBdtYFJEAIBAgRqC8iOAAECBAgQIECAAAECBAgQqC8gQwIECBAgQKAVAQXgVmZCHAQIECBAoKKAnAgQIECAAAECBAj0KJCrgKPlg7NTbB+lkL8JnO3ReccJECAwjIBECRAgQKApgfwe21RAgiFAgAABAgQIEKghIAsCBAgQIECAQBmBLALPZbKRCAECBAgQWFVAZwQItCegANzenIiIAAECBAgQIECAQO8C4idAgAABAiUFligCL5FZrvrNFrteBAgQIECAAIGRBeTeqIACcKMTIywCBAgQIECAAAECBAj0KSBqAgQIECBAgAABAgQIECBA4EiBfQrAR2ZobAIECBAgQIAAAQIECBAgQGAfAaMQqCowV01MXgQIECBAgAABAhUFFIArzmpjOQmHAAECBAgQIECAAAECBAgQqC9QKsMs+Eb7+JPPsS2Vm2QIECBAgAABAgTKCygAl59iCRI4VMDgBAgQIECAAAECBAgQIECgH4Es9mb7jPgc22yx8fpZwFkCBAgQIECAAIGGBBSAG5oMoRAgQKCWgGwIECBAgAABAgQIECBQQCAKwlkEzlYgGykQ2EBAlwQIECBAgEBrAgrArc2IeAgQIECAQAUBORAgQIAAAQIECBAoJhB14JuMznHg2m5O+ECAAIGRBORKgAABAk0KKAA3OS2CIkCAAAECBAj0KyByAgQIECBAgAABAgQIECBAoL6ADAkQaFdAAbjduREZAQIECBAgQIAAgd4ExEuAAAECBMoJzOdpmqfLv1Ps58O0XPl7OeKdAAECBAgQIDCkgKQbF8jvrI2HKDwCBAgQIECAAAECBAgQaF9AhAQIECguEMXf4hlKjwABAgQIECBAoIjAtgXgIkjSIECAAAECBAgQIECAAAECBH4QcIpAUYH7lb+5Gvia6nLdsSVAgAABAgQIECDQmIACcGMTUikcuRAgQIAAAQIECBAgQIAAAQL1BUpnaNVv6emVHAECBAgQIECgqoACcNWZlReBYwWMToAAAQIECBAgQIAAAQIE+hPIgm+2u8iXeZpyxe/X3/71UO0DyRsBAgQIECBAgECDAr6rNjgpQiJAgEDfAqInQIAAAQIECBAgQIAAAQIE6gvIkAABAgQIEGhVQAG41ZkRFwECBAgQ6FFAzAQIECBAgAABAgQqCOQq4Gj54OwU20cp5W8CZ3t03nECBAiUFZAYAQIECDQtkN9jmw5QcAQIECBAgAABAn0IiJIAAQIECBAgUFYgi8Bz2ewkRoAAAQIEXhJwMQEC7QsoALc/RyIkQIAAAQIECBAg0LqA+AgQIECAwBACSxSBl8g0V/1mi10vAgQIECBAgMBIAnLtREABuJOJEiYBAgQIECBAgAABAgTaFBAVAQIECBAgQIAAAQIECBAg0JLANgXgljIUCwECBAgQIECAAAECBAgQILCNgF4JjCIwj5KoPAkQIECAAAECBCoIKABXmMXGchAOAQIECBAgQIAAAQIECBAgUF+gdIZZ8I328SefY1s6V8kRIECAAAECBAiUE1AALjelEiJwqIDBCRAgQIAAAQIECBAgQIBAvwJZ7M32mcE5ttli43Ur4BMBAgQIECBAgEDDAgrADU+O0AgQINCXgGgJECBAgAABAgQIECBQUCAKwlkEzlYwOykR+IOAWwgQIECAAIHWBRSAW58h8REgQIAAgR4ExEiAAAECBAgQIECguEDUgW8yPMeBa7s54QMBAgQqC8iNAAECBLoQUADuYpoESYAAAQIECBBoV0BkBAgQIECAAAECBAgQIECAQH0BGRIg0I+AAnA/cyVSAgQIECBAgAABAq0JiIcAAQIECJQXmM/TNE+Xf6fYz4dpufL3csQ7AQIECBAgQGAIAUl2JpDfWTsLWbgECBAgQIAAAQIECBAgcLyACAgQIDCYQBR/B8tYugQIECBAgAABAp0KrFsA7hRB2AQIECBAgAABAgQIECBAgMALAi4lMIjA/crfXA18TX257tgSIECAAAECBAgQaExAAbixCek5HLETIECAAAECBAgQIECAAAEC9QWGytCq36GmW7IECBAgQIAAgSoCCsBVZlIeBI4VMDoBAgQIECBAgAABAgQIEOhfIAu+2e4yWeZpyhW/X3/7d9CHancyPhIgQIAAAQIECLQo4Ltqi7MiJgIECHQlIFgCBAgQIECAAAECBAgQIECgvoAMCRAgQIAAgV4EFIB7mSlxEiBAgACBFgXERIAAAQIECBAgQKCiQK4CjpYPzk6xfZRi/iZwtkfnHSdAgEAZAYkQIECAQFcC+T22q4AFS4AAAQIECBAg0IaAKAgQIECAAAECwwhkEXgeJluJEiBAgACBGwEfCBDoT0ABuL85EzEBAgQIECBAgACBowWMT4AAAQIEhhRYogi8ROa56jdb7HoRIECAAAECBCoLyK1TAQXgTidO2AQIECBAgAABAgQIEDhGwKgECBAgQIAAAQIECBAgQIBAywLrFIBbzlBsBAgQIECAAAECBAgQIECAwDoCeiEwqsA8auLyJkCAAAECBAgQ6FFAAbjHWWssZuEQIECAAAECBAgQIECAAAEC9QWGyjALvtE+/uRzbIfKXbIECBAgQIAAAQLdCygAdz+FEiBwqIDBCRAgQIAAAQIECBAgQIBAHYEs9mb7zOgc22yxGf0lfwIECBAgQIAAgY4EFIA7miyhEiBAoC0B0RAgQIAAAQIECBAgQGAAgSgIZxE42wDZSpHANwIOESBAgAABAr0JKAD3NmPiJUCAAAECLQiIgQABAgQIECBAgMBgAlEHvsn4HAeu7eaEDwQIEKgkIBcCBAgQ6FJAAbjLaRM0AQIECBAgQOA4ASMTIECAAAECBAgQIECAAAEC9QVkSIBAvwIKwP3OncgJECD4fb3sAAAQAElEQVRAgAABAgQI7C1gPAIECBAgMJzAfJ6mebr8O8V+PkzLlb+XI94JECBAgAABAiUFJNW5QH5n7TwF4RMgQIAAAQIECBAgQIDA9gJGIECAwOACUfwdXED6BAgQIECAAAECnQi8VwDuJElhEiBAgAABAgQIECBAgAABAm8IuJXAoAL3K39zNfCVYrnu2BIgQIAAAQIECBBoTEABuLEJ6SkcsRIgQIAAAQIECBAgQIAAAQL1BYbO0Krfoadf8gQIECBAgACBXgUUgHudOXETOFbA6AQIECBAgAABAgQIECBAoJ5AFnyz3WW2zNOUK36//vbvIA/V7iR8JECAAAECBAgQ6EHAd9UeZkmMBAgQaEpAMAQIECBAgAABAgQIECBAgEB9ARkSIECAAAECvQooAPc6c+ImQIAAAQJHCBiTAAECBAgQIECAwAgCuQo4Wj44O8X2Ucr5m8DZHp13nAABAt0KCJwAAQIEuhbI77FdJyB4AgQIECBAgACBfQSMQoAAAQIECBAYViCLwPOw2UucAAECBAYTkC4BAv0LKAD3P4cyIECAAAECBAgQILC1gP4JECBAgACBEFiiCLzENlf9ZotdLwIECBAgQIBAJQG5FBFQAC4ykdIgQIAAAQIECBAgQIDANgJ6JUCAAAECBAgQIECAAAECBHoS+FsBuKcMxUqAAAECBAgQIECAAAECBAj8TcBdBAhcBObLxjsBAgQIECBAgACBHgQUgHuYpcZiFA4BAgQIECBAgAABAgQIECBQX2DoDLPgG+3jTz7HdmgLyRMgQIAAAQIECHQnoADc3ZQJmMChAgYnQIAAAQIECBAgQIAAAQJ1BbLYm+0zw3Nss8VmtJd8CRAgQIAAAQIEOhZQAO548oROgACBfQWMRoAAAQIECBAgQIAAgQEFoiCcReBsA2Yv5SEFJE2AAAECBAj0LqAA3PsMip8AAQIECOwhYAwCBAgQIECAAAECgwtEHfhG4BwHru3mhA8ECBDoWUDsBAgQIFBCQAG4xDRKggABAgQIECCwnYCeCRAgQIAAAQIECBAgQIAAgfoCMiRAoI6AAnCduZQJAQIECBAgQIAAgbUF9EeAAAECBIYXmM/TNE+Xf6fYz4dpufL3csQ7AQIECBAgQKCEgCSKCeR31mIpSYcAAQIECBAgQIAAAQIE3hfQAwECBAjcCETx9+azDwQIECBAgAABAgQaFXitANxoEsIiQIAAAQIECBAgQIAAAQIEVhTQFQECHwL3K39zNfDHiXhbonkRIECAAAECBAgQaFFAAbjFWWk0JmERIECAAAECBAgQIECAAAEC9QVk+EXAqt8vGHYJECBAgAABAgR6EVAA7mWmxEngWAGjEyBAgAABAgQIECBAgACB+gJZ8M12l+kyT1Ou+P36279FH6rdZe4jAQIECBAgQIBAjwK+q/Y4a2ImQIDArgIGI0CAAAECBAgQIECAAAECBOoLyJAAAQIECBCoIqAAXGUm5UGAAAECBLYQ0CcBAgQIECBAgACBEQVyFXC0fHB2iu0jgvxN4GyPzjtOgACBbgQESoAAAQKlBPJ7bKmEJEOAAAECBAgQILCOgF4IECBAgAABAgQ+BbIIPH/u2xAgQIAAgWIC0iFAoJ6AAnC9OZURAQIECBAgQIAAgXcF3E+AAAECBAh8I7BEEXiJ47nqN1vsehEgQIAAAQIEehYQe1EBBeCiEystAgQIECBAgAABAgQI/E3AXQQIECBAgAABAgQIECBAgEDPAs8VgHvOUOwECBAgQIAAAQIECBAgQIDAcwKuIkDge4H5+8OOEiBAgAABAgQIEGhRQAG4xVlpLCbhECBAgAABAgQIECBAgAABAvUFZPhFIAu+0T7+5HNsv5yxS4AAAQIECBAgQKB5AQXg5qdIgAQOFTA4AQIECBAgQIAAAQIECBAYRyCLvdk+Mz7HNltsqr/kR4AAAQIECBAgUEhAAbjQZEqFAAEC6wrojQABAgQIECBAgAABAgSmKAhnETgbDQI1BWRFgAABAgQIVBNQAK42o/IhQIAAAQJrCOiDAAECBAgQIECAAIEbgagD33w+x4FruznhAwECBHoSECsBAgQIlBRQAC45rZIiQIAAAQIECPxdwJ0ECBAgQIAAAQIECBAgQIBAfQEZEiBQV0ABuO7cyowAAQIECBAgQIDAqwKuJ0CAAAECBO4E5vOUfwV6yn+n2M+HabnyNz9rBAgQIECAAIFOBYRdXCC/sxZPUXoECBAgQIAAAQIECBAg8LuAKwgQIEDgR4Eo/v543kkCBAgQIECAAAECjQj8XABuJEhhECBAgAABAgQIECBAgAABAhsK6JoAgW8F5s+j15W/uRr489C0XHdsCRAgQIAAAQIECDQmoADc2IS0FI5YCBAgQIAAAQIECBAgQIAAgfoCMvxBwKrfH3CcIkCAAAECBAgQaFVAAbjVmREXgWMFjE6AAAECBAgQIECAAAECBMYTyIJvtrvMl3n6WPH79bd/izxUu8vURwIECBAgQIAAgQoCvqtWmEU5ECBAYFUBnREgQIAAAQIECBAgQIAAAQL1BWRIgAABAgQIVBVQAK46s/IiQIAAAQJ/EXAPAQIECBAgQIAAAQLTlKuAo+WDs/z930ck+ZvA2R6dd5wAAQLNCgiMAAECBEoL5PfY0glKjgABAgQIECBA4DkBVxEgQIAAAQIECDwQiGLwND845zABAgQIEOhMQLgECNQXUACuP8cyJECAAAECBAgQIPCbgPMECBAgQIDAEwJLFIGXuC5X/WaLXS8CBAgQIECAQE8CYh1EQAF4kImWJgECBAgQIECAAAECBL4XcJQAAQIECBAgQIAAAQIECBCoJPB9AbhShnIhQIAAAQIECBAgQIAAAQIEvhdwlACB5wTm5y5zFQECBAgQIECAAIEWBBSAW5iFxmIQDgECBAgQIECAAAECBAgQIFBfQIY/CGTBN9rHn3yO7Q9XOkWAAAECBAgQIECgOQEF4OamREAEDhUwOAECBAgQIECAAAECBAgQGFcgi73ZPgXOsc0Wm2ov+RAgQIAAAQIECBQWUAAuPLlSI0CAwGsCriZAgAABAgQIECBAgACBfwSiIJxF4Gz/nHOAQJcCgiZAgAABAgSqCygAV59h+REgQIAAgWcEXEOAAAECBAgQIECAwI8CUQe+OX+OA9d2c8IHAgQItCwgNgIECBAYQkABeIhpliQBAgQIECBA4LGAMwQIECBAgAABAgQIECBAgEB9ARkSIDCOgALwOHMtUwIECBAgQIAAAQL3Aj4TIECAAAECvwjM52map8u/U+znw7Rc+Xs54p0AAQIECBAg0IWAIAcTyO+sg6UsXQIECBAgQIAAAQIECBCYJgYECBAg8JJAFH9fut7FBAgQIECAAAECBA4SuC0AHxSEYQkQIECAAAECBAgQIECAAIEdBQxFgMBTAvcrf3M18PXG5bpjS4AAAQIECBAgQKAxAQXgxibkyHCMTYAAAQIECBAgQIAAAQIECNQXkOELAlb9voDlUgIECBAgQIAAgVYEFIBbmQlxEDhWwOgECBAgQIAAAQIECBAgQIBAFnyz3Uks8zTlit+vv/3b6UO1u8x8JECAAAECBAgQqCjgu2rFWZUTAQIEXhJwMQECBAgQIECAAAECBAgQIFBfQIYECBAgQIDAKAIKwKPMtDwJECBAgMB3Ao4RIECAAAECBAgQIPCvQK4CjpYPzk6x/feCy5H8TeBsl0/eCRAg0LCA0AgQIEBgKIH8HjtUwpIlQIAAAQIECBC4CHgnQIAAAQIECBB4UiCLwPOT17qMAAECBAg0JiAcAgTGE1AAHm/OZUyAAAECBAgQIECAAAECBAgQIPAHgSWKwEvcl6t+s8WuFwECBAgQIECgZQGxDSqgADzoxEubAAECBAgQIECAAIFRBeRNgAABAgQIECBAgAABAgQIVBa4FIArZyg3AgQIECBAgAABAgQIECBA4CLgnQCBvwnMf7vNXQQIECBAgAABAgSOEFAAPkK9sTGFQ4AAAQIECBAgQIAAAQIECNQXkOELAlnwjfbxJ59j+8KdLiVAgAABAgQIECBwuIAC8OFTIAAChwoYnAABAgQIECBAgAABAgQIELgKZLE32+fnc2yzxab3l/gJECBAgAABAgQGElAAHmiypUqAAIFbAZ8IECBAgAABAgQIECBA4FeBKAhnETjbr9e6gECTAoIiQIAAAQIERhNQAB5txuVLgAABAgRSQCNAgAABAgQIECBA4CWBqAPfXH+OA9d2c8IHAgQItCQgFgIECBAYUkABeMhplzQBAgQIECAwsoDcCRAgQIAAAQIECBAgQIAAgfoCMiRAYFwBBeBx517mBAgQIECAAAEC4wnImAABAgQIEHhRYD5P0zxd/p1iPx+m5crfyxHvBAgQIECAAIEmBQQ1uEB+Zx2cQPoECBAgQIAAAQIECBAYQUCOBAgQIPCWQBR/37rfzQQIECBAgAABAgR2EZgmBeCdoA1DgAABAgQIECBAgAABAgQOEzAwAQJ/Epg/77qu/M3VwJ+HpuW6Y0uAAAECBAgQIECgMQEF4MYmZM9wjEWAAAECBAgQIECAAAECBAjUF5DhGwJW/b6B51YCBAgQIECAAIGjBBSAj5I3LoFjBYxOgAABAgQIECBAgAABAgQI3AtkwTfb3fFlnj5W/H797d9OHqrdZeIjAQIECBAgQIDACAK+q44wy3IkQIDAjYAPBAgQIECAAAECBAgQIECAQH0BGRIgQIAAAQKjCigAjzrz8iZAgACBMQVkTYAAAQIECBAgQIDA7wK5CjhaPjjL3/99dEP+JnC2R+cdJ0CAwGECBiZAgACBoQXye+zQAJInQIAAAQIECIwiIE8CBAgQIECAAIE/CkQxeJr/eK/bCBAgQIDAzgKGI0CAgAKw/wMECBAgQIAAAQIE6gvIkAABAgQIEFhBYIki8BL95KrfbLHrRYAAAQIECBBoSUAsBD4EFIA/GLwRIECAAAECBAgQIECgqoC8CBAgQIAAAQIECBAgQIAAgfoC/2WoAPyfhT0CBAgQIECAAAECBAgQIFBLQDYECKwjMK/TjV4IECBAgAABAgQI7CGgALyHcmNjCIcAAQIECBAgQIAAAQIECBCoLyDDNwSy4Bvt408+x/aNntxKgAABAgQIECBAYHcBBeDdyQ1I4FABgxMgQIAAAQIECBAgQIAAAQKPBLLYm+3z/Dm22WLT20u8BAgQIECAAAECAwsoAA88+VInQGA0AfkSIECAAAECBAgQIECAwMsCURDOInC2l+91A4FDBAxKgAABAgQIjC6gADz6/wD5EyBAgMAYArIkQIAAAQIECBAgQOAtgagD39x/jgPXdnPCBwIECBwpYGwCBAgQIBACCsCB4EWAAAECBAgQqCwgNwIECBAgQIAAAQIECBAgQKC+gAwJECBwFVAAvkrYEiBAgAABAgQIEKgnICMCBAgQIEDgTYH5PE3zNxPK8gAACAlJREFUdPl3iv18mJYrfy9HvBMgQIAAAQIEmhAQBIEbgfzOenPABwIECBAgQIAAAQIECBCoICAHAgQIEFhVIIq/q/anMwIECBAgQIAAAQKrCPzbiQLwvyaOECBAgAABAgQIECBAgACBvgVET4DAKgL3K39zNfC14+W6Y0uAAAECBAgQIECgMQEF4MYmZMtw9E2AAAECBAgQIECAAAECBAjUF5DhigJW/a6IqSsCBAgQIECAAIG9BBSA95I2DoFjBYxOgAABAgQIECBAgAABAgQI/CaQBd9sd9ct8zTlit+vv/3b6EO1u8h9JECAAAECBAgQGFHAd9URZ13OBAgMJiBdAgQIECBAgAABAgQIECBAoL6ADAkQIECAAAECFwEF4IuDdwIECBAgUFNAVgQIECBAgAABAgQIvC6Qq4Cj5YOzU2wfdZC/CZzt0XnHCRAgsJuAgQgQIECAwBeB/B775aNdAgQIECBAgACBKgLyIECAAAECBAgQWEkgi8DzSn3phgABAgQIrCygOwIECNwLKADfi/hMgAABAgQIECBAoH8BGRAgQIAAAQIbCCxRBF6i31z1my12vQgQIECAAAECRwoYm8C3AgrA37I4SIAAAQIECBAgQIAAgV4FxE2AAAECBAgQIECAAAECBAjUF3icoQLwYxtnCBAgQIAAAQIECBAgQIBAXwKiJUBgG4F5m271SoAAAQIECBAgQGALAQXgLVQb61M4BAgQIECAAAECBAgQIECAQH0BGa4okAXfaB9/8jm2K/asKwIECBAgQIAAAQKbCygAb05sAAKHChicAAECBAgQIECAAAECBAgQeFYgi73ZPq8/xzZbbFp/iY8AAQIECBAgQIDA/wUUgP9PYYcAAQLVBORDgAABAgQIECBAgAABAm8LREE4i8DZ3u5LBwQ2EdApAQIECBAgQOBWQAH41sMnAgQIECBQQ0AWBAgQIECAAAECBAisKhB14Jv+znHg2m5O+ECAAIE9BYxFgAABAgS+EVAA/gbFIQIECBAgQIBAzwJiJ0CAAAECBAgQIECAAAECBOoLyJAAAQKPBBSAH8k4ToAAAQIECBAgQKA/ARETIECAAAECKwvM52map8u/U+znw7Rc+Xs54p0AAQIECBAgcIiAQQn8KJDfWX+8wEkCBAgQIECAAAECBAgQ6EFAjAQIECCwqUAUfzftX+cECBAgQIAAAQIEnhL4/SIF4N+NXEGAAAECBAgQIECAAAECBNoWEB0BApsI3K/8zdXA14GW644tAQIECBAgQIAAgcYEFIAbm5A1w9EXAQIECBAgQIAAAQIECBAgUF9AhhsKWPW7Ia6uCRAgQIAAAQIEthJQAN5KVr8EjhUwOgECBAgQIECAAAECBAgQIPCqQBZ8s93dt8zTlCt+v/72byMP1e4i9ZEAAQIECBAgQIDANPmu6n8BAQIEyglIiAABAgQIECBAgAABAgQIEKgvIEMCBAgQIECAwPcCCsDfuzhKgAABAgT6FBA1AQIECBAgQIAAAQLvC+Qq4Gj54OwU20cd5m8CZ3t03nECBAhsJqBjAgQIECDwg0B+j/3htFMECBAgQIAAAQK9CIiTAAECBAgQIEBgI4EsAs8b9a1bAgQIECDwooDLCRAg8JuAAvBvQs4TIECAAAECBAgQaF9AhAQIECBAgMAOAksUgZcYJ1f9ZotdLwIECBAgQIDAngLGIvCUgALwU0wuIkCAAAECBAgQIECAQKsC4iJAgAABAgQIECBAgAABAgTqCzyfoQLw81auJECAAAECBAgQIECAAAECbQmIhgCBfQTmfYYxCgECBAgQIECAAIE1BBSA11BsrA/hECBAgAABAgQIECBAgAABAvUFZLihQBZ8o338yefYbjiSrgkQIECAAAECBAisLqAAvDqpDgkcKmBwAgQIECBAgAABAgQIECBA4K8CWezN9nn/ObbZYtPaSzwECBAgQIAAAQIEHgooAD+kcYIAAQK9CYiXAAECBAgQIECAAAECBFYXiIJwFoGzrd63Dgn8ScBNBAgQIECAAIGfBRSAf/ZxlgABAgQI9CEgSgIECBAgQIAAAQIENhWIOvBN/+c4cG03J3wgQIDAlgL6JkCAAAECTwgoAD+B5BICBAgQIECAQMsCYiNAgAABAgQIECBAgAABAgTqC8iQAAECzwooAD8r5ToCBAgQIECAAAEC7QmIiAABAgQIENhYYD5P0zxd/p1iPx+m5crfyxHvBAgQIECAAIFdBAxC4CWB/M760g0uJkCAAAECBAgQIECAAIEWBMRAgAABArsKRPF31/EMRoAAAQIECBAgQOBD4PU3BeDXzdxBgAABAgQIECBAgAABAgSOFTA6AQK7CNyv/M3VwNeBl+uOLQECBAgQIECAAIHGBBSAG5uQd8JxLwECBAgQIECAAAECBAgQIFBfQIY7Clj1uyO2oQgQIECAAAECBNYSUABeS1I/BI4VMDoBAgQIECBAgAABAgQIECDwrkAWfLPd9bPM05Qrfr/+9u9BD9XuIvORAAECBAgQIECAwL8Cvqv+a+IIAQIEOhMQLgECBAgQIECAAAECBAgQIFBfQIYECBAgQIAAgecEFICfc3IVAQIECBBoU0BUBAgQIECAAAECBAisL5CrgKPlg7NTbB8NkL8JnO3ReccJECCwmoCOCBAgQIDACwL5PfaFy11KgAABAgQIECDQioA4CBAgQIAAAQIEdhL4oQi8UwSGIUCAAIGBBaROgACBVwX+BwAA//9mFlTRAAAABklEQVQDAH9iAmS2hAMpAAAAAElFTkSuQmC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825500"/>
            <a:ext cx="7153304" cy="969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ru-RU" sz="5300" b="1" dirty="0" smtClean="0">
                <a:solidFill>
                  <a:srgbClr val="4518FC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Что это? Идея проекта</a:t>
            </a:r>
            <a:endParaRPr lang="en-US" sz="5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/>
          <p:cNvSpPr/>
          <p:nvPr/>
        </p:nvSpPr>
        <p:spPr>
          <a:xfrm>
            <a:off x="578966" y="3922716"/>
            <a:ext cx="7505700" cy="178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3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Интернет-магазин, который показывает товары на основе того, что пользователь уже </a:t>
            </a:r>
            <a:r>
              <a:rPr lang="ru-RU" sz="3200" b="1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искал, </a:t>
            </a:r>
            <a:r>
              <a:rPr lang="ru-RU" sz="3200" b="1" dirty="0" err="1" smtClean="0">
                <a:latin typeface="Arial Black" panose="020B0A04020102020204" pitchFamily="34" charset="0"/>
                <a:cs typeface="Times New Roman" panose="02020603050405020304" pitchFamily="18" charset="0"/>
              </a:rPr>
              <a:t>лайкал</a:t>
            </a:r>
            <a:r>
              <a:rPr lang="en-US" sz="3200" b="1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ru-RU" sz="3200" b="1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и покупал</a:t>
            </a:r>
            <a:r>
              <a:rPr lang="ru-RU" sz="3200" b="1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.</a:t>
            </a:r>
            <a:endParaRPr lang="en-US" sz="32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3621" y="1699260"/>
            <a:ext cx="9471498" cy="647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bright-minimalism/image-right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CbRtW1kf+G/tfZp772vpFBCwjVUZGRqN0bJEgyORyjBmWLFJRTTSqvTSlIiCdAICSiuhkU6NBCzRWFo6jIVETSzKYBMrFTVl7FAQAvJ4zX23O2fvVd/c5577zu1Ps5u15vpt99zN2mvN+X2/eca4eP5jnzd6+P3b9sJ4wKR9+AO22oc/8NzO8wO283l3lM+m+d54+AMYMPAz4GfAz4CfAT8Dfgb8DPgZ8DPgZ8DPgJ+BXv0M+P/n/f/yfgb8DPgZ8DPgZ8DPgJ8BPwN+BvwM+BkYyM/AKK50a6900LH6BHREgAABAgQIECBAgAABAgQI1C+gQwIECBAgQIAAAQIEhiRwhQC4yf53R76M3dflubw3CBCoQkATBAgQIECAAAECBAgQIECAQP0COiRAgAABAgQIEBicwCiaaeyMvV/7vTTsvfR9uBEgQIBAjwWUToAAAQIECBAgQIAAAQIECNQvoEMCBAgQIEBgmAKjiAyAo4S/u2M37C3Pu2OYOLomQIAAAQIVCmiJAAECBAgQIECAAAECBAgQqF9AhwQIECAwYIFRNCX43Q2B90oIf/dqeE2AAAECBAgQ6L+ADggQIECAAAECBAgQIECAAIH6BXRIgMDQBUbRXinoHcXs+OyzoRPpnwABAgQIECBAgEAFAlogQIAAAQIECBAgQIAAAQIE6hfQIYEUyKT3SgFwfuJOgAABAgQIECBAgAABAlUIaIIAAQIECBAgQIAAAQIECBCoX2C3wwyAd1/uBsHlOY+VPw1dRr50J0CAAAECBAgQIECAAAECBHopoGgCBAgQIECAAAECBAgQGJjAngC4dH4+/C0vjYoFtEaAAAECBAgQIECAAAECBAjUL6BDAgQIECBAgAABAgSGKJABcAl9d8cQCfRMYGAC2iVAgAABAgQIECBAgAABAgTqF9AhAQIECBAgQIDAYAX2BMCDNdA4AQIEBiOgUQIECBAgQIAAAQIECBAgQKB+AR0SIECAAAECwxbIAHjYALonQIAAAQIDEdAmAQIECBAgQIAAAQIECBAgUL+ADgkQIECAQAiA/RAQIECAAAECBKoX0CABAgQIECBAgAABAgQIECBQv4AOCRAgsCMgAN5x8EiAAAECBAgQIECgTgFdESBAgAABAgQIECBAgAABAvUL6JDAHgEB8B4MLwkQIECAAAECBAgQIFCTgF4IECBAgAABAgQIECBAgACB+gUu7VAAfKmI9wQIECBAgAABAgQIECBAoP8COiBAgAABAgQIECBAgACBgQoIgAe18ZolQIAAAQIECBAgQIAAAQIE6hfQIQECBAgQIECAAAECQxYQAA959/U+LAHdEiBAgAABAgQIECBAgAABAvUL6JAAAQIECBAgQGDwAgLgwf8IACBAYAgCeiRAgAABAgQIECBAgAABAgTqF9AhAQIECBAgQKAICICLgkGAAAECBOoV0BkBAgQIECBAgAABAgQIECBQv4AOCRAgQIDABQEB8AUKLwgQIECAAAECtQnohwABAgQIECBAgAABAgQIEKhfQIcECBC4WEAAfLGHdwQIECBAgAABAgTqENAFAQIECBAgQIAAAQIECBAgUL+ADglcQUAAfAUUhwgQIECAAAECBAgQINBnAbUTIECAAAECBAgQIECAAAEC9QtcrUMB8NVkHCdAgAABAgQIECBAgAABAv0TUDEBAgQIECBAgAABAgQIDFxAADyIHwBNEiBAgAABAgQIECBAgAABAvUL6JAAAQIECBAgQIAAAQIRAmA/BQRqF9AfAQIECBAgQIAAAQIECBAgUL+ADgkQIECAAAECBAicFxAAn4fwRIAAgRoF9ESAAAECBAgQIECAAAECBAjUL6BDAgQIECBAgMBeAQHwXg2vCRAgQIBAPQI6IUCAAAECBAgQIECAAAECBOoX0CEBAgQIELhMQAB8GYkDBAgQIECAAIG+C6ifAAECBAgQIECAAAECBAgQqF9AhwQIELiygAD4yi6OEiBAgAABAgQIEOingKoJECBAgAABAgQIECBAgACB+gV0SOAaAgLga+D4iAABAgQIECBAgAABAn0SUCsBAgQIECBAgAABAgQIECBQv8D1OhQAX0/I5wQIECBAgAABAgQIECBAoPsCKiRAgAABAgQIECBAgAABAjMBAfCModYHfREgQIAAAQIECBAgQIAAAQL1C+iQAAECBAgQIECAAAEC9wgIgO+x8IpAXQK6IUCAAAECBAgQIECAAAECBOoX0CEBAgQIECBAgACBSwQEwJeAeEuAAIEaBPRAgAABAgQIECBAgAABAgQI1C+gQwIECBAgQIDAlQQEwFdScYwAAQIECPRXQOUECBAgQIAAAQIECBAgQIBA/QI6JECAAAECVxUQAF+VxgcECBAgQIAAgb4JqJcAAQIECBAgQIAAAQIECBCoX0CHBAgQuLaAAPjaPj4lQIAAAQIECBAg0A8BVRIgQIAAAQIECBAgQIAAAQL1C+iQwD4EBMD7QHIKAQIECBAgQIAAAQIEuiygNgIECBAgQIAAAQIECBAgQKB+gf12KADer5TzCBAgQIAAAQIECBAgQIBA9wRURIAAAQIECBAgQIAAAQIELhIQAF/EUcsbfRAgQIAAAQIECBAgQIAAAQL1C+iQAAECBAgQIECAAAEClwsIgC83cYRAvwVUT4AAAQIECBAgQIAAAQIECNQvoEMCBAgQIECAAAECVxEQAF8FxmECBAj0UUDNBAgQIECAAAECBAgQIECAQP0COiRAgAABAgQIXEtAAHwtHZ8RIECAAIH+CKiUAAECBAgQIECAAAECBAgQqF9AhwQIECBA4LoCAuDrEjmBAAECBAgQINB1AfURIECAAAECBAgQIECAAAEC9QvokAABAvsTEADvz8lZBAgQIECAAAECBLopoCoCBAgQIECAAAECBAgQIECgfgEdEjiAgAD4AFhOJUCAAAECBAgQIECAQJcE1EKAAAECBAgQIECAAAECBAjUL3DQDgXABxVzPgECBAgQIECAAAECBAgQWL2ACggQIECAAAECBAgQIECAwBUFBMBXZOnrQXUTIECAAAECBAgQIECAAAEC9QvokAABAgQIECBAgAABAlcXEABf3cYnBPoloFoCBAgQIECAAAECBAgQIECgfgEdEiBAgAABAgQIELiOgAD4OkA+JkCAQB8E1EiAAAECBAgQIECAAAECBAjUL6BDAgQIECBAgMB+BATA+1FyDgECBAgQ6K6AyggQIECAAAECBAgQIECAAIH6BXRIgAABAgT2LSAA3jeVEwkQIECAAAECXRNQDwECBAgQIECAAAECBAgQIFC/gA4JECBwMAEB8MG8nE2AAAECBAgQIECgGwKqIECAAAECBAgQIECAAAECBOoX0CGBQwgIgA+B5hICBAgQIECAAAECBAisUsDaBAgQIECAAAECBAgQIECAQP0Ch+1QAHxYOdcRIECAAAECBAgQIECAAIHlC1iRAAECBAgQIECAAAECBAhcU0AAfE2evnyoTgIECBAgQIAAAQIECBAgQKB+AR0SIECAAAECBAgQIEDg+gIC4OsbOYNAtwVUR4AAAQIECBAgQIAAAQIECNQvoEMCBAgQIECAAAEC+xQQAO8TymkECBDoooCaCBAgQIAAAQIECBAgQIAAgfoFdEiAAAECBAgQOIiAAPggWs4lQIAAAQLdEVAJAQIECBAgQIAAAQIECBAgUL+ADgkQIECAwIEFBMAHJnMBAQIECBAgQGDVAtYnQIAAAQIECBAgQIAAAQIE6hfQIQECBA4nIAA+nJurCBAgQIAAAQIECKxGwKoECBAgQIAAAQIECBAgQIBA/QI6JHAEAQHwEfBcSoAAAQIECBAgQIAAgWUKWIsAAQIECBAgQIAAAQIECBCoX+CoHQqAjyroegIECBAgQIAAAQIECBAgsHgBKxAgQIAAAQIECBAgQIAAgX0JCID3xdTVk9RFgAABAgQIECBAgAABAgQI1C+gQwIECBAgQIAAAQIECOxfQAC8fytnEuiWgGoIECBAgAABAgQIECBAgACB+gV0SIAAAQIECBAgQOCAAgLgA4I5nQABAl0QUAMBAgQIECBAgAABAgQIECBQv4AOCRAgQIAAAQKHERAAH0bNNQQIECBAYHUCViZAgAABAgQIECBAgAABAgTqF9AhAQIECBA4tIAA+NB0LiRAgAABAgQILFvAegQIECBAgAABAgQIECBAgED9AjokQIDA0QQEwEfzczUBAgQIECBAgACB5QhYhQABAgQIECBAgAABAgQIEKhfQIcE5iAgAJ4DoikIECBAgAABAgQIECCwSAFzEyBAgAABAgQIECBAgAABAvULzKtDAfC8JM1DgAABAgQIECBAgAABAgTmL2BGAgQIECBAgAABAgQIECBwIAEB8IG4unKyOggQIECAAAECBAgQIECAAIH6BXRIgAABAgQIECBAgACBgwsIgA9u5goCqxWwOgECBAgQIECAAAECBAgQIFC/gA4JECBAgAABAgQIHFJAAHxIOJcRIEBgFQLWJECAAAECBAgQIECAAAECBOoX0CEBAgQIECBA4CgCAuCj6LmWAAECBAgsT8BKBAgQIECAAAECBAgQIECAQP0COiRAgAABAkcWEAAfmdAEBAgQIECAAIFFC5ifAAECBAgQIECAAAECBAgQqF9AhwQIEJiPgAB4Po5mIUCAAAECBAgQILAYAbMSIECAAAECBAgQIECAAAEC9QvokMAcBQTAc8Q0FQECBAgQIECAAAECBOYpYC4CBAgQIECAAAECBAgQIECgfoF5dygAnreo+QgQIECAAAECBAgQIECAwNEFzECAAAECBAgQIECAAAECBA4lIAA+FNuqLrIuAQIECBAgQIAAAQIECBAgUL+ADgkQIECAAAECBAgQIHB4AQHw4e1cSWC5AlYjQIAAAQIECBAgQIAAAQIE6hfQIQECBAgQIECAAIEjCgiAjwjocgIECCxDwBoECBAgQIAAAQIECBAgQIBA/QI6JECAAAECBAjMQ0AAPA9FcxAgQIAAgcUJmJkAAQIECBAgQIAAAQIECBCoX0CHBAgQIEBgbgIC4LlRmogAAQIECBAgMG8B8xEgQIAAAQIECBAgQIAAAQL1C+iQAAEC8xUQAM/X02wECBAgQIAAAQIE5iNgFgIECBAgQIAAAQIECBAgQKB+AR0SWICAAHgBqKYkQIAAAQIECBAgQIDAUQRcS4AAAQIECBAgQIAAAQIECNQvsKgOBcCLkjUvAQIECBAgQIAAAQIECBA4uIArCBAgQIAAAQIECBAgQIDAkQQEwEfiW9bF1iFAgAABAgQIECBAgAABAgTqF9AhAQIECBAgQIAAAQIEji4gAD66oRkILFbA7AQIVCbQdqSfUkcZHSlHGQQIECBAgAABAgSGLqB/AgQIECBAgAABAnMSEADPCdI0BAgQWISAOSsTaJtsqISuZeTL2b28yhtCAwAAEABJREFULmP2ZkkPZb29I5fNt22bD/kyYvd59mZJD7tr7j7vWXbmtue9lwQIECBAgAABAgQIEKhMQDsECBAgQIAAgXkKCIDnqWkuAgQIECBwVYHp+U8yBB6djhK2jpomo9ZT0TZ35WeXBZ95bJH3st4kojk7y3tLLbMX06yvHIvyeSzpVtYqPm2ueiqaJt+X0LeMPBLNzmdLKsYyBAgQIECAAAECBAgQIEBgmQLWIkCAAAECcxcQAM+d1IQECBAgQOASgRJktuOYBZlt/tO7fUM0a7fFAz/zbLTTG6Jt12L5twxZI9dtNyLW/1vWsh3R5Fg7EzHdjOXeMnSOUUTarK1txP0/485om63zJZSQOmuavS81nz9c/ZMGCRAgQIAAAQIECBAgQIAAgfoFdEiAAIHFCORvWxczsVkJECBAgACBIpChZVNCzOks4GxjElvx3+LRz7g53vILm/Fl/9N2bE8mkZ+Wk5c0mlxvPaZNG6NjJ+MRT7oh3vpLa/HQh49j1IwiRqeWVMfuMm1stSfT5WR87aO34x3vvTW+/B9txWTtozHNkHranki79Ty5yVHuaVqeFjYWPf/CCjdxLQL6IECAAAECBAgQIECAAAECBOoX0CGBBQrkb3kXOLupCRAgQIDA4AVKaNlE22SomrliO7ojvvExt8Q3P209xjedi+9/+3r8s8dnuDkLXfOE2B1zhivfQp7NnVlqmbosMzodX/qwE/GYp98YoxtOxQt/dC2++UlNjDdOx85Z0/PP+TS7l4t2x+zAIR/KHHnprKZ8jibWxifiS79yPR7/3BMxPh7xgjeeiEc97caIjb+I8s3kcsW0nUbbZpg+66McifndZrWUOcvYXWN+05uJAAEC+xVwHgECBAgQIECAAAECBAgQIFC/wKI7FAAvWtj8BAgQIDB4gTYzxel2+VPLW/HFf7+NJzz/WMSoiWaUx/Jf4ic+73g8+hnrsT36WEybyWzsBLDzpZuOtmKaYWsZ25Ot+MKHRjzvTRk+b2QtcWK22COftR7f8T03RbvxkRhtnpx9X3kyaaJ8W3jvOHx9iTELcKez9SaTSZzb3or//gvPxkvesRmjtTzc3BmxNolHZjD9rJc8INaP3xHb7enZVe3oVIbAeU72UR7nNkpZ5b99PBvbc5vWRAQIECBA4AACTiVAgAABAgQIECBAgAABAnMRGM1lFpMsSMC0BAgQIFCDQNNEbGy28ZDPaeMFr7vPTshZGsvjMc4XGXr+86dvxkvecq+ItY/ngfJBGflyXvcScJZvua7dFjE+GQ/+7+6K5732xhhv5gJNjvJ5PkWzFV/3HcfiZW+9fzTjDEKnecLa3fnJTmCbL454L4vlFKOTEU0b6xttPOizJ/GiN98QzcbZPDaJmN4cs1uu+w+/aSNe8fZb49Z7HYtpnIloE2yaY7fe2YlzeBjlHNPj+ZAvSs/5yp0AAQIECBAgsDwBKxEgQIAAAQIECBAgQGB+AvlbzvlNZiYCBOYoYCoCBKoRaDLzvNennoyX/eh6HLv1bDTj8+nl+afZl1nHd8aX/cP1eOU7HhD3e+C5mLaTGI+baJorj/3jnF9klMFqux7Tcxmm3u9svPIn7h033z9nKbluGWtno4S/keeUr9j+3YevxY/8/K1xvwffnTWMclxcRxzoVmooY/eiUcT0xmhGW7Fx48fidT95PO79adMYjTJsbjLcbSKiPLc3RKy18fkPm8aP/OI4HvSZk9hYPx7TDKmjnBPzuzXNNLbbk5lJb0abk7dtmwzT+S1gJgIECBAgQIAAAQJXE3CcAAECBAgQIECAwJwFRnOez3QECBAgMAcBU9QkMI3NE2fjFe+4T9zvM7YjRiVUbHcabHaedh7zn+Tx3fG3v3I7XvuTJ+KBn74W5yYZBOc504wkM4/MQDKvy3vk+51rrvF44bzyos3QNNcdn4xjN5+K73v1rfGpnx4xndwdmXVGlEB6srnzOvLWNrG9dToe8jcjfvinb4j7PviTEU3WHru3Jl+UkU/Xve+sH7Oad1+Xd6NYv/HOePGb7h/3ecgkIs7FLICOvM0C3gykZ6eXdbbiUz5zGq9+983xwM85GaP1Sc42+zBPznvWm48HuN9zbTstr/PS8Zl46VuPxRd/1R1pdSrnL+vmmH08e8iT3AkQIECAAAECBAgQIDBfAbMRIECAAAECBBYhkL9tXsS05iRAgAABAgMXmGWGbWzccFu88A2b8eAMU2OyPgsW2zb/+c1s8WKh4/nZiWjGa/Gpnx3xmp+J+PyHTmI0msT29jQmmd9OY5ohcIano9vz0jyQj1e8l7WnZYE8J4Pbaa7XlG/2jtp4wQ8fjy/48p3jo9FGRFNOzjHOeWMUsz9JnU9r68fzs3F8ykMi3vm+B8bffdgktqYZyk7zw0kTB7/lmnnRtJnGNGtqx5+MZ/3ALfG3vyIXni2atcRazALpWI+IDKRzqZ33J/J9G/d7cMQbf/bG+KKHRqxtjGI6OhPTnLbNkSfs8569Rgmcy4gYjUYRa6fjid+3Ef/jV4/jxW+7Ob7lqW2c3ToT47VRZLGxE0yX68KNAAECBAgQIECAAAECBAjMS8A8BAgQIEBgYQL5m82FzW1iAgQIECAwTIGSFZ4PYP/nbz4eX/iw/Od2nFliOd5myDk+m2HvdDYiH8toM+ksYxfsPp8W8dK3Ho8v+Ioz0WyczKRyEm1zKqLJ4HJS/hu5OWdc5VZC3fLf782gNS+MnDpObX8iHvPMG+JLvnKcIXMJWCOiaXK0sXtrM4gtZZdRjpYRecpaZsEveeuJ+OpHnIx2tBUlJ9695vrPTZ5Sxvl6J9l/O47HPfPWeNjXZR3nD0dZKK5xy2vKKRs3jeJlP3EsvuYRZ2O0th2RPbbNrNLY363UkjVMc+3yzeG1u+JbnjKOf/Lt42jTrNmYxmOedSK+84Ubmf2ejhhvRTv7bwI3+5v+yGeZgAABAgQIECBAgAABAgQIEKhfQIcECBBYrMCFX7sudhmzEyBAgACBAQk0GUiOM6jNQPV//4lR/OZ7M0TM3DRiK5oMgJvJZmaZTY57TMq70SxZbc4fbONE5rwleP2WJ5dvDp+OZnpTTDMInea850+6wlObx3KUoLicOz0b0/FH4jHfeUt80xPG0WTumSfkvaxz9f8ZUD4tI0+c3cebEc9+xf3iUU+LmMbdeSzXyMeL75ce233f5DXjmKbLaHMSX/WNZ+MRT8m1p3l1Htv5hm15k++vdi/FlJGfN5nfPuXFm/EtT96I8cZWRAnU29218oTZvbzfO2YHZw9ttFHmmDbT+OK/P4lHPav4lo9GMZtm1MTXPXYtXvqOtdi46e4oOfGknUYZ5ayIdufJI4F5C5iPAAECBAgQIECAAAECBAgQqF9AhwSWIJC/fV3CKpYgQIAAAQKDESjhYIaZs2+m3h3nzmzGc5/wyXj3G0/HqPwZ5iYhyohyXnmxd+Rnu/fyNdzRqVg7No3HPft4POE5m7Fx4x0RJTCN3VuZo4x8X1LKfIpZrJz/vJdvrZb1xnfH//Cw4/HYZ5XwN8/Nj6LcMhwuT3tHqaS8330ur2ejHCjr5rXf+sz1+P43Z4o83v0z1G2G0jnv7MTynCPvs/Zmf2q5vJl9GOXbun/nodP4zpfk9WsluL0tYlZves2e4xq37L18OqslX4wjHvmMY/EDbz0Waxvnoin15eF77mXdS0f5tBxr4uzWqfhbX3IyXvQvbs1SM9C+4FfOadI9Mhxej9e965a434PKfwO5BPrls1JreV3mKe8NAgQIzEfALAQIECBAgAABAgQIECBAgED9AsvqMH+Vu6ylrEOAAAECBIYgUBLK/Oc1w9emPRGjZhzr7f3iba+Yxg9/3+mYnE6D5mw+5P2i0DHfz+4lWMwxyhHHosmpSuj7Tx+/Hi95y4kMJj+Zx7YztMwQcjZPBpJXmGd7Oo12tB2f+/nH48VvuTWajTbf57nN7pgtFnkwX5RFIpqIKK+afL5wL2WUUT4tHzRtPPQfbcQPvvOG2Lz1L2O7PRNtO4pJBtZ5j2meN529mJ2c00xnxyLXfcBnnonvf8t6nLh5Lesf5XU3x85tnE/l/HzKT7Ko8uKSsXvu+cPNmWjWzsQXfeUoXpW13PSpH8sa8spiUcaFTsq804gM5Keltqx/kuMhn3suXvDGm2J8w7lccSM/b6OUHbNbG2WK0vZnf1ETr/6pE/Fpn317rK1vxzQD9Wm6zk7zQIAAAQIE5iNgFgIECBAgQIAAAQIECBAgMFeB8nveuU5osnkImIMAAQIE+i1QQsfdUTppYn3thviFd27GCx5/LrZOZuC4czgTy/JiWh6uMMoc5XAbzfo0/s5XrsebfvbWuOV+n8zwdBJtbOeHeW2bTxlq5uPsnvFlrG1sxYM+axQveVMGp7MwuZw0+/joD7nWF3z5Rtby4PiMz80wd3RnNLNS839WZNAaa1nXOEf5U9WjrYjRmXjgp0/jle+8JTZuzOVLybNymp03s7A2X17zXs7de8KxfLMZbdbyN79oHG94z/3jwZ+ToXCT65W5Zwlu1pPhdLTr6TzOkZfEJG6410fjte+6Ne79wJN5bD2a8m3p8tHuKEuVOcr7rPUBn7EZ7/ilT4kv+oo8OMkG2rJ/5aRygkGAAAECBAgQOIqAawkQIECAAAECBAgQIDB/gfzN6PwnNSMBAkcQcCkBAnUKlC/sZjj5O78xjSd/wx3xsT8vbZ7OADKfM1eM3RElWCwjj1+4l/f5T3Yzjc/8vCbe+NP3iwd9zlZsTaYxnW7EtISuF86NnGEamzd/JF7y1lHc+yERa8eaaJpxNBnITjNsbXPE7DaKPBizW5uPVxp5+KJ7SXrLGDfxoL8xjpe/YyM+529FNBu3x2RyJiLWcjQRGcyW4Hd7ay02j23FS968Fvf9tIym26w5tqJMEUe6lWKbDMYjRsfOxP0/q4nX/OTx+LwvPZUlnIxmNMkxvWc0Ec14EiduPh0v+OH7xr0/LfJ2U478YBxZT5M643wuo4mdb17Hzq0sNYo4ffZsfj6KJs8MNwIECBAgQIAAAQJHFXA9AQIECBAgQIAAgQUJjBY0r2kJECBA4BACLqlVIBPE0dmI6WacO3cu/vQPNuMZj7g9/uL3N/NY9pwf5+Ml9+b8+/JPdb4u50zzdQarn/JZ03jjz90YD/3qSbQ5bzvayhC4jWleMc0keTq+K17ypgfEp/2NPNBM8uHie5nq4iPn31344PyLJp9z6VmYe/6Ue57ys9E0PuUzp/Gm/+Om+MIvi1jfzEC7/B3l6ThrWcsRcfymrXjpjx2Lh3zeNEajnKwdRdOs3TPNoV/dnle2OXLO7DlfxL0y1H3Fj98SX/ywDMXXTsZ0dC5H2hSfdhwxvj2+73U3xhc9LNef/Rnn7Sh/Jrtce6XRNHm0jCR81fecid/7D9sROVcedSdAgAABAgQIECBAgMCRBFxMgAABAgQIEFikwGiRk+gueOIAABAASURBVJubAAECBAgQKAJNRPmzwfk0am6KURyLj//VOJ7wDR+M3/rVDBXzSEwjZolpOX02SrhZXuRFkSPv5bRMLKOME/fajpe8+d7x8H+6Fc16Bp15zjTH9vpt8ZzX3xCf/+Ubedo0JxjnyEtmj3sedqcvz3naNPPpP/7P5U1kGfmmyYM5384Vd8YsBC417I7ZZ/k/I5pRjDeb+IEfvTG+9lGbcab9SLTjaUyb22O0thWP/q5RfMGXr+f1TeSpO6PJ1+dHzG5NLppjNmeG2ttt/PkfZC2THHmfnXLZw73ySLkmn+J4zGyaiLWbIl76ExvxTU8ax1Z7V7TtZpSAfDK+PR79jJvji79qFHkgL8oQOMa5Yhn5dvde1mvLw915JGuZTuPHXrUd7/3ZSYynt+S148iLwo0AAQIECBAgQIAAAQIECBxSwGUECBAgQGDhAvlb0IWvYQECBAgQIEBgNzVsm8hMMSZbN8Tpu26M5zz+4/He90wiSuCaAWbMbtv5mMeijBLElpGHyr2cU0asZfAb8d2vvDG+5akZ9o5PRbt2VzzmmeP4e/841xiVEHb3W8GZW5Zr947ZHHmgyaCz2Yp/9cazsz9N/VNvzkC5Lf993b3/EyGDz93685KL7mWeHOONrXjK95+IJz/nvlnXbbngifi6R6/HNzzuWIawu1eUYLX0UsbusfKcx3eXa9fip992Nh73NR+Mn3xTBtH50ewLvuW5nLqfkXM97tk3xFNfdENM125P76zlMZvxLU9fiyjf/B2356dscrYy8umye4bWuVf/50+fjX/5hjsippt5xu65pf6DFJSXXvfuBAIECBAgQIAAAQIECBAgQKB+AR0SIEBgOQL5K9LlLGQVAgQIECBAIAVmGWI+ZNA5mt4nJmduipc98+748VedidjKz0u2mOFuXBijPFhGPu3e8/JZHpuHR5lpPuoZm/F9r92If/LIiEd95y2xtraeHzezsXvJ5c8lXC5Hb4hf//lp/PjrbovtUzfH23/wTLz5RWdj63SGpOWbsLN6ynnXHs0oi5k08Ygnr8cPvOXW+Htfcyae+LzjMcr6mov+G8VNTnT5aLOcrXPT+K33TeItL9+Odute8daXn443vuATUb6dXLLwNmspY5be5izXvjfxDY89Ea94+03xZV/9iXjK8zOILn+eukzUnM4pco29E5Q898Jocv31+J1faeMNz8++tm7KELt4TPM5ZiNSN9wIzEvAPAQIECBAgAABAgQIECBAgED9AjoksESB/K3mElezFAECBAgQGLhAiT6jmUQzKmnmKJr2eDTTm+Kdrz8bL3/WnRk8FqD8LMq3gMvYTSXL8RyzCfJ5di/nRYxGo/gHX78eT37hsYimiXJrYhQX38o8O0d2zsjXeeh3/92ZeNkz8sXW/TPYHMW508fiPW+bxAu/YxrbZ3bPzM/z9Gve242I0bmI8SS+5OF5/VtuzNe7V2QKvPvysueduZtxxH/9vYgXfedds1A8to9HOzkRP/O29Xj+t5+NdpfisuuvcaCJ+OJ/EPGC1983YryzTrTrEWkes4D96td+5M8invfEu+LkndNoInvLx5iNyOubfHAnQIDAfATMQoAAAQIECBAgQIAAAQIECNQvsOwOR8te0HoECBAgQGBIAm3bZrB6z4hpG6O2mY3xqI2mGUWTz9Eei/f97LF41qM+Gic/PsqQMUdkKlq+tZrn54G4Z+TL2T3P2ZNFrq1l0FrObSOamM4i4NHseZKvb8s1YzaarCnacXzojyJe9tRxbJ3K4Djys2hjbW09zz0e//f7mqzlY/HXH85VJ01+Os0X2/l8lXuT5zQZlLZZU7v7fP7ctjzn51lV7I5SZ+Rtmufn1B/784gXPulsnL3j1hhn22s511psxlp7c3zgfWvxHf/4ZHziLyOmWzHzzLby4v3cR7G+2UQzc45omnE0TRNXvGWdbe7PbR+KeP63NXH65LEYZR1RvjWc9TY5R8RVrg03AgQIECBwYAEXECBAgAABAgQIECBAgACBhQjkb10XMq9JDyXgIgIECBAYhsAlIWKGiyUAjulG/D+/cUs8/Z/dHR/8//Kf6BL+5tOOSblmd+wcufyxfH750ShBctw7ZtllhpyR630ig93vfeyZuO3jTcwC6LjnNho1MV4bxe//5n3iGY84Fx/+48jbJMd+7k2etDvy5TXvmfzmtKc/2cR3PfLOuP2jx2Pn29Gn8jk/a7LYMmIUH/yjjXj6P78jPvTnJQGOiNHpfNgNpPO8KCMPXXZvLjtSDpSjZZTXs9GcjeJz7u6I7/m22+NP/uh0NBkWl6y8GY3SaJTJc15xtWXCjQABAgQIECBwEAHnEiBAgAABAgQIECBAYHEC+dvMxU1uZgIEDiDgVAIEBilQ/iGejUkToybDzVGbYedmfO+33hl/9IHtaM9FROaOcaRbhqkZ+s6+NZuB6rnTES9++sfiL/5r5NRrs2BzVkPEzjeEp3l+jnZ7HB/9s/V42jdO4j//RpPn5bnxyTwrw9J8vOI9T8tJ47IRl9zKeRlMnzoZ8YKnnowP/8koJtOtvOxURPlWcL6KUvPuyKD4o392Yzzl6++I3/t3Wd8kw+JpqSdfl3Nn45I1rvG2LF9GlEC3jMlmTLcm8eKn3hUf/MObcy82csbRTvCb8+S2xGj23KTR7MpwI0CAAAECBAgQIHAoARcRIECAAAECBAgQWLBA+V3mgpcwPQECBAhcT8DnAxcoIWfJFNtxNG0JNZv4+IdviKc/4nT8zq9tR3uNvPX6crv/1JeUM2Ir89UXPzkD3fffN9bXN6J84zaTzrj4Noq2hLDlkqztztvG8b2P3Yr3/WxeHDfmqZs5DnovQe3ea+6a/WXlVz33zvjd38g6pjlv6X1yU0Q6RJPJ9ywQ34potqN8OzraUZw9dUM8+9v/Kn7hJ05Hm4cj8vNLp45D3Ebb8foX3REf+PW1DKJz7d0pZgZ73jR5oIzdQ54JECBAgAABAgQIECBwAAGnEiBAgAABAgSWIbD7W+FlrGUNAgQIECBA4HKBnSMlAI5RNNP1HE00GYJunb4xXvDEu+LnfzxDzjZTzrxHZOqZGeTORdd4zLA0ZiPPyec2g9zp1jT+5au34/3vzTnOp74732y9fMJxEzFqItqYxjTXPnVyPV72tGm867Xnoj2z5/zZy9lDLnSteznnzM4J+bLdvine9frt+PWfOxExnUSTAWwzygabSZ7TZP9pka8i625ylJejfJ6ePh7Tkw+K1z7vTLz7X2xFe26cp9webXsqssyInLuce9VRPt87mjwzOd756jZ+7sdGMd0+lgcimqbJMYpSxSjKbeeipm2ztrYcMAgQIECAAAECBAgQIECAwEEEnEuAAAECBJYmsPM7zaUtZyECBAgQIEDgMoHm0kAxQ9BRhqU5pufuFa990W3xtpeei+1zGZCWb8leNsElB8p0uyMD3GjORLs9jfe87Vy858fuitG4fKW4zNXkhWXk0xXv7U6emqFnZCDdZgD7Y69p43UvvD3u/mRZIC+aXT57yDfXuo/zwxKuZm/56t/81Jl46yvvzFdlnkuvz/e5VmRwHRnB7ow8Ne/NbDQx3bol3vGak/HyZ5yNcydvyVA25x5lUJ6f7+teli0nZmr87395K97x6jtjfXRrxIVvHcfObfe8nXf5WA7sjnx75LsJCBAgQIAAAQIECBAgQIAAgfoFdEiAAIHlCoyWu5zVCBAgQIAAgWsLNNE05VvAGzFqj8V0cibWp58a735jGy/49hJ2nr96N4Msz+cPzZ6afCz/upfnfDmd5It2M37319p4+w9lEHzuWIymx6MZjXM0udYoRxP5OBtNzldG5K1p8vPIMSpjK5rJDdFu3Ri/+K8244VPOBnbd+RJs3uG1bPnazzkvCWLju1x/PZ7J/GGF56LtWYzLxhHTI/FKMPeUZ5T1i4jct3Yc2vydRlZSpSxNp7GaPvWeN/PrMezH3V7nLytySt2wuWIM3l2m+Ma99ki5+K337cdL3/m3dFMb43t6emsJWvaLn+GepQXNzl27uX0MnbeRZTXZYQbgaMIuJYAAQIECBAgQIAAAQIECBCoX0CHBFYgUH67uYJlLUmAAAECBAhcXWAasfbx/Hg3xCzPa/EffuVYfPcjz8THPpgfXbiXz8q4cCBf5PvmZMRokmFpE3/4u2fiBU+5MwPSjYh2PaL8melySp55/XueWL4H3Oa1TZ6dc0aM4j+9/4Z44jfcGR/54zwWx8rDVcb2zvEmn3L8+X/Zjhc//c44e/LmaCcnIjL4zYf8sKyTT/u+p1HbRObY8Qe/dTye8vV3x0f/dLeODHGz25jdzq8/S59nB/KhrDWJv/gvG/GyZ90Wk7M3x+ybv+W/J1w+Gt8dOzXlkzsBAgQWJGBaAgQIECBAgAABAgQIECBAoH6BVXU4WtXC1iVAgAABAgTuEWjbNu4ZTYaj983YdZRjLcrXTUcxzueI33t/xDP/l4iP/lkmlRmo7gSXp6Lc8kh5ypEftDdmhtnEX3+ojRc96bbYPpUh59bxaKZrO9ForhfTe9ac5kp7x24tozx7VILW/HzUtHl9E81kI7a32/jT378xnvXIT8Rf/mFe2Z7OdTOUzceL7+VbuTkyh/34h6bxwiduxd2335KztbPTSoej2asmH7Pv5kqjtJK15vrlqjIia4pRm9WtZ03H4sN/fGP8r998V/zhB3KtPLqT97Y5Zy6cj7N7eVtKbM/FyY+txXMfey5u/8j9Y+tsqWAtFzkWo2YSo+lm7NTV5kw52nL1Tn2RR8poZ3WGGwECBAgQOIyAawgQIECAAAECBAgQIECAwEIFym88F7qAyfcj4BwCBAgQIHCpQP4TnYFnZBQZGTo2ZTQRm5vH4kMfPBdP+Noz8R9/NdPMNoPLS7+BWwLLHOdOjuK7HnlHfOLDn5rh5jgi59gZccBbLnzhinxdvrXblvna+Phf3ie+/Wvuit/51fWYbmXNF84rf4b5bL7byLEVk8xln/cdp+NDJbgu1+fRi+8574X69r6++Kx73pX1y7tybnmO+PiHj8czv/W2eP8vbUfM7HLR2ZyR/ZfailfEuTs34zmP/2j81Qfz2tFWRJPHo9zyfXnavWb2eu9D+Xx37D3uNQECBAgQIEBgvwLOI0CAAAECBAgQIECAwOIFym9DF7+KFQgQuLqATwgQIHBNgRI47pywm2lurq3HyU+O4rsffWf85i9leLmd/5xn4HvPmRGTzF6f//hPxkf+dO18nJkn7ExzxMecp9mO8WgS4/y/NpPdydlb4sVPmsa/edd2zL5522b4W/5kdPlz0+3pmJ7JwPUxfx1/8v9mGDwdRYzuyFi7zXGIUgpCGee7KjOULzOXdSdba7F96tZ40VNOxk++YSvamcvmTk2TPLMEz03Ei572ifjD375vjJr1aHKuZtRmJ02OEirnCdFE05YRbgQIECBAgAABAgTmJ2AmAgQXpB8dAAAQAElEQVQIECBAgAABAksSyN/CLmklyxAgQIDAZQIOEDicQIaTkcHm5Ib4nm/7eLzr9ZluZvY6myvz2ci3L3/aVvzu+/PN9MY83OSI2V9Nzlxz9jw7cKiHMtf5//nQTKJZuzPD0ohTd63Hy559e/zoD56N7bMZ9OZnUcLe5ni8+aWn4z/++xvj3JkMWKeb0cxqOtTiV7ko+yxlZTA9nU5j6+5b4y2vOBVve8W5KH/mOheMKCVPI975mnPxgV/PF6MMqcu3f2dBdfmwybn3jnzrToAAAQIECBAgQIAAgTkJmIYAAQIECBAgsEyB8hvPZa5nLQIECBAgQGBH4GiPTYaYMY710afEj77mTPzQcz4R5+7OKSeRIexW/NtfPBeTszdHW74eO20y9M2RH+fLfJ0v5nWf3Bqzb9GOT8ex0X3jXW86FT/0rDtjcmo92kkb73rN2fjXb1+L6fZarK+VmsvCGdhGGeX10UfTNLMaxs2oiMR4NM28dxTvfsNaPPdxd8f2qfyfO7n0z7zlbFqdjelklLVtRpsBdb7Kc7OG8u3gfIrzCfn5p923F57LKQYBAgQIECBAgAABAgQIEDiAgFMJECBAgMDSBfI3oktf04IECBAgQIDA3ASaiOnx+OX3jON5j9uOf/0j2/G/vTn/ec9jEflZlNtO+NuWlznKcwmCMxPNd0e5l/nLyBmnxyLz12gyEP7ln97OWrbiV35qGu94zV0xajYi2vKnqMvI88t/P3g28vVRlr/s2jJfs9N1uxFNrvl//fKxePYjp/HL796Kt78y62xviJiUb0Wn0ez6PDZ7XvaD9QgQIECAAAECBAgQIECAAIH6BXRIgACB1Qjs/vZzNatblQABAgQIEDi6QGaY7dax+O1fW4s3vmQa21tthqBtlH/km/ae6Zt7Xh7xVZlpd5SpRhm2lpGvJ02sT+8bv/Vv1+MVz9qKZuu+GbjGTi1NRDMb+RDzvTVNk3PvjlLLsRiNItbHTfynD2zHq567lS75eVbSlD+fXQLoPSU0+bppm2jKcw5f+S0IxsIETEyAAAECBAgQIECAAAECBAjUL6BDAisUGK1wbUsTIECAAAEChxQoQeXeS8u3XWN0LqI5txPGxsW3S8+PPcHwxWfu993eGac7F5U5m0k06ydz3JFR67Fo8n2M8oO9p++cvdDHC8uVoLddi3a6kS1nnc1WFKMoz+FGgACB5QtYkQABAgQIECBAgAABAgQIEKhfYNUdCoBXvQPWJ0CAAAECBxAo/03fMqJkmbujbTJsHcU41vL5RDSjJoPX0WzkRzG7TdsMQdto8rmMUR4sI5+OdG/babRtzl2eM2KNaCKmJ3LclC/biKwoHyKafH2lEUe77axd1r94ZFG5ZLszZk6jaCabmUWPc6RTBsOjGU4zK6DN2vaOvDBmIy6+lUvKuPiodwQIECBAYF8CTiJAgAABAgQIECBAgAABAksRGC1lFYtcRcBhAgQIECBwWIESXF5tHHbOw1y3t4Zy/ZXel+OrHHtruvT1KuuyNgECBAgQIDAcAZ0SIECAAAECBAgQIEBgeQIC4OVZW4nAxQLeESBAYMkCi/tHv4SqS27GcgQIECBAgAABAgT6IqBOAgQIECBAgAABAksWWNzvgpfciOUIECDQJwG1EiBAgAABAgQIECBAgAABAvUL6JAAAQIECBAgsAoBAfAq1K1JgAABAkMW0DsBAgQIECBAgAABAgQIECBQv4AOCRAgQIDAygQEwCujtzABAgQIECAwPAEdEyBAgAABAgQIECBAgAABAvUL6JAAAQKrFRAAr9bf6gQIECBAgAABAkMR0CcBAgQIECBAgAABAgQIECBQv4AOCXRAQADcgU1QAgECBAgQIECAAAECdQvojgABAgQIECBAgAABAgQIEKhfoCsdCoC7shPqIECAAAECBAgQIECAAIEaBfREgAABAgQIECBAgAABAgSWKiAAXir37mKeCRAgQIAAAQIECBAgQIAAgfoFdEiAAAECBAgQIECAAIHlCwiAl29uxaEL6J8AAQIECBAgQIAAAQIECBCoX0CHBAgQIECAAAECBFYkIABeEbxlCRAYpoCuCRAgQIAAAQIECBAgQIAAgfoFdEiAAAECBAgQWKWAAHiV+tYmQIAAgSEJ6JUAAQIECBAgQIAAAQIECBCoX0CHBAgQIEBg5QIC4JVvgQIIECBAgACB+gV0SIAAAQIECBAgQIAAAQIECNQvoEMCBAh0Q0AA3I19UAUBAgQIECBAgECtAvoiQIAAAQIECBAgQIAAAQIE6hfQIYEOCQiAO7QZSiFAgAABAgQIECBAoC4B3RAgQIAAAQIECBAgQIAAAQL1C3StQwFw13ZEPQQIECBAgAABAgQIECBQg4AeCBAgQIAAAQIECBAgQIDASgQEwEtltxgBAgQIECBAgAABAgQIECBQv4AOCRAgQIAAAQIECBAgsDoBAfDq7K08NAH9EiBAgAABAgQIECBAgAABAvUL6JAAAQIECBAgQIDAigUEwCveAMsTIDAMAV0SIECAAAECBAgQIECAAAEC9QvokAABAgQIECDQBQEBcBd2QQ0ECBAgULOA3ggQIECAAAECBAgQIECAAIH6BXRIgAABAgQ6IyAA7sxWKIQAAQIECBCoT0BHBAgQIECAAAECBAgQIECAQP0COiRAgEC3BATA3doP1RAgQIAAAQIECNQioA8CBAgQIECAAAECBAgQIECgfgEdEuiggAC4g5uiJAIECBAgQIAAAQIE+i2gegIECBAgQIAAAQIECBAgQKB+ga52KADu6s6oiwABAgQIECBAgAABAgT6KKBmAgQIECBAgAABAgQIECCwUgEB8FL4LUKAAAECBAgQIECAAAECBAjUL6BDAgQIECBAgAABAgQIrF5AALz6PVBB7QL6I0CAAAECBAgQIECAAAECBOoX0CEBAgQIECBAgACBjggIgDuyEcogQKBOAV0RIECAAAECBAgQIECAAAEC9QvokAABAgQIECDQJQEBcJd2Qy0ECBAgUJOAXggQIECAAAECBAgQIECAAIH6BXRIgAABAgQ6JyAA7tyWKIgAAQIECBDov4AOCBAgQIAAAQIECBAgQIAAgfoFdEiAAIFuCgiAu7kvqiJAgAABAgQIEOirgLoJECBAgAABAgQIECBAgACB+gV0SKDDAgLgDm+O0ggQIECAAAECBAgQ6JeAagkQIECAAAECBAgQIECAAIH6BbreoQC46zukPgIECBAgQIAAAQIECBDog4AaCRAgQIAAAQIECBAgQIBAJwQEwAvdBpMTIECAAAECBAgQIECAAAEC9QvokAABAgQIECBAgAABAt0REAB3Zy9UUpuAfggQIECAAAECBAgQIECAAIH6BXRIgAABAgQIECBAoGMCAuCObYhyCBCoQ0AXBAgQIECAAAECBAgQIECAQP0COiRAgAABAgQIdFFAANzFXVETAQIECPRZQO0ECBAgQIAAAQIECBAgQIBA/QI6JECAAAECnRUQAHd2axRGgAABAgQI9E9AxQQIECBAgAABAgQIECBAgED9AjokQIBAtwUEwN3eH9URIECAAAECBAj0RUCdBAgQIECAAAECBAgQIECAQP0COiTQAwEBcA82SYkECBAgQIAAAQIECHRbQHUECBAgQIAAAQIECBAgQIBA/QJ96VAA3JedUicBAgQIECBAgAABAgQIdFFATQQIECBAgAABAgQIECBAoFMCAuCFbIdJCRAgQIAAAQIECBAgQIAAgfoFdEiAAAECBAgQIECAAIHuCQiAu7cnKuq7gPoJECBAgAABAgQIECBAgACB+gV0SIAAAQIECBAgQKCjAgLgjm6MsggQ6KeAqgkQIECAAAECBAgQIECAAIH6BXRIgAABAgQIEOiygAC4y7ujNgIECBDok4BaCRAgQIAAAQIECBAgQIAAgfoFdEiAAAECBDovIADu/BYpkAABAgQIEOi+gAoJECBAgAABAgQIECBAgACB+gV0SIAAgX4ICID7sU+qJECAAAECBAgQ6KqAuggQIECAAAECBAgQIECAAIH6BXRIoEcCAuAebZZSCRAgQIAAAQIECBDoloBqCBAgQIAAAQIECBAgQIAAgfoF+tahALhvO6ZeAgQIECBAgAABAgQIEOiCgBoIECBAgAABAgQIECBAgEAnBQTAc90WkxEgQIAAAQIECBAgQIAAAQL1C+iQAAECBAgQIECAAAEC3RUQAHd3b1TWNwH1EiBAgAABAgQIECBAgAABAvUL6JAAAQIECBAgQIBAxwUEwB3fIOURINAPAVUSIECAAAECBAgQIECAAAEC9QvokAABAgQIECDQBwEBcB92SY0ECBAg0GUBtREgQIAAAQIECBAgQIAAAQL1C+iQAAECBAj0RkAA3JutUigBAgQIECDQPQEVESBAgAABAgQIECBAgAABAvUL6JAAAQL9EhAA92u/VEuAAAECBAgQINAVAXUQIECAAAECBAgQIECAAAEC9QvokEAPBQTAPdw0JRMgQIAAAQIECBAgsFoBqxMgQIAAAQIECBAgQIAAAQL1C/S1QwFwX3dO3QQIECBAgAABAgQIECCwCgFrEiBAgAABAgQIECBAgACBTgsIgOeyPSYhQIAAAQIECBAgQIAAAQIE6hfQIQECBAgQIECAAAECBLovIADu/h6psOsC6iNAgAABAgQIECBAgAABAgTqF9AhAQIECBAgQIAAgZ4ICIB7slHKJECgmwKqIkCAAAECBAgQIECAAAECBOoX0CEBAgQIECBAoE8CAuA+7ZZaCRAgQKBLAmohQIAAAQIECBAgQIAAAQIE6hfQIQECBAgQ6J2AALh3W6ZgAgQIECBAYPUCKiBAgAABAgQIECBAgAABAgTqF9AhAQIE+ikgAO7nvqmaAAECBAgQIEBgVQLWJUCAAAECBAgQIECAAAECBOoX0CGBHgsIgHu8eUonQIAAAQIECBAgQGC5AlYjQIAAAQIECBAgQIAAAQIE6hfoe4cC4L7voPoJECBAgAABAgQIECBAYBkC1iBAgAABAgQIECBAgAABAr0QEAAfaZtcTIAAAQIECBAgQIAAAQIECNQvoEMCBAgQIECAAAECBAj0R0AA3J+9UmnXBNRDgAABAgQIECBAgAABAgQI1C+gQwIECBAgQIAAAQI9ExAA92zDlEuAQDcEVEGAAAECBAgQIECAAAECBAjUL6BDAgQIECBAgEAfBQTAfdw1NRMgQIDAKgWsTYAAAQIECBAgQIAAAQIECNQvoEMCBAgQINBbAQFwb7dO4QQIECBAgMDyBaxIgAABAgQIECBAgAABAgQI1C+gQwIECPRbQADc7/1TPQECBAgQIECAwLIErEOAAAECBAgQIECAAAECBAjUL6BDAhUICIAr2EQtECBAgAABAgQIECCwWAGzEyBAgAABAgQIECBAgAABAvUL1NKhALiWndQHAQIECBAgQIAAAQIECCxCwJwEsr4DQgAAEABJREFUCBAgQIAAAQIECBAgQKBXAgLgQ22XiwgQIECAAAECBAgQIECAAIH6BXRIgAABAgQIECBAgACB/gkIgPu3ZypetYD1CRAgQIAAAQIECBAgQIAAgfoFdEiAAAECBAgQIECgpwIC4J5unLIJEFiNgFUJECBAgAABAgQIECBAgACB+gV0SIAAAQIECBDos4AAuM+7p3YCBAgQWKaAtQgQIECAAAECBAgQIECAAIH6BXRIgAABAgR6LyAA7v0WaoAAAQIECBBYvIAVCBAgQIAAAQIECBAgQIAAgfoFdEiAAIE6BATAdeyjLggQIECAAAECBBYlYF4CBAgQIECAAAECBAgQIECgfgEdEqhIQABc0WZqhQABAgQIECBAgACB+QqYjQABAgQIECBAgAABAgQIEKhfoLYOBcC17ah+CBAgQIAAAQIECBAgQGAeAuYgQIAAAQIECBAgQIAAAQK9FBAAH2jbnEyAAAECBAgQIECAAAECBAjUL6BDAgQIECBAgAABAgQI9FdAANzfvVP5sgWsR4AAAQIECBAgQIAAAQIECNQvoEMCBAgQIECAAAECPRcQAPd8A5VPgMByBKxCgAABAgQIECBAgAABAgQI1C+gQwIECBAgQIBADQIC4Bp2UQ8ECBAgsEgBcxMgQIAAAQIECBAgQIAAAQL1C+iQAAECBAhUIyAArmYrNUKAAAECBAjMX8CMBAgQIECAAAECBAgQIECAQP0COiRAgEBdAgLguvZTNwQIECBAgAABAvMSMA8BAgQIECBAgAABAgQIECBQv4AOCVQoIACucFO1RIAAAQIECBAgQIDA0QRcTYAAAQIECBAgQIAAAQIECNQvUGuHAuBad1ZfBAgQIECAAAECBAgQIHAYAdcQIECAAAECBAgQIECAAIFeCwiA97V9TiJAgAABAgQIECBAgAABAgTqF9AhAQIECBAgQIAAAQIE+i8gAO7/Hupg0QLmJ0CAAAECBAgQIECAAAECBOoX0CEBAgQIECBAgACBSgQEwJVspDYIEFiMgFkJECBAgAABAgQIECBAgACB+gV0SIAAAQIECBCoSUAAXNNu6oUAAQIE5ilgLgIECBAgQIAAAQIECBAgQKB+AR0SIECAAIHqBATA1W2phggQIECAAIGjC5iBAAECBAgQIECAAAECBAgQqF9AhwQIEKhTQABc577qigABAgQIECBA4LACriNAgAABAgQIECBAgAABAgTqF9AhgYoFBMAVb67WCBAgQIAAAQIECBA4mICzCRAgQIAAAQIECBAgQIAAgfoFau9QAFz7DuuPAAECBAgQIECAAAECBPYj4BwCBAgQIECAAAECBAgQIFCFgAD4mtvoQwIECBAgQIAAAQIECBAgQKB+AR0SIECAAAECBAgQIECgHgEBcD17qZN5C5iPAAECBAgQIECAAAECBAgQqF9AhwQIECBAgAABAgQqExAAV7ah2iFAYD4CZiFAgAABAgQIECBAgAABAgTqF9AhAQIECBAgQKBGAQFwjbuqJwIECBA4ioBrCRAgQIAAAQIECBAgQIAAgfoFdEiAAAECBKoVEABXu7UaI0CAAAECBA4u4AoCBAgQIECAAAECBAgQIECgfgEdEiBAoG4BAXDd+6s7AgQIECBAgACB/Qo4jwABAgQIECBAgAABAgQIEKhfQIcEBiAgAB7AJmuRAAECBAgQIECAAIFrC/iUAAECBAgQIECAAAECBAgQqF9gKB0KgIey0/okQIAAAQIECBAgQIAAgSsJOEaAAAECBAgQIECAAAECBKoSEABfcTsdJECAAAECBAgQIECAAAECBOoX0CEBAgQIECBAgAABAgTqExAA17enOjqqgOsJECBAgAABAgQIECBAgACB+gV0SIAAAQIECBAgQKBSAQFwpRurLQIEDifgKgIECBAgQIAAAQIECBAgQKB+AR0SIECAAAECBGoWEADXvLt6I0CAAIGDCDiXAAECBAgQIECAAAECBAgQqF9AhwQIECBAoHoBAXD1W6xBAgQIECBA4PoCziBAgAABAgQIECBAgAABAgTqF9AhAQIEhiEgAB7GPuuSAAECBAgQIEDgagKOEyBAgAABAgQIECBAgAABAvUL6JDAgAQEwAPabK0SIECAAAECBAgQIHCxgHcECBAgQIAAAQIECBAgQIBA/QJD61AAPLQd1y8BAgQIECBAgAABAgQIFAGDAAECBAgQIECAAAECBAhUKSAAvmhbvSFAgAABAgQIECBAgAABAgTqF9AhAQIECBAgQIAAAQIE6hUQANe7tzo7qIDzCRAgQIAAAQIECBAgQIAAgfoFdEiAAAECBAgQIECgcgEBcOUbrD0CBPYn4CwCBAgQIECAAAECBAgQIECgfgEdEiBAgAABAgSGICAAHsIu65EAAQIEriXgMwIECBAgQIAAAQIECBAgQKB+AR0SIECAAIHBCAiAB7PVGiVAgAABAgQuF3CEAAECBAgQIECAAAECBAgQqF9AhwQIEBiWgAB4WPutWwIECBAgQIAAgV0BzwQIECBAgAABAgQIECBAgED9AjokMEABAfAAN13LBAgQIECAAAECBIYuoH8CBAgQIECAAAECBAgQIECgfoGhdigAHurO65sAAQIECBAgQIAAAQLDFNA1AQIECBAgQIAAAQIECBCoWkAAPNteDwQIECBAgAABAgQIECBAgED9AjokQIAAAQIECBAgQIBA/QIC4Pr3WIfXE/A5AQIECBAgQIAAAQIECBAgUL+ADgkQIECAAAECBAgMREAAPJCN1iYBAlcWcJQAAQIECBAgQIAAAQIECBCoX0CHBAgQIECAAIEhCQiAh7TbeiVAgACBvQJeEyBAgAABAgQIECBAgAABAvUL6JAAAQIECAxOQAA8uC3XMAECBAgQIBDBgAABAgQIECBAgAABAgQIEKhfQIcECBAYpoAAeJj7rmsCBAgQIECAwHAFdE6AAAECBAgQIECAAAECBAjUL6BDAgMWEAAPePO1ToAAAQIECBAgQGBoAvolQIAAAQIECBAgQIAAAQIE6hcYeocC4KH/BOifAAECBAgQIECAAAECwxDQJQECBAgQIECAAAECBAgQGITAwAPgQeyxJgkQIECAAAECBAgQIECAwMAFtE+AAAECBAgQIECAAIHhCAiAh7PXOr1UwHsCBAgQIECAAAECBAgQIECgfgEdEiBAgAABAgQIEBiYgAB4YBuuXQIEdgQ8EiBAgAABAgQIECBAgAABAvUL6JAAAQIECBAgMEQBAfAQd13PBAgQGLaA7gkQIECAAAECBAgQIECAAIH6BXRIgAABAgQGKyAAHuzWa5wAAQIECAxRQM8ECBAgQIAAAQIECBAgQIBA/QI6JECAwLAFBMDD3n/dEyBAgAABAgSGI6BTAgQIECBAgAABAgQIECBAoH4BHRIgEAJgPwQECBAgQIAAAQIECFQvoEECBAgQIECAAAECBAgQIECgfgEd7ggIgHccPBIgQIAAAQIECBAgQIBAnQK6IkCAAAECBAgQIECAAAECgxIYaAA8qD3WLAECBAgQIECAAAECBAgQGKiAtgkQIECAAAECBAgQIDA8AQHw8PZcxwQIECBAgAABAgQIECBAgACB+gV0SIAAAQIECBAgQGCgAgLggW68tgkMVUDfBAgQIECAAAECBAgQIECAQP0COiRAgAABAgQIDFlAADzk3dc7AQIEhiWgWwIECBAgQIAAAQIECBAgQKB+AR0SIECAAIHBCwiAB/8jAIAAAQIECAxBQI8ECBAgQIAAAQIECBAgQIBA/QI6JECAAIEiIAAuCgYBAgQIECBAgEC9AjojQIAAAQIECBAgQIAAAQIE6hfQIQECFwQEwBcovCBAgAABAgQIECBAoDYB/RAgQIAAAQIECBAgQIAAAQL1C+jwYgEB8MUe3hEgQIAAAQIECBAgQIBAHQK6IECAAAECBAgQIECAAAECgxQYWAA8yD3WNAECBAgQIECAAAECBAgQGJiAdgkQIECAAAECBAgQIDBcAQHwcPd+eJ3rmAABAgQIECBAgAABAgQIEKhfQIcECBAgQIAAAQIEBi4gAB74D4D2CQxFQJ8ECBAgQIAAAQIECBAgQIBA/QI6JECAAAECBAgQiBAA+ykgQIAAgdoF9EeAAAECBAgQIECAAAECBAjUL6BDAgQIECBA4LyAAPg8hCcCBAgQIECgRgE9ESBAgAABAgQIECBAgAABAvUL6JAAAQIE9goIgPdqeE2AAAECBAgQIFCPgE4IECBAgAABAgQIECBAgACB+gV0SIDAZQIC4MtIHCBAgAABAgQIECBAoO8C6idAgAABAgQIECBAgAABAgTqF9DhlQUEwFd2cZQAAQIECBAgQIAAAQIE+imgagIECBAgQIAAAQIECBAgMGiBgQTAg95jzRMgQIAAAQIECBAgQIAAgYEIaJMAAQIECBAgQIAAAQIEBMB+BuoX0CEBAgQIECBAgAABAgQIECBQv4AOCRAgQIAAAQIECBCYCQiAZwweCBCoVUBfBAgQIECAAAECBAgQIECAQP0COiRAgAABAgQIELhHQAB8j4VXBAgQIFCXgG4IECBAgAABAgQIECBAgACB+gV0SIAAAQIECFwiIAC+BMRbAgQIECBAoAYBPRAgQIAAAQIECBAgQIAAAQL1C+iQAAECBK4kIAC+kopjBAgQIECAAAEC/RVQOQECBAgQIECAAAECBAgQIFC/gA4JELiqgAD4qjQ+IECAAAECBAgQIECgbwLqJUCAAAECBAgQIECAAAECBOoX0OG1BQTA1/bxKQECBAgQIECAAAECBAj0Q0CVBAgQIECAAAECBAgQIECAQApUHgBnh+4ECBAgQIAAAQIECBAgQIBA5QLaI0CAAAECBAgQIECAAIFdAQHwroTn+gR0RIAAAQIECBAgQIAAAQIECNQvoEMCBAgQIECAAAECBC4SEABfxOENAQK1COiDAAECBAgQIECAAAECBAgQqF9AhwQIECBAgAABApcLCIAvN3GEAAECBPotoHoCBAgQIECAAAECBAgQIECgfgEdEiBAgAABAlcREABfBcZhAgQIECBAoI8CaiZAgAABAgQIECBAgAABAgTqF9AhAQIECFxLQAB8LR2fESBAgAABAgQI9EdApQQIECBAgAABAgQIECBAgED9AjokQOC6AgLg6xI5gQABAgQIECBAgACBrguojwABAgQIECBAgAABAgQIEKhfQIf7ExAA78/JWQQIECBAgAABAgQIECDQTQFVESBAgAABAgQIECBAgAABAnsEKg2A93ToJQECBAgQIECAAAECBAgQIFCpgLYIECBAgAABAgQIECBA4FIBAfClIt73X0AHBAgQIECAAAECBAgQIECAQP0COiRAgAABAgQIECBA4IoCAuArsjhIgEBfBdRNgAABAgQIECBAgAABAgQI1C+gQwIECBAgQIAAgasLCICvbuMTAgQIEOiXgGoJEIOBmtUAABAASURBVCBAgAABAgQIECBAgACB+gV0SIAAAQIECFxHQAB8HSAfEyBAgAABAn0QUCMBAgQIECBAgAABAgQIECBQv4AOCRAgQGA/AgLg/Sg5hwABAgQIECBAoLsCKiNAgAABAgQIECBAgAABAgTqF9AhAQL7FhAA75vKiQQIECBAgAABAgQIdE1APQQIECBAgAABAgQIECBAgED9Ajo8mIAA+GBeziZAgAABAgQIECBAgACBbgioggABAgQIECBAgAABAgQIELiCQGUB8BU6dIgAAQIECBAgQIAAAQIECBCoTEA7BAgQIECAAAECBAgQIHA1AQHw1WQc75+AigkQIECAAAECBAgQIECAAIH6BXRIgAABAgQIECBAgMA1BQTA1+TxIQECfRFQJwECBAgQIECAAAECBAgQIFC/gA4JECBAgAABAgSuLyAAvr6RMwgQIECg2wKqI0CAAAECBAgQIECAAAECBOoX0CEBAgQIECCwTwEB8D6hnEaAAAECBAh0UUBNBAgQIECAAAECBAgQIECAQP0COiRAgACBgwgIgA+i5VwCBAgQIECAAIHuCKiEAAECBAgQIECAAAECBAgQqF9AhwQIHFhAAHxgMhcQIECAAAECBAgQILBqAesTIECAAAECBAgQIECAAAEC9Qvo8HACAuDDubmKAAECBAgQIECAAAECBFYjYFUCBAgQIECAAAECBAgQIEDgGgKVBMDX6NBHBAgQIECAAAECBAgQIECAQCUC2iBAgAABAgQIECBAgACB6wkIgK8n5PPuC6iQAAECBAgQIECAAAECBAgQqF9AhwQIECBAgAABAgQI7EtAALwvJicRINBVAXURIECAAAECBAgQIECAAAEC9QvokAABAgQIECBAYP8CAuD9WzmTAAECBLoloBoCBAgQIECAAAECBAgQIECgfgEdEiBAgAABAgcUEAAfEMzpBAgQIECAQBcE1ECAAAECBAgQIECAAAECBAjUL6BDAgQIEDiMgAD4MGquIUCAAAECBAgQWJ2AlQkQIECAAAECBAgQIECAAIH6BXRIgMChBQTAh6ZzIQECBAgQIECAAAECyxawHgECBAgQIECAAAECBAgQIFC/gA6PJiAAPpqfqwkQIECAAAECBAgQIEBgOQJWIUCAAAECBAgQIECAAAECBPYh0PMAeB8dOoUAAQIECBAgQIAAAQIECBDouYDyCRAgQIAAAQIECBAgQGC/AgLg/Uo5r3sCKiJAgAABAgQIECBAgAABAgTqF9AhAQIECBAgQIAAAQIHEhAAH4jLyQQIdEVAHQQIECBAgAABAgQIECBAgED9AjokQIAAAQIECBA4uIAA+OBmriBAgACB1QpYnQABAgQIECBAgAABAgQIEKhfQIcECBAgQIDAIQUEwIeEcxkBAgQIECCwCgFrEiBAgAABAgQIECBAgAABAvUL6JAAAQIEjiIgAD6KnmsJECBAgAABAgSWJ2AlAgQIECBAgAABAgQIECBAoH4BHRIgcGQBAfCRCU1AgAABAgQIECBAgMCiBcxPgAABAgQIECBAgAABAgQI1C+gw/kICIDn42gWAgQIECBAgAABAgQIEFiMgFkJECBAgAABAgQIECBAgACBAwj0NAA+QIdOJUCAAAECBAgQIECAAAECBHoqoGwCBAgQIECAAAECBAgQOKiAAPigYs5fvYAKCBAgQIAAAQIECBAgQIAAgfoFdEiAAAECBAgQIECAwKEEBMCHYnMRAQKrErAuAQIECBAgQIAAAQIECBAgUL+ADgkQIECAAAECBA4vIAA+vJ0rCRAgQGC5AlYjQIAAAQIECBAgQIAAAQIE6hfQIQECBAgQIHBEAQHwEQFdToAAAQIECCxDwBoECBAgQIAAAQIECBAgQIBA/QI6JECAAIF5CAiA56FoDgIECBAgQIAAgcUJmJkAAQIECBAgQIAAAQIECBCoX0CHBAjMTUAAPDdKExEgQIAAAQIECBAgMG8B8xEgQIAAAQIECBAgQIAAAQL1C+hwvgIC4Pl6mo0AAQIECBAgQIAAAQIE5iNgFgIECBAgQIAAAQIECBAgQOAQAj0LgA/RoUsIECBAgAABAgQIECBAgACBngkolwABAgQIECBAgAABAgQOKyAAPqyc65YvYEUCBAgQIECAAAECBAgQIECgfgEdEiBAgAABAgQIECBwJAEB8JH4XEyAwLIErEOAAAECBAgQIECAAAECBAjUL6BDAgQIECBAgACBowsIgI9uaAYCBAgQWKyA2QkQIECAAAECBAgQIECAAIH6BXRIgAABAgQIzElAADwnSNMQIECAAAECixAwJwECBAgQIECAAAECBAgQIFC/gA4JECBAYJ4CAuB5apqLAAECBAgQIEBgfgJmIkCAAAECBAgQIECAAAECBOoX0CEBAnMXEADPndSEBAgQIECAAAECBAgcVcD1BAgQIECAAAECBAgQIECAQP0COlyMgAB4Ma5mJUCAAAECBAgQIECAAIHDCbiKAAECBAgQIECAAAECBAgQOIJATwLgI3ToUgIECBAgQIAAAQIECBAgQKAnAsokQIAAAQIECBAgQIAAgaMKCICPKuj6xQtYgQABAgQIECBAgAABAgQIEKhfQIcECBAgQIAAAQIECMxFQAA8F0aTECCwKAHzEiBAgAABAgQIECBAgAABAvUL6JAAAQIECBAgQGB+AgLg+VmaiQABAgTmK2A2AgQIECBAgAABAgQIECBAoH4BHRIgQIAAAQJzFhAAzxnUdAQIECBAgMA8BMxBgAABAgQIECBAgAABAgQI1C+gQwIECBBYhIAAeBGq5iRAgAABAgQIEDi8gCsJECBAgAABAgQIECBAgACB+gV0SIDAwgQEwAujNTEBAgQIECBAgAABAgcVcD4BAgQIECBAgAABAgQIECBQv4AOFysgAF6sr9kJECBAgAABAgQIECBAYH8CziJAgAABAgQIECBAgAABAgTmINDxAHgOHZqCAAECBAgQIECAAAECBAgQ6LiA8ggQIECAAAECBAgQIEBgXgIC4HlJmmf+AmYkQIAAAQIECBAgQIAAAQIE6hfQIQECBAgQIECAAAECcxUQAM+V02QECMxLwDwECBAgQIAAAQIECBAgQIBA/QI6JECAAAECBAgQmL+AAHj+pmYkQIAAgaMJuJoAAQIECBAgQIAAAQIECBCoX0CHBAgQIECAwIIEBMALgjUtAQIECBAgcBgB1xAgQIAAAQIECBAgQIAAAQL1C+iQAAECBBYpIABepK65CRAgQIAAAQIE9i/gTAIECBAgQIAAAQIECBAgQKB+AR0SILBwAQHwwoktQIAAAQIECBAgQIDA9QR8ToAAAQIECBAgQIAAAQIECNQvoMPlCAiAl+NsFQIECBAgQIAAAQIECBC4soCjBAgQIECAAAECBAgQIECAwBwFOhoAz7FDUxEgQIAAAQIECBAgQIAAAQIdFVAWAQIECBAgQIAAAQIECMxbQAA8b1HzHV3ADAQIECBAgAABAgQIECBAgED9AjokQIAAAQIECBAgQGAhAgLghbCalACBwwq4jgABAgQIECBAgAABAgQIEKhfQIcECBAgQIAAAQKLExAAL87WzAQIECBwMAFnEyBAgAABAgQIECBAgAABAvUL6JAAAQIECBBYsIAAeMHApidAgAABAgT2I+AcAgQIECBAgAABAgQIECBAoH4BHRIgQIDAMgQEwMtQtgYBAgQIECBAgMDVBXxCgAABAgQIECBAgAABAgQI1C+gQwIEliYgAF4atYUIECBAgAABAgQIELhUwHsCBAgQIECAAAECBAgQIECgfgEdLldAALxcb6sRIECAAAECBAgQIECAwI6ARwIECBAgQIAAAQIECBAgQGABAh0LgBfQoSkJECBAgAABAgQIECBAgACBjgkohwABAgQIECBAgAABAgQWJSAAXpSseQ8u4AoCBAgQIECAAAECBAgQIECgfgEdEiBAgAABAgQIECCwUAEB8EJ5TU6AwH4FnEeAAAECBAgQIECAAAECBAjUL6BDAgQIECBAgACBxQsIgBdvbAUCBAgQuLaATwkQIECAAAECBAgQIECAAIH6BXRIgAABAgQILElAALwkaMsQIECAAAECVxJwjAABAgQIECBAgAABAgQIEKhfQIcECBAgsEwBAfAyta1FgAABAgQIECBwj4BXBAgQIECAAAECBAgQIECAQP0COiRAYOkCAuClk1uQAAECBAgQIECAAAECBAgQIECAAAECBAgQIECAQP0COlyNgAB4Ne5WJUCAAAECBAgQIECAwFAF9E2AAAECBAgQIECAAAECBAgsUKAjAfACOzQ1AQIECBAgQIAAAQIECBAg0BEBZRAgQIAAAQIECBAgQIDAogUEwIsWNv/1BZxBgAABAgQIECBAgAABAgQI1C+gQwIECBAgQIAAAQIEliIgAF4Ks0UIELiagOMECBAgQIAAAQIECBAgQIBA/QI6JECAAAECBAgQWJ6AAHh51lYiQIAAgYsFvCNAgAABAgQIECBAgAABAgTqF9AhAQIECBAgsGQBAfCSwS1HgAABAgQIFAGDAAECBAgQIECAAAECBAgQqF9AhwQIECCwCgEB8CrUrUmAAAECBAgQGLKA3gkQIECAAAECBAgQIECAAIH6BXRIgMDKBATAK6O3MAECBAgQIECAAIHhCeiYAAECBAgQIECAAAECBAgQqF9Ah6sVEACv1t/qBAgQIECAAAECBAgQGIqAPgkQIECAAAECBAgQIECAAIElCKw4AF5Ch5YgQIAAAQIECBAgQIAAAQIEVixgeQIECBAgQIAAAQIECBBYloAAeFnS1rlcwBECBAgQIECAAAECBAgQIECgfgEdEiBAgAABAgQIECCwVAEB8FK5LUaAwK6AZwIECBAgQIAAAQIECBAgQKB+AR0SIECAAAECBAgsX0AAvHxzKxIgQGDoAvonQIAAAQIECBAgQIAAAQIE6hfQIQECBAgQILAiAQHwiuAtS4AAAQIEhimgawIECBAgQIAAAQIECBAgQKB+AR0SIECAwCoFBMCr1Lc2AQIECBAgQGBIAnolQIAAAQIECBAgQIAAAQIE6hfQIQECKxcQAK98CxRAgAABAgQIECBAoH4BHRIgQIAAAQIECBAgQIAAAQL1C+iwGwIC4G7sgyoIECBAgAABAgQIECBQq4C+CBAgQIAAAQIECBAgQIAAgSUKrCgAXmKHliJAgAABAgQIECBAgAABAgRWJGBZAgQIECBAgAABAgQIEFi2gAB42eLWi2BAgAABAgQIECBAgAABAgQI1C+gQwIECBAgQIAAAQIEViIgAF4Ju0UJDFdA5wQIECBAgAABAgQIECBAgED9AjokQIAAAQIECBBYnYAAeHX2ViZAgMDQBPRLgAABAgQIECBAgAABAgQI1C+gQwIECBAgQGDFAgLgFW+A5QkQIECAwDAEdEmAAAECBAgQIECAAAECBAjUL6BDAgT9WsNUAAAQAElEQVQIEOiCgAC4C7ugBgIECBAgQIBAzQJ6I0CAAAECBAgQIECAAAECBOoX0CEBAp0REAB3ZisUQoAAAQIECBAgQKA+AR0RIECAAAECBAgQIECAAAEC9QvosFsCAuBu7YdqCBAgQIAAAQIECBAgUIuAPggQIECAAAECBAgQIECAAIEVCCw5AF5Bh5YkQIAAAQIECBAgQIAAAQIElixgOQIECBAgQIAAAQIECBBYlYAAeFXyQ1xXzwQIECBAgAABAgQIECBAgED9AjokQIAAAQIECBAgQGClAgLglfJbnMBwBHRKgAABAgQIECBAgAABAgQI1C+gQwIECBAgQIAAgdULCIBXvwcqIECAQO0C+iNAgAABAgQIECBAgAABAgTqF9AhAQIECBAg0BEBAXBHNkIZBAgQIECgTgFdESBAgAABAgQIECBAgAABAvUL6JAAAQIEuiQgAO7SbqiFAAECBAgQIFCTgF4IECBAgAABAgQIECBAgACB+gV0SIBA5wQEwJ3bEgURIECAAAECBAgQ6L+ADggQIECAAAECBAgQIECAAIH6BXTYTQEBcDf3RVUECBAgQIAAAQIECBDoq4C6CRAgQIAAAQIECBAgQIAAgRUKLCkAXmGHliZAgAABAgQIECBAgAABAgSWJGAZAgQIECBAgAABAgQIEFi1gAB41TswhPX1SIAAAQIECBAgQIAAAQIECNQvoEMCBAgQIECAAAECBDohIADuxDYogkC9AjojQIAAAQIECBAgQIAAAQIE6hfQIQECBAgQIECAQHcEBMDd2QuVECBAoDYB/RAgQIAAAQIECBAgQIAAAQL1C+iQAAECBAgQ6JiAALhjG6IcAgQIECBQh4AuCBAgQIAAAQIECBAgQIAAgfoFdEiAAAECXRQQAHdxV9REgAABAgQIEOizgNoJECBAgAABAgQIECBAgACB+gV0SIBAZwUEwJ3dGoURIECAAAECBAgQ6J+AigkQIECAAAECBAgQIECAAIH6BXTYbQEBcLf3R3UECBAgQIAAAQIECBDoi4A6CRAgQIAAAQIECBAgQIAAgQ4ILDgA7kCHSiBAgAABAgQIECBAgAABAgQWLGB6AgQIECBAgAABAgQIEOiKgAC4KztRYx16IkCAAAECBAgQIECAAAECBOoX0CEBAgQIECBAgAABAp0SEAB3ajsUQ6AeAZ0QIECAAAECBAgQIECAAAEC9QvokAABAgQIECBAoHsCAuDu7YmKCBAg0HcB9RMgQIAAAQIECBAgQIAAAQL1C+iQAAECBAgQ6KiAALijG6MsAgQIECDQTwFVEyBAgAABAgQIECBAgAABAvUL6JAAAQIEuiwgAO7y7qiNAAECBAgQINAnAbUSIECAAAECBAgQIECAAAEC9QvokACBzgsIgDu/RQokQIAAAQIECBAg0H0BFRIgQIAAAQIECBAgQIAAAQL1C+iwHwIC4H7skyoJECBAgAABAgQIECDQVQF1ESBAgAABAgQIECBAgAABAh0SWFAA3KEOlUKAAAECBAgQIECAAAECBAgsSMC0BAgQIECAAAECBAgQINA1AQFw13akhnr0QIAAAQIECBAgQIAAAQIECNQvoEMCBAgQIECAAAECBDopIADu5LYoikB/BVROgAABAgQIECBAgAABAgQI1C+gQwIECBAgQIAAge4KCIC7uzcqI0CAQN8E1EuAAAECBAgQIECAAAECBAjUL6BDAgQIECBAoOMCAuCOb5DyCBAgQIBAPwRUSYAAAQIECBAgQIAAAQIECNQvoEMCBAgQ6IOAALgPu6RGAgQIECBAgECXBdRGgAABAgQIECBAgAABAgQI1C+gQwIEeiMgAO7NVimUAAECBAgQIECAQPcEVESAAAECBAgQIECAAAECBAjUL6DDfgkIgPu1X6olQIAAAQIECBAgQIBAVwTUQYAAAQIECBAgQIAAAQIECHRQYM4BcAc7VBIBAgQIECBAgAABAgQIECAwZwHTESBAgAABAgQIECBAgEBXBQTAXd2ZPtalZgIECBAgQIAAAQIECBAgQKB+AR0SIECAAAECBAgQINBpAQFwp7dHcQT6I6BSAgQIECBAgAABAgQIECBAoH4BHRIgQIAAAQIECHRfQADc/T1SIQECBLouoD4CBAgQIECAAAECBAgQIECgfgEdEiBAgAABAj0READ3ZKOUSYAAAQIEuimgKgIECBAgQIAAAQIECBAgQKB+AR0SIECAQJ8EBMB92i21EiBAgAABAgS6JKAWAgQIECBAgAABAgQIECBAoH4BHRIg0DsBAXDvtkzBBAgQIECAAAECBFYvoAICBAgQIECAAAECBAgQIECgfgEd9lNAANzPfVM1AQIECBAgQIAAAQIEViVgXQIECBAgQIAAAQIECBAgQKDDAnMKgDvcodIIECBAgAABAgQIECBAgACBOQmYhgABAgQIECBAgAABAgS6LiAA7voO9aE+NRIgQIAAAQIECBAgQIAAAQL1C+iQAAECBAgQIECAAIFeCAiAe7FNiiTQXQGVESBAgAABAgQIECBAgAABAvUL6JAAAQIECBAgQKA/AgLg/uyVSgkQINA1AfUQIECAAAECBAgQIECAAAEC9QvokAABAgQIEOiZgAC4ZxumXAIECBAg0A0BVRAgQIAAAQIECBAgQIAAAQL1C+iQAAECBPooIADu466pmQABAgQIECCwSgFrEyBAgAABAgQIECBAgAABAvUL6JAAgd4KCIB7u3UKJ0CAAAECBAgQILB8ASsSIECAAAECBAgQIECAAAEC9QvosN8CAuB+75/qCRAgQIAAAQIECBAgsCwB6xAgQIAAAQIECBAgQIAAAQI9EDhiANyDDpVIgAABAgQIECBAgAABAgQIHFHA5QQIECBAgAABAgQIECDQFwEBcF92qot1qokAAQIECBAgQIAAAQIECBCoX0CHBAgQIECAAAECBAj0SkAA3KvtUiyB7giohAABAgQIECBAgAABAgQIEKhfQIcECBAgQIAAAQL9ExAA92/PVEyAAIFVC1ifAAECBAgQIECAAAECBAgQqF9AhwQIECBAgEBPBQTAPd04ZRMgQIAAgdUIWJUAAQIECBAgQIAAAQIECBCoX0CHBAgQINBnAQFwn3dP7QQIECBAgACBZQpYiwABAgQIECBAgAABAgQIEKhfQIcECPReQADc+y3UAAECBAgQIECAAIHFC1iBAAECBAgQIECAAAECBAgQqF9Ah3UICIDr2EddECBAgAABAgQIECBAYFEC5iVAgAABAgQIECBAgAABAgR6JHDIALhHHSqVAAECBAgQIECAAAECBAgQOKSAywgQIECAAAECBAgQIECgbwIC4L7tWBfqVQMBAgQIECBAgAABAgQIECBQv4AOCRAgQIAAAQIECBDopYAAuJfbpmgCqxOwMgECBAgQIECAAAECBAgQIFC/gA4JECBAgAABAgT6KyAA7u/eqZwAAQLLFrAeAQIECBAgQIAAAQIECBAgUL+ADgkQIECAAIGeCwiAe76ByidAgAABAssRsAoBAgQIECBAgAABAgQIECBQv4AOCRAgQKAGAQFwDbuoBwIECBAgQIDAIgXMTYAAAQIECBAgQIAAAQIECNQvoEMCBKoREABXs5UaIUCAAAECBAgQIDB/ATMSIECAAAECBAgQIECAAAEC9QvosC4BAXBd+6kbAgQIECBAgAABAgQIzEvAPAQIECBAgAABAgQIECBAgEAPBQ4YAPewQyUTIECAAAECBAgQIECAAAECBxRwOgECBAgQIECAAAECBAj0VUAA3NedW0Xd1iRAgAABAgQIECBAgAABAgTqF9AhAQIECBAgQIAAAQK9FhAA93r7FE9geQJWIkCAAAECBAgQIECAAAECBOoX0CEBAgQIECBAgED/BQTA/d9DHRAgQGDRAuYnQIAAAQIECBAgQIAAAQIE6hfQIQECBAgQIFCJgAC4ko3UBgECBAgQWIyAWQkQIECAAAECBAgQIECAAIH6BXRIgAABAjUJCIBr2k29ECBAgAABAgTmKWAuAgQIECBAgAABAgQIECBAoH4BHRIgUJ2AALi6LdUQAQIECBAgQIAAgaMLmIEAAQIECBAgQIAAAQIECBCoX0CHdQoIgOvcV10RIECAAAECBAgQIEDgsAKuI0CAAAECBAgQIECAAAECBHossM8AuMcdKp0AAQIECBAgQIAAAQIECBDYp4DTCBAgQIAAAQIECBAgQKDvAgLgvu/gMuq3BgECBAgQIECAAAECBAgQIFC/gA4JECBAgAABAgQIEKhCQABcxTZqgsDiBMxMgAABAgQIECBAgAABAgQI1C+gQwIECBAgQIAAgXoEBMD17KVOCBAgMG8B8xEgQIAAAQIECBAgQIAAAQL1C+iQAAECBAgQqExAAFzZhmqHAAECBAjMR8AsBAgQIECAAAECBAgQIECAQP0COiRAgACBGgUEwDXuqp4IECBAgAABAkcRcC0BAgQIECBAgAABAgQIECBQv4AOCRCoVkAAXO3WaowAAQIECBAgQIDAwQVcQYAAAQIECBAgQIAAAQIECNQvoMO6BQTAde+v7ggQIECAAAECBAgQILBfAecRIECAAAECBAgQIECAAAECFQhcJwCuoEMtECBAgAABAgQIECBAgAABAtcR8DEBAgQIECBAgAABAgQI1CIgAK5lJxfRhzkJECBAgAABAgQIECBAgACB+gV0SIAAAQIECBAgQIBAVQIC4Kq2UzME5idgJgIECBAgQIAAAQIECBAgQKB+AR0SIECAAAECBAjUJyAArm9PdUSAAIGjCrieAAECBAgQIECAAAECBAgQqF9AhwQIECBAgEClAgLgSjdWWwQIECBA4HACriJAgAABAgQIECBAgAABAgTqF9AhAQIECNQsIACueXf1RoAAAQIECBA4iIBzCRAgQIAAAQIECBAgQIAAgfoFdEiAQPUCAuDqt1iDBAgQIECAAAECBK4v4AwCBAgQIECAAAECBAgQIECgfgEdDkNAADyMfdYlAQIECBAgQIAAAQIEribgOAECBAgQIECAAAECBAgQIFCRwFUC4Io61AoBAgQIECBAgAABAgQIECBwFQGHCRAgQIAAAQIECBAgQKA2AQFwbTs6j37MQYAAAQIECBAgQIAAAQIECNQvoEMCBAgQIECAAAECBKoUEABXua2aInB4AVcSIECAAAECBAgQIECAAAEC9QvokAABAgQIECBAoF4BAXC9e6szAgQIHFTA+QQIECBAgAABAgQIECBAgED9AjokQIAAAQIEKhcQAFe+wdojQIAAAQL7E3AWAQIECBAgQIAAAQIECBAgUL+ADgkQIEBgCAIC4CHssh4JECBAgAABAtcS8BkBAgQIECBAgAABAgQIECBQv4AOCRAYjIAAeDBbrVECBAgQIECAAAEClws4QoAAAQIECBAgQIAAAQIECNQvoMNhCQiAh7XfuiVAgAABAgQIECBAZkRpGwAAEABJREFUgMCugGcCBAgQIECAAAECBAgQIECgQoFLAuAKO9QSAQIECBAgQIAAAQIECBAgcImAtwQIECBAgAABAgQIECBQq4AAuNadPUxfriFAgAABAgQIECBAgAABAgTqF9AhAQIECBAgQIAAAQJVCwiAq95ezRHYv4AzCRAgQIAAAQIECBAgQIAAgfoFdEiAAAECBAgQIFC/gAC4/j3WIQECBK4n4HMCBAgQIECAAAECBAgQIECgfgEdEiBAgAABAgMREAAPZKO1SYAAAQIErizgKAECBAgQIECAAAECBAgQIFC/gA4JECBAYEgCAuAh7bZeCRAgQIAAAQJ7BbwmQIAAAQIECBAgQIAAAQIE6hfQIQECgxMQAA9uyzVMgAABAgQIECBAIIIBAQIECBAgQIAAAQIECBAgUL+ADocpIAAe5r7rmgABAgQIECBAgACB4QronAABAgQIECBAgAABAgQIEKhY4HwAXHGHWiNAgAABAgQIECBAgAABAgTOC3giQIAAAQIECBAgQIAAgdoFBMC17/B++nMOAQIECBAgQIAAAQIECBAgUL+ADgkQIECAAAECBAgQGISAAHgQ26xJAlcX8AkBAgQIECBAgAABAgQIECBQv4AOCRAgQIAAAQIEhiMgAB7OXuuUAAEClwp4T4AAAQIECBAgQIAAAQIECNQvoEMCBAgQIEBgYAIC4IFtuHYJECBAgMCOgEcCBAgQIECAAAECBAgQIECgfgEdEiBAgMAQBQTAQ9x1PRMgQIAAAQLDFtA9AQIECBAgQIAAAQIECBAgUL+ADgkQGKyAAHiwW69xAgQIECBAgACBIQromQABAgQIECBAgAABAgQIEKhfQIfDFhAAD3v/dU+AAAECBAgQIECAwHAEdEqAAAECBAgQIECAAAECBAjULxAC4AFsshYJECBAgAABAgQIECBAYOgC+idAgAABAgQIECBAgACBoQgIgIey01fq0zECBAgQIECAAAECBAgQIECgfgEdEiBAgAABAgQIECAwKAEB8KC2W7ME7hHwigABAgQIECBAgAABAgQIEKhfQIcECBAgQIAAAQLDExAAD2/PdUyAAAECBAgQIECAAAECBAgQIECAQP0COiRAgAABAgQGKiAAHujGa5sAAQIEhiqgbwIECBAgQIAAAQIECBAgQKB+AR0SIECAwJAFBMBD3n29EyBAgAABAsMS0C0BAgQIECBAgAABAgQIECBQv4AOCRAYvIAAePA/AgAIECBAgAABAgSGIKBHAgQIECBAgAABAgQIECBAoH4BHRIoAgLgomAQIECAAAECBAgQIECgXgGdESBAgAABAgQIECBAgAABAvULXOhQAHyBwgsCBAgQIECAAAECBAgQIFCbgH4IECBAgAABAgQIECBAYGgCAuCh7Xjp1yBAgAABAgQIECBAgAABAgTqF9AhAQIECBAgQIAAAQKDFBAAD3LbNT1kAb0TIECAAAECBAgQIECAAAEC9QvokAABAgQIECBAYLgCAuDh7r3OCRAYnoCOCRAgQIAAAQIECBAgQIAAgfoFdEiAAAECBAgMXEAAPPAfAO0TIECAwFAE9EmAAAECBAgQIECAAAECBAjUL6BDAgQIECAQIQD2U0CAAAECBAgQqF1AfwQIECBAgAABAgQIECBAgED9AjokQIDAeQEB8HkITwQIECBAgAABAgRqFNATAQIECBAgQIAAAQIECBAgUL+ADgnsFRAA79XwmgABAgQIECBAgAABAvUI6IQAAQIECBAgQIAAAQIECBCoX+CyDgXAl5E4QIAAAQIECBAgQIAAAQIE+i6gfgIECBAgQIAAAQIECBAYqoAAeEg7r1cCBAgQIECAAAECBAgQIECgfgEdEiBAgAABAgQIECAwaAEB8KC3X/NDEtArAQIECBAgQIAAAQIECBAgUL+ADgkQIECAAAECBAgIgP0MECBAoH4BHRIgQIAAAQIECBAgQIAAAQL1C+iQAAECBAgQIDATEADPGDwQIECAAIFaBfRFgAABAgQIECBAgAABAgQI1C+gQwIECBAgcI+AAPgeC68IECBAgAABAnUJ6IYAAQIECBAgQIAAAQIECBCoX0CHBAgQuERAAHwJiLcECBAgQIAAAQIEahDQAwECBAgQIECAAAECBAgQIFC/gA4JXElAAHwlFccIECBAgAABAgQIECDQXwGVEyBAgAABAgQIECBAgAABAvULXLVDAfBVaXxAgAABAgQIECBAgAABAgT6JqBeAgQIECBAgAABAgQIEBi6gAB4CD8BeiRAgAABAgQIECBAgAABAgTqF9AhAQIECBAgQIAAAQIEUkAAnAjuBGoW0BsBAgQIECBAgAABAgQIECBQv4AOCRAgQIAAAQIECOwKCIB3JTwTIECgPgEdESBAgAABAgQIECBAgAABAvUL6JAAAQIECBAgcJGAAPgiDm8IECBAgEAtAvogQIAAAQIECBAgQIAAAQIE6hfQIQECBAgQuFxAAHy5iSMECBAgQIAAgX4LqJ4AAQIECBAgQIAAAQIECBCoX0CHBAgQuIqAAPgqMA4TIECAAAECBAgQ6KOAmgkQIECAAAECBAgQIECAAIH6BXRI4FoCAuBr6fiMAAECBAgQIECAAAEC/RFQKQECBAgQIECAAAECBAgQIFC/wHU7FABfl8gJBAgQIECAAAECBAgQIECg6wLqI0CAAAECBAgQIECAAAECOwIC4B2HOh91RYAAAQIECBAgQIAAAQIECNQvoEMCBAgQIECAAAECBAjsERAA78HwkkBNAnohQIAAAQIECBAgQIAAAQIE6hfQIQECBAgQIECAAIFLBQTAl4p4T4AAgf4L6IAAAQIECBAgQIAAAQIECBCoX0CHBAgQIECAAIErCgiAr8jiIAECBAgQ6KuAugkQIECAAAECBAgQIECAAIH6BXRIgAABAgSuLiAAvrqNTwgQIECAAAEC/RJQLQECBAgQIECAAAECBAgQIFC/gA4JECBwHQEB8HWAfEyAAAECBAgQIECgDwJqJECAAAECBAgQIECAAAECBOoX0CGB/QgIgPej5BwCBAgQIECAAAECBAh0V0BlBAgQIECAAAECBAgQIECAQP0C++5QALxvKicSIECAAAECBAgQIECAAIGuCaiHAAECBAgQIECAAAECBAhcLCAAvtijjne6IECAAAECBAgQIECAAAECBOoX0CEBAgQIECBAgAABAgSuICAAvgKKQwT6LKB2AgQIECBAgAABAgQIECBAoH4BHRIgQIAAAQIECBC4moAA+GoyjhMgQKB/AiomQIAAAQIECBAgQIAAAQIE6hfQIQECBAgQIEDgmgIC4Gvy+JAAAQIECPRFQJ0ECBAgQIAAAQIECBAgQIBA/QI6JECAAAEC1xcQAF/fyBkECBAgQIAAgW4LqI4AAQIE/n/27gTKtr2uD/xvn1PDHd7jAQ8Q1Ih2TPcyWXFhm6UtakeJMenVUSOJ84DKoAISlBYQhMcgAi1RhMcUJjUqmkDapdG2E2dsReOYdCdLjUFAgWZ68x2q6pzdv/+pqnvr3lf33hrOObX3f38OZ5+9zx7+/9/v839r3bvqu+pCgAABAgQIECBAgED9AjokQIDAAQUEwAeEchsBAgQIECBAgACBLgqoiQABAgQIECBAgAABAgQIEKhfQIcEDiMgAD6MlnsJECBAgAABAgQIECDQHQGVECBAgAABAgQIECBAgAABAvULHLpDAfChyTxAgAABAgQIECBAgAABAgROWsD8BAgQIECAAAECBAgQIEBgfwEB8P4u/TyragIECBAgQIAAAQIECBAgQKB+AR0SIECAAAECBAgQIEDgOgIC4OvguESgTwJqJUCAAAECBAgQIECAAAECBOoX0CEBAgQIECBAgACBGwkIgG8k5DoBAgS6L6BCAgQIECBAgAABAgQIECBAoH4BHRIgQIAAAQIEDiQgAD4Qk5sIECBAgEBXBdRFgAABAgQIECBAgAABAgQI1C+gQwIECBAgcHABAfDBrdxJgAABAgQIEOiWgGoIECBAgAABAgQIECBAgACB+gV0SIAAgUMKCIAPCeZ2AgQIECBAgAABAl0QUAMBAgQIECBAgAABAgQIECBQv4AOCRxFQAB8FDXPECBAgAABAgQIECBA4OQEzEyAAAECBAgQIECAAAECBAjUL3DkDgXAR6bzIAECBAgQIECAAAECBAgQWLaA+QgQIECAAAECBAgQIECAwPUFBMDX9+nHVVUSIECAAAECBAgQIECAAAEC9QvokAABAgQIECBAgAABAgcQEAAfAMktBLosoDYCBAgQIECAAAECBAgQIECgfgEdEiBAgAABAgQIEDiogAD4oFLuI0CAQPcEVESAAAECBAgQIECAAAECBAjUL6BDAgQIECBAgMChBATAh+JyMwECBAgQ6IqAOggQIECAAAECBAgQIECAAIH6BXRIgAABAgQOLyAAPryZJwgQIECAAAECJytgdgIECBAgQIAAAQIECBAgQKB+AR0SIEDgiAIC4CPCeYwAAQIECBAgQIDASQiYkwABAgQIECBAgAABAgQIEKhfQIcEjiMgAD6OnmcJECBAgAABAgQIECCwPAEzESBAgAABAgQIECBAgAABAvULHLtDAfCxCQ1AgAABAgQIECBAgAABAgQWLWB8AgQIECBAgAABAgQIECBwMAEB8MGcunmXqggQIECAAAECBAgQIECAAIH6BXRIgAABAgQIECBAgACBQwgIgA+B5VYCXRJQCwECBAgQIECAAAECBAgQIFC/gA4JECBAgAABAgQIHFZAAHxYMfcTIEDg5AVUQIAAAQIECBAgQIAAAQIECNQvoEMCBAgQIECAwJEEBMBHYvMQAQIECBA4KQHzEiBAgAABAgQIECBAgAABAvUL6JAAAQIECBxdQAB8dDtPEiBAgAABAgSWK2A2AgQIECBAgAABAgQIECBAoH4BHRIgQOCYAgLgYwJ6nAABAgQIECBAgMAyBMxBgAABAgQIECBAgAABAgQI1C+gQwLzEBAAz0PRGAQIECBAgAABAgQIEFicgJEJECBAgAABAgQIECBAgACB+gXm1qEAeG6UBiJAgAABAgQIECBAgAABAvMWMB4BAgQIECBAgAABAgQIEDicgAD4cF7duFsVBAgQIECAAAECBAgQIECAQP0COiRAgAABAgQIECBAgMARBATAR0DzCIGTFDA3AQIECBAgQIAAAQIECBAgUL+ADgkQIECAAAECBAgcVUAAfFQ5zxEgQGD5AmYkQIAAAQIECBAgQIAAAQIE6hfQIQECBAgQIEDgWAIC4GPxeZgAAQIECCxLwDwECBAgQIAAAQIECBAgQIBA/QI6JECAAAECxxcQAB/f0AgECBAgQIAAgcUKGJ0AAQIECBAgQIAAAQIECBCoX0CHBAgQmJOAAHhOkIYhQIAAAQIECBAgsAgBYxIgQIAAAQIECBAgQIAAAQL1C+iQwDwFBMDz1MaJoxgAABAASURBVDQWAQIECBAgQIAAAQIE5idgJAIECBAgQIAAAQIECBAgQKB+gbl3KACeO6kBCRAgQIAAAQIECBAgQIDAcQU8T4AAAQIECBAgQIAAAQIEjiYgAD6a28k8ZVYCBAgQIECAAAECBAgQIECgfgEdEiBAgAABAgQIECBA4BgCAuBj4HmUwDIFzEWAAAECBAgQIECAAAECBAjUL6BDAgQIECBAgAABAscVEAAfV9DzBAgQWLyAGQgQIECAAAECBAgQIECAAIH6BXRIgAABAgQIEJiLgAB4LowGIUCAAAECixIwLgECBAgQIECAAAECBAgQIFC/gA4JECBAgMD8BATA87M0EgECBAgQIEBgvgJGI0CAAAECBAgQIECAAAECBOoX0CEBAgTmLCAAnjOo4QgQIECAAAECBAjMQ8AYBAgQIECAAAECBAgQIECAQP0COiSwCAEB8CJUjUmAAAECBAgQIECAAIGjC3iSAAECBAgQIECAAAECBAgQqF9gYR0KgBdGa2ACBAgQIECAAAECBAgQIHBYAfcTIECAAAECBAgQIECAAIHjCQiAj+e3nKfNQoAAAQIECBAgQIAAAQIECNQvoEMCBAgQIECAAAECBAjMQUAAPAdEQxBYpICxCRAgQIAAAQIECBAgQIAAgfoFdEiAAAECBAgQIEBgXgIC4HlJGocAAQLzFzAiAQIECBAgQIAAAQIECBAgUL+ADgkQIECAAAECcxUQAM+V02AECBAgQGBeAsYhQIAAAQIECBAgQIAAAQIE6hfQIQECBAgQmL+AAHj+pkYkQIAAAQIECBxPwNMECBAgQIAAAQIECBAgQIBA/QI6JECAwIIEBMALgjUsAQIECBAgQIAAgaMIeIYAAQIECBAgQIAAAQIECBCoX0CHBBYpIABepK6xCRAgQIAAAQIECBAgcHABdxIgQIAAAQIECBAgQIAAAQL1Cyy8QwHwwolNQIAAAQIECBAgQIAAAQIEbiTgOgECBAgQIECAAAECBAgQmI+AAHg+josZxagECBAgQIAAAQIECBAgQIBA/QI6JECAAAECBAgQIECAwBwFBMBzxDQUgXkKGIsAAQIECBAgQIAAAQIECBCoX0CHBAgQIECAAAECBOYtIACet6jxCBAgcHwBIxAgQIAAAQIECBAgQIAAAQL1C+iQAAECBAgQILAQAQHwQlgNSoAAAQIEjirgOQIECBAgQIAAAQIECBAgQKB+AR0SIECAAIHFCQiAF2drZAIECBAgQIDA4QTcTYAAAQIECBAgQIAAAQIECNQvoEMCBAgsWEAAvGBgwxMgQIAAAQIECBA4iIB7CBAgQIAAAQIECBAgQIAAgfoFdEhgGQIC4GUom4MAAQIECBAgQIAAAQLXFnCFAAECBAgQIECAAAECBAgQqF9gaR0KgJdGbSICBAgQIECAAAECBAgQIHC1gO8ECBAgQIAAAQIECBAgQGC+AgLg+XrOZzSjECBAgAABAgQIECBAgAABAvUL6JAAAQIECBAgQIAAAQILEBAALwDVkASOI+BZAgQIECBAgAABAgQIECBAoH4BHRIgQIAAAQIECBBYlIAAeFGyxiVAgMDhBTxBgAABAgQIECBAgAABAgQI1C+gQwIECBAgQIDAQgUEwAvlNTgBAgQIEDiogPsIECBAgAABAgQIECBAgACB+gV0SIAAAQIEFi8gAF68sRkIECBAgAABAtcXcJUAAQIECBAgQIAAAQIECBCoX0CHBAgQWJKAAHhJ0KYhQIAAAQIECBAgsJ+AcwQIECBAgAABAgQIECBAgED9AjoksEwBAfAytc1FgAABAgQIECBAgACBywKOCBAgQIAAAQIECBAgQIAAgfoFlt6hAHjp5CYkQIAAAQIECBAgQIAAAQIECBAgQIAAAQIECBAgQIDAYgQEwItxPdqoniJAgAABAgQIECBAgAABAgTqF9AhAQIECBAgQIAAAQIEFiggAF4grqEJHEbAvQQIECBAgAABAgQIECBAgED9AjokQIAAAQIECBAgsGgBAfCihY1PgACBGwu4gwABAgQIECBAgAABAgQIEKhfQIcECBAgQIAAgaUICICXwmwSAgQIECBwLQHnCRAgQIAAAQIECBAgQIAAgfoFdEiAAAECBJYnIABenrWZCBAgQIAAAQJXCvhGgAABAgQIECBAgAABAgQI1C+gQwIECCxZQAC8ZHDTESBAgAABAgQIECgCNgIECBAgQIAAAQIECBAgQKB+AR0SOAkBAfBJqJuTAAECBAgQIECAAIEhC+idAAECBAgQIECAAAECBAgQqF/gxDoUAJ8YvYkJECBAgAABAgQIECBAYHgCOiZAgAABAgQIECBAgAABAosVEAAv1vdgo7uLAAECBAgQIECAAAECBAgQqF9AhwQIECBAgAABAgQIEFiCgAB4CcimIHA9AdcIECBAgAABAgQIECBAgACB+gV0SIAAAQIECBAgQGBZAgLgZUmbhwABAvcXcIYAAQIECBAgQIAAAQIECBCoX0CHBAgQIECAAIGlCgiAl8ptMgIECBAgsCtgT4AAAQIECBAgQIAAAQIECNQvoEMCBAgQILB8AQHw8s3NSIAAAQIECAxdQP8ECBAgQIAAAQIECBAgQIBA/QI6JECAwAkJCIBPCN60BAgQIECAAAECwxTQNQECBAgQIECAAAECBAgQIFC/gA4JnKSAAPgk9c1NgAABAgQIECBAgMCQBPRKgAABAgQIECBAgAABAgQI1C9w4h0KgE98CRRAgAABAgQIECBAgAABAvUL6JAAAQIECBAgQIAAAQIECCxHQAC8HOf9Z3GWAAECBAgQIECAAAECBAgQqF9AhwQIECBAgAABAgQIEFiigAB4idimIrBXwDEBAgQIECBAgAABAgQIECBQv4AOCRAgQIAAAQIECCxbQAC8bHHzESBAIIIBAQIECBAgQIAAAQIECBAgUL+ADgkQIECAAAECJyIgAD4RdpMSIECAwHAFdE6AAAECBAgQIECAAAECBAjUL6BDAgQIECBwcgIC4JOzNzMBAgQIECAwNAH9EiBAgAABAgQIECBAgAABAvUL6JAAAQInLCAAPuEFMD0BAgQIECBAgMAwBHRJgAABAgQIECBAgAABAgQI1C+gQwJdEBAAd2EV1ECAAAECBAgQIECAQM0CeiNAgAABAgQIECBAgAABAgTqF+hMhwLgziyFQggQIECAAAECBAgQIECgPgEdESBAgAABAgQIECBAgACB5QoIgJfrvT2bTwIECBAgQIAAAQIECBAgQKB+AR0SIECAAAECBAgQIEDgBAQEwCeAbsphC+ieAAECBAgQIECAAAECBAgQqF9AhwQIECBAgAABAgROSkAAfFLy5iVAYIgCeiZAgAABAgQIECBAgAABAgTqF9AhAQIECBAgQOBEBQTAJ8pvcgIECBAYjoBOCRAgQIAAAQIECBAgQIAAgfoFdEiAAAECBE5eQAB88mugAgIECBAgQKB2Af0RIECAAAECBAgQIECAAAEC9QvokAABAh0REAB3ZCGUQYAAAQIECBAgUKeArggQIECAAAECBAgQIECAAIH6BXRIoEsCAuAurYZaCBAgQIAAAQIECBCoSUAvBAgQIECAAAECBAgQIECAQP0CnetQANy5JVEQAQIECBAgQIAAAQIECPRfQAcECBAgQIAAAQIECBAgQOBkBATAy3Q3FwECBAgQIECAAAECBAgQIFC/gA4JECBAgAABAgQIECBwggIC4BPEN/WwBHRLgAABAgQIECBAgAABAgQI1C+gQwIECBAgQIAAAQInLSAAPukVMD8BAkMQ0CMBAgQIECBAgAABAgQIECBQv4AOCRAgQIAAAQKdEBAAd2IZFEGAAAEC9QrojAABAgQIECBAgAABAgQIEKhfQIcECBAgQKA7AgLg7qyFSggQIECAAIHaBPRDgAABAgQIECBAgAABAgQI1C+gQwIECHRMQADcsQVRDgECBAgQIECAQB0CuiBAgAABAgQIECBAgAABAgTqF9AhgS4KCIC7uCpqIkCAAAECBAgQIECgzwJqJ0CAAAECBAgQIECAAAECBOoX6GyHAuDOLo3CCBAgQIAAAQIECBAgQKB/AiomQIAAAQIECBAgQIAAAQInKyAAXoa/OQgQIECAAAECBAgQIECAAIH6BXRIgAABAgQIECBAgACBDggIgDuwCEqoW0B3BAgQIECAAAECBAgQIECAQP0COiRAgAABAgQIECDQFQEBcFdWQh0ECNQooCcCBAgQIECAAAECBAgQIECgfgEdEiBAgAABAgQ6JSAA7tRyKIYAAQIE6hHQCQECBAgQIECAAAECBAgQIFC/gA4JECBAgED3BATA3VsTFREgQIAAAQJ9F1A/AQIECBAgQIAAAQIECBAgUL+ADgkQINBRAQFwRxdGWQQIECBAgAABAv0UUDUBAgQIECBAgAABAgQIECBQv4AOCXRZQADc5dVRGwECBAgQIECAAAECfRJQKwECBAgQIECAAAECBAgQIFC/QOc7FAB3fokUSIAAAQIECBAgQIAAAQLdF1AhAQIECBAgQIAAAQIECBDohoAAeJHrYGwCBAgQIECAAAECBAgQIECgfgEdEiBAgAABAgQIECBAoEMCAuAOLYZS6hLQDQECBAgQIECAAAECBAgQIFC/gA4JECBAgAABAgQIdE1AANy1FVEPAQI1COiBAAECBAgQIECAAAECBAgQqF9AhwQIECBAgACBTgoIgDu5LIoiQIAAgf4KqJwAAQIECBAgQIAAAQIECBCoX0CHBAgQIECguwIC4O6ujcoIECBAgACBvgmolwABAgQIECBAgAABAgQIEKhfQIcECBDouIAAuOMLpDwCBAgQIECAAIF+CKiSAAECBAgQIECAAAECBAgQqF9AhwT6ICAA7sMqqZEAAQIECBAgQIAAgS4LqI0AAQIECBAgQIAAAQIECBCoX6A3HQqAe7NUCiVAgAABAgQIECBAgACB7gmoiAABAgQIECBAgAABAgQIdEtAALyI9TAmAQIECBAgQIAAAQIECBAgUL+ADgkQIECAAAECBAgQINBBAQFwBxdFSf0WUD0BAgQIECBAgAABAgQIECBQv4AOCRAgQIAAAQIECHRVQADc1ZVRFwECfRRQMwECBAgQIECAAAECBAgQIFC/gA4JECBAgAABAp0WEAB3enkUR4AAAQL9EVApAQIECBAgQIAAAQIECBAgUL+ADgkQIECAQPcFBMDdXyMVEiBAgAABAl0XUB8BAgQIECBAgAABAgQIECBQv4AOCRAg0BMBAXBPFkqZBAgQIECAAAEC3RRQFQECBAgQIECAAAECBAgQIFC/gA4J9ElAANyn1VIrAQIECBAgQIAAAQJdElALAQIECBAgQIAAAQIECBAgUL9A7zoUAPduyRRMgAABAgQIECBAgAABAicvoAICBAgQIECAAAECBAgQINBNAQHwPNfFWAQIECBAgAABAgT9PKoqAAAQAElEQVQIECBAgED9AjokQIAAAQIECBAgQIBAhwUEwB1eHKX1S0C1BAgQIECAAAECBAgQIECAQP0COiRAgAABAgQIECDQdQEBcNdXSH0ECPRBQI0ECBAgQIAAAQIECBAgQIBA/QI6JECAAAECBAj0QkAA3ItlUiQBAgQIdFdAZQQIECBAgAABAgQIECBAgED9AjokQIAAAQL9ERAA92etVEqAAAECBAh0TUA9BAgQIECAAAECBAgQIECAQP0COiRAgEDPBATAPVsw5RIgQIAAAQIECHRDQBUECBAgQIAAAQIECBAgQIBA/QI6JNBHAQFwH1dNzQQIECBAgAABAgQInKSAuQkQIECAAAECBAgQIECAAIH6BXrboQC4t0uncAIECBAgQIAAAQIECBBYvoAZCRAgQIAAAQIECBAgQIBAtwUEwPNYH2MQIECAAAECBAgQIECAAAEC9QvokAABAgQIECBAgAABAj0QEAD3YJGU2G0B1REgQIAAAQIECBAgQIAAAQL1C+iQAAECBAgQIECAQF8EBMB9WSl1EiDQRQE1ESBAgAABAgQIECBAgAABAvUL6JAAAQIECBAg0CsBAXCvlkuxBAgQINAdAZUQIECAAAECBAgQIECAAAEC9QvokAABAgQI9E9AANy/NVMxAQIECBAgcNIC5idAgAABAgQIECBAgAABAgTqF9AhAQIEeiogAO7pwimbAAECBAgQIEDgZATMSoAAAQIECBAgQIAAAQIECNQvoEMCfRYQAPd59dROgAABAgQIECBAgMAyBcxFgAABAgQIECBAgAABAgQI1C/Q+w4FwL1fQg0QIECAAAECBAgQIECAwOIFzECAAAECBAgQIECAAAECBPohIAA+zjp5lgABAgQIECBAgAABAgQIEKhfQIcECBAgQIAAAQIECBDokYAAuEeLpdRuCaiGAAECBAgQIECAAAECBAgQqF9AhwQIECBAgAABAgT6JiAA7tuKqZcAgS4IqIEAAQIECBAgQIAAAQIECBCoX0CHBAgQIECAAIFeCgiAe7lsiiZAgACBkxMwMwECBAgQIECAAAECBAgQIFC/gA4JECBAgEB/BQTA/V07lRMgQIAAAQLLFjAfAQIECBAgQIAAAQIECBAgUL+ADgkQINBzAQFwzxdQ+QQIECBAgAABAssRMAsBAgQIECBAgAABAgQIECBQv4AOCdQgIACuYRX1QIAAAQIECBAgQIDAIgWMTYAAAQIECBAgQIAAAQIECNQvUE2HAuBqllIjBAgQIECAAAECBAgQIDB/ASMSIECAAAECBAgQIECAAIF+CQiAj7JeniFAgAABAgQIECBAgAABAgTqF9AhAQIECBAgQIAAAQIEeiggAO7hoin5ZAXMToAAAQIECBAgQIAAAQIECNQvoEMCBAgQIECAAAECfRUQAPd15dRNgMBJCJiTAAECBAgQIECAAAECBAgQqF9AhwQIECBAgACBXgsIgHu9fIonQIAAgeUJmIkAAQIECBAgQIAAAQIECBCoX0CHBAgQIECg/wIC4P6voQ4IECBAgACBRQsYnwABAgQIECBAgAABAgQIEKhfQIcECBCoREAAXMlCaoMAAQIECBAgQGAxAkYlQIAAAQIECBAgQIAAAQIE6hfQIYGaBATANa2mXggQIECAAAECBAgQmKeAsQgQIECAAAECBAgQIECAAIH6BarrUABc3ZJqiAABAgQIECBAgAABAgSOL2AEAgQIECBAgAABAgQIECDQTwEB8GHWzb0ECBAgQIAAAQIECBAgQIBA/QI6JECAAAECBAgQIECAQI8FBMA9XjylL1fAbAQIECBAgAABAgQIECBAgED9AjokQIAAAQIECBAg0HcBAXDfV1D9BAgsQ8AcBAgQIECAAAECBAgQIECAQP0COiRAgAABAgQIVCEgAK5iGTVBgAABAosTMDIBAgQIECBAgAABAgQIECBQv4AOCRAgQIBAPQIC4HrWUicECBAgQIDAvAWMR4AAAQIECBAgQIAAAQIECNQvoEMCBAhUJiAArmxBtUOAAAECBAgQIDAfAaMQIECAAAECBAgQIECAAAEC9QvokECNAgLgGldVTwQIECBAgAABAgQIHEfAswQIECBAgAABAgQIECBAgED9AtV2KACudmk1RoAAAQIECBAgQIAAAQKHF/AEAQIECBAgQIAAAQIECBDot4AA+CDr5x4CBAgQIECAAAECBAgQIECgfgEdEiBAgAABAgQIECBAoAIBAXAFi6iFxQoYnQABAgQIECBAgAABAgQIEKhfQIcECBAgQIAAAQIEahEQANeykvogQGARAsYkQIAAAQIECBAgQIAAAQIE6hfQIQECBAgQIECgKgEBcFXLqRkCBAgQmJ+AkQgQIECAAAECBAgQIECAAIH6BXRIgAABAgTqExAA17emOiJAgAABAgSOK+B5AgQIECBAgAABAgQIECBAoH4BHRIgQKBSAQFwpQurLQIECBAgQIAAgaMJeIoAAQIECBAgQIAAAQIECBCoX0CHBGoWEADXvLp6I0CAAAECBAgQIEDgMALuJUCAAAECBAgQIECAAAECBOoXqL5DAXD1S6xBAgQIECBAgAABAgQIELixgDsIECBAgAABAgQIECBAgEAdAgLg662jawQIECBAgAABAgQIECBAgED9AjokQIAAAQIECBAgQIBARQIC4IoWUyvzFTAaAQIECBAgQIAAAQIECBAgUL+ADgkQIECAAAECBAjUJiAArm1F9UOAwDwEjEGAAAECBAgQIECAAAECBAjUL6BDAgQIECBAgECVAgLgKpdVUwQIECBwdAFPEiBAgAABAgQIECBAgAABAvUL6JAAAQIECNQrIACud211RoAAAQIECBxWwP0ECBAgQIAAAQIECBAgQIBA/QI6JECAQOUCAuDKF1h7BAgQIECAAAECBxNwFwECBAgQIECAAAECBAgQIFC/gA4JDEFAADyEVdYjAQIECBAgQIAAAQLXE3CNAAECBAgQIECAAAECBAgQqF9gMB0KgAez1BolQIAAAQIECBAgQIAAgfsLOEOAAAECBAgQIECAAAECBOoSEADvt57OESBAgAABAgQIECBAgAABAvUL6JAAAQIECBAgQIAAAQIVCgiAK1xULR1PwNMECBAgQIAAAQIECBAgQIBA/QI6JECAAAECBAgQIFCrgAC41pXVFwECRxHwDAECBAgQIECAAAECBAgQIFC/gA4JECBAgAABAlULCICrXl7NESBAgMDBBdxJgAABAgQIECBAgAABAgQI1C+gQwIECBAgUL+AALj+NdYhAQIECBAgcCMB1wkQIECAAAECBAgQIECAAIH6BXRIgACBgQgIgAey0NokQIAAAQIECBDYX8BZAgQIECBAgAABAgQIECBAoH4BHRIYkoAAeEirrVcCBAgQIECAAAECBPYKOCZAgAABAgQIECBAgAABAgTqFxhchwLgwS25hgkQIECAAAECBAgQIEAgggEBAgQIECBAgAABAgQIEKhTQAC8d10dEyBAgAABAgQIECBAgAABAvUL6JAAAQIECBAgQIAAAQIVCwiAK15crR1OwN0ECBAgQIAAAQIECBAgQIBA/QI6JECAAAECBAgQIFC7gAC49hXWHwECBxFwDwECBAgQIECAAAECBAgQIFC/gA4JECBAgAABAoMQEAAPYpk1SYAAAQLXFnCFAAECBAgQIECAAAECBAgQqF9AhwQIECBAYDgCAuDhrLVOCRAgQIAAgasFfCdAgAABAgQIECBAgAABAgTqF9AhAQIEBiYgAB7YgmuXAAECBAgQIEBgW8AnAQIECBAgQIAAAQIECBAgUL+ADgkMUUAAPMRV1zMBAgQIECBAgACBYQvongABAgQIECBAgAABAgQIEKhfYLAdCoAHu/QaJ0CAAAECBAgQIECAwBAF9EyAAAECBAgQIECAAAECBOoWEACX9bURIECAAAECBAgQIECAAAEC9QvokAABAgQIECBAgAABAgMQEAAPYJG1eH0BVwkQIECAAAECBAgQIECAAIH6BXRIgAABAgQIECBAYCgCAuChrLQ+CRDYT8A5AgQIECBAgAABAgQIECBAoH4BHRIgQIAAAQIEBiUgAB7UcmuWAAECBC4LOCJAgAABAgQIECBAgAABAgTqF9AhAQIECBAYnoAAeHhrrmMCBAgQIECAAAECBAgQIECAAAECBAgQIFC/gA4JECAwUAEB8EAXXtsECBAgQIAAgaEK6JsAAQIECBAgQIAAAQIECBCoX0CHBIYsIAAe8urrnQABAgQIECBAgMCwBHRLgAABAgQIECBAgAABAgQI1C8w+A4FwIP/TwAAAQIECBAgQIAAAQIEhiCgRwIECBAgQIAAAQIECBAgMAyBYQfAw1hjXRIgQIAAAQIECBAgQIAAgWEL6J4AAQIECBAgQIAAAQIDEhAAD2ixtXqlgG8ECBAgQIAAAQIECBAgQIBA/QI6JECAAAECBAgQIDA0AQHw0FZcvwQIFAEbAQIECBAgQIAAAQIECBAgUL+ADgkQIECAAAECgxQQAA9y2TVNgACBIQvonQABAgQIECBAgAABAgQIEKhfQIcECBAgQGC4AgLg4a69zgkQIECAwPAEdEyAAAECBAgQIECAAAECBAjUL6BDAgQIDFxAADzw/wC0T4AAAQIECBAYioA+CRAgQIAAAQIECBAgQIAAgfoFdEiAQIQA2H8FBAgQIECAAAECBAjULqA/AgQIECBAgAABAgQIECBAoH4BHe4ICIB3IOwIECBAgAABAgQIECBAoEYBPREgQIAAAQIECBAgQIAAgWEJDDMAHtYa65YAAQIECBAgQIAAAQIECAxTQNcECBAgQIAAAQIECBAYoIAAeICLPvSW9U+AAAECBAgQIECAAAECBAjUL6BDAgQIECBAgAABAkMVEAAPdeX1TWCYAromQIAAAQIECBAgQIAAAQIE6hfQIQECBAgQIEBg0AIC4EEvv+YJECAwJAG9EiBAgAABAgQIECBAgAABAvUL6JAAAQIECBAQAPtvgAABAgQIEKhfQIcECBAgQIAAAQIECBAgQIBA/QI6JECAAIGZgAB4xuCDAAECBAgQIECgVgF9ESBAgAABAgQIECBAgAABAvUL6JAAgcsCAuDLFo4IECBAgAABAgQIEKhLQDcECBAgQIAAAQIECBAgQIBA/QI6vEpAAHwViK8ECBAgQIAAAQIECBAgUIOAHggQIECAAAECBAgQIECAwDAFhhUAD3ONdU2AAAECBAgQIECAAAECBIYloFsCBAgQIECAAAECBAgMWEAAPODFH1rr+iVAgAABAgQIECBAgAABAgTqF9AhAQIECBAgQIAAgaELCICH/l+A/gkMQ0CXBAgQIECAAAECBAgQIECAQP0COiRAgAABAgQIEEgBAXAieBMgQIBAzQJ6I0CAAAECBAgQIECAAAECBOoX0CEBAgQIECCwKyAA3pWwJ0CAAAECzJjK+AAAEABJREFUBOoT0BEBAgQIECBAgAABAgQIECBQv4AOCRAgQOAKAQHwFRy+ECBAgAABAgQI1CKgDwIECBAgQIAAAQIECBAgQKB+AR0SIHB/AQHw/U2cIUCAAAECBAgQIECg3wKqJ0CAAAECBAgQIECAAAECBOoX0OE1BATA14BxmgABAgQIECBAgAABAgT6KKBmAgQIECBAgAABAgQIECAwbIFhBMDDXmPdEyBAgAABAgQIECBAgACBYQjokgABAgQIECBAgAABAgRCAOw/guoFNEiAAAECBAgQIECAAAECBAjUL6BDAgQIECBAgAABAgS2BQTA2w4+CRCoU0BXBAgQIECAAAECBAgQIECAQP0COiRAgAABAgQIENgjIADeg+GQAAECBGoS0AsBAgQIECBAgAABAgQIECBQv4AOCRAgQIAAgasFBMBXi/hOgAABAgQI9F9ABwQIECBAgAABAgQIECBAgED9AjokQIAAgX0FBMD7sjhJgAABAgQIECDQVwF1EyBAgAABAgQIECBAgAABAvUL6JAAgWsLCICvbeMKAQIECBAgQIAAAQL9ElAtAQIECBAgQIAAAQIECBAgUL+ADm8gIAC+AZDLBAgQIECAAAECBAgQINAHATUSIECAAAECBAgQIECAAAECRaDuALh0aCNAgAABAgQIECBAgAABAgTqFtAdAQIECBAgQIAAAQIECFwSEABfonBQm4B+CBAgQIAAAQIECBAgQIAAgfoFdEiAAAECBAgQIECAwJUCAuArPXwjQKAOAV0QIECAAAECBAgQIECAAAEC9QvokAABAgQIECBAYB8BAfA+KE4RIECAQJ8F1E6AAAECBAgQIECAAAECBAjUL6BDAgQIECBA4FoCAuBryThPgAABAgQI9E9AxQQIECBAgAABAgQIECBAgED9AjokQIAAgesKCICvy+MiAQIECBAgQIBAXwTUSYAAAQIECBAgQIAAAQIECNQvoEMCBG4sIAC+sZE7CBAgQIAAAQIECBDotoDqCBAgQIAAAQIECBAgQIAAgfoFdHhAAQHwAaHcRoAAAQIECBAgQIAAAQJdFFATAQIECBAgQIAAAQIECBAgsFegzgB4b4eOCRAgQIAAAQIECBAgQIAAgToFdEWAAAECBAgQIECAAAEC9xMQAN+PxIm+C6ifAAECBAgQIECAAAECBAgQqF9AhwQIECBAgAABAgQI7C8gAN7fxVkCBPopoGoCBAgQIECAAAECBAgQIECgfgEdEiBAgAABAgQIXEdAAHwdHJcIECBAoE8CaiVAgAABAgQIECBAgAABAgTqF9AhAQIECBAgcCMBAfCNhFwnQIAAAQIEui+gQgIECBAgQIAAAQIECBAgQKB+AR0SIECAwIEEBMAHYnITAQIECBAgQIBAVwXURYAAAQIECBAgQIAAAQIECNQvoEMCBA4uIAA+uJU7CRAgQIAAAQIECBDoloBqCBAgQIAAAQIECBAgQIAAgfoFdHhIAQHwIcHcToAAAQIECBAgQIAAAQJdEFADAQIECBAgQIAAAQIECBAgsJ9AXQHwfh06R4AAAQIECBAgQIAAAQIECNQloBsCBAgQIECAAAECBAgQuKaAAPiaNC70TUC9BAgQIECAAAECBAgQIECAQP0COiRAgAABAgQIECBA4PoCAuDr+7hKgEA/BFRJgAABAgQIECBAgAABAgQI1C+gQwIECBAgQIAAgQMICIAPgOQWAgQIEOiygNoIECBAgAABAgQIECBAgACB+gV0SIAAAQIECBxUQAB8UCn3ESBAgAABAt0TUBEBAgQIECBAgAABAgQIECBQv4AOCRAgQOBQAgLgQ3G5mQABAgQIECBAoCsC6iBAgAABAgQIECBAgAABAgTqF9AhAQKHFxAAH97MEwQIECBAgAABAgQInKyA2QkQIECAAAECBAgQIECAAIH6BXR4RAEB8BHhPEaAAAECBAgQIECAAAECJyFgTgIECBAgQIAAAQIECBAgQOB6AnUEwNfr0DUCBAgQIECAAAECBAgQIECgDgFdECBAgAABAgQIECBAgMANBQTANyRyQ9cF1EeAAAECBAgQIECAAAECBAjUL6BDAgQIECBAgAABAgQOJiAAPpiTuwgQ6KaAqggQIECAAAECBAgQIECAAIH6BXRIgAABAgQIECBwCAEB8CGw3EqAAAECXRJQCwECBAgQIECAAAECBAgQIFC/gA4JECBAgACBwwoIgA8r5n4CBAgQIEDg5AVUQIAAAQIECBAgQIAAAQIECNQvoEMCBAgQOJKAAPhIbB4iQIAAAQIECBA4KQHzEiBAgAABAgQIECBAgAABAvUL6JAAgaMLCICPbudJAgQIECBAgAABAgSWK2A2AgQIECBAgAABAgQIECBAoH4BHR5TQAB8TECPEyBAgAABAgQIECBAgMAyBMxBgAABAgQIECBAgAABAgQIHESg3wHwQTp0DwECBAgQIECAAAECBAgQINBvAdUTIECAAAECBAgQIECAwIEFBMAHpnJj1wTUQ4AAAQIECBAgQIAAAQIECNQvoEMCBAgQIECAAAECBA4nIAA+nJe7CRDohoAqCBAgQIAAAQIECBAgQIAAgfoFdEiAAAECBAgQIHAEAQHwEdA8QoAAAQInKWBuAgQIECBAgAABAgQIECBAoH4BHRIgQIAAAQJHFRAAH1XOcwQIECBAgMDyBcxIgAABAgQIECBAgAABAgQI1C+gQwIECBA4loAA+Fh8HiZAgAABAgQIEFiWgHkIECBAgAABAgQIECBAgACB+gV0SIDA8QUEwMc3NAIBAgQIECBAgAABAosVMDoBAgQIECBAgAABAgQIECBQv4AO5yQgAJ4TpGEIECBAgAABAgQIECBAYBECxiRAgAABAgQIECBAgAABAgQOI9DPAPgwHbqXAAECBAgQIECAAAECBAgQ6KeAqgkQIECAAAECBAgQIEDg0AIC4EOTeeCkBcxPgAABAgQIECBAgAABAgQI1C+gQwIECBAgQIAAAQIEjiYgAD6am6cIEDgZAbMSIECAAAECBAgQIECAAAEC9QvokAABAgQIECBA4BgCAuBj4HmUAAECBJYpYC4CBAgQIECAAAECBAgQIECgfgEdEiBAgAABAscVEAAfV9DzBAgQIECAwOIFzECAAAECBAgQIECAAAECBAjUL6BDAgQIEJiLgAB4LowGIUCAAAECBAgQWJSAcQkQIECAAAECBAgQIECAAIH6BXRIgMD8BATA87M0EgECBAgQIECAAAEC8xUwGgECBAgQIECAAAECBAgQIFC/gA7nLCAAnjOo4QgQIECAAAECBAgQIEBgHgLGIECAAAECBAgQIECAAAECBI4i0K8A+CgdeoYAAQIECBAgQIAAAQIECBDol4BqCRAgQIAAAQIECBAgQODIAgLgI9N5cNkC5iNAgAABAgQIECBAgAABAgTqF9AhAQIECBAgQIAAAQLHExAAH8/P0wQILEfALAQIECBAgAABAgQIECBAgED9AjokQIAAAQIECBCYg4AAeA6IhiBAgACBRQoYmwABAgQIECBAgAABAgQIEKhfQIcECBAgQIDAvAQEwPOSNA4BAgQIECAwfwEjEiBAgAABAgQIECBAgAABAvUL6JAAAQIE5iogAJ4rp8EIECBAgAABAgTmJWAcAgQIECBAgAABAgQIECBAoH4BHRIgMH8BAfD8TY1IgAABAgQIECBAgMDxBDxNgAABAgQIECBAgAABAgQI1C+gwwUJCIAXBGtYAgQIECBAgAABAgQIEDiKgGcIECBAgAABAgQIECBAgACB4wj0IwA+ToeeJUCAAAECBAgQIECAAAECBPohoEoCBAgQIECAAAECBAgQOLaAAPjYhAZYtIDxCRAgQIAAAQIECBAgQIAAgfoFdEiAAAECBAgQIECAwHwEBMDzcTQKAQKLETAqAQIECBAgQIAAAQIECBAgUL+ADgkQIECAAAECBOYoIACeI6ahCBAgQGCeAsYiQIAAAQIECBAgQIAAAQIE6hfQIQECBAgQIDBvAQHwvEWNR4AAAQIECBxfwAgECBAgQIAAAQIECBAgQIBA/QI6JECAAIGFCAiAF8JqUAIECBAgQIAAgaMKeI4AAQIECBAgQIAAAQIECBCoX0CHBAgsTkAAvDhbIxMgQIAAAQIECBAgcDgBdxMgQIAAAQIECBAgQIAAAQL1C+hwwQIC4AUDG54AAQIECBAgQIAAAQIEDiLgHgIECBAgQIAAAQIECBAgQGAeAt0OgOfRoTEIECBAgAABAgQIECBAgACBbguojgABAgQIECBAgAABAgTmJiAAnhulgeYtYDwCBAgQIECAAAECBAgQIECgfgEdEiBAgAABAgQIECAwXwEB8Hw9jUaAwHwEjEKAAAECBAgQIECAAAECBAjUL6BDAgQIECBAgACBBQgIgBeAakgCBAgQOI6AZwkQIECAAAECBAgQIECAAIH6BXRIgAABAgQILEpAALwoWeMSIECAAAEChxfwBAECBAgQIECAAAECBAgQIFC/gA4JECBAYKECAuCF8hqcAAECBAgQIEDgoALuI0CAAAECBAgQIECAAAECBOoX0CEBAosXEAAv3tgMBAgQIECAAAECBAhcX8BVAgQIECBAgAABAgQIECBAoH4BHS5JQAC8JGjTECBAgAABAgQIECBAgMB+As4RIECAAAECBAgQIECAAAEC8xToZgA8zw6NRYAAAQIECBAgQIAAAQIECHRTQFUECBAgQIAAAQIECBAgMHcBAfDcSQ14XAHPEyBAgAABAgQIECBAgAABAvUL6JAAAQIECBAgQIAAgcUICIAX42pUAgSOJuApAgQIECBAgAABAgQIECBAoH4BHRIgQIAAAQIECCxQQAC8QFxDEyBAgMBhBNxLgAABAgQIECBAgAABAgQI1C+gQwIECBAgQGDRAgLgRQsbnwABAgQIELixgDsIECBAgAABAgQIECBAgACB+gV0SIAAAQJLERAAL4XZJAQIECBAgAABAtcScJ4AAQIECBAgQIAAAQIECBCoX0CHBAgsT0AAvDxrMxEgQIAAAQIECBAgcKWAbwQIECBAgAABAgQIECBAgED9AjpcsoAAeMngpiNAgAABAgQIECBAgACBImAjQIAAAQIECBAgQIAAAQIEFiHQrQB4ER0akwABAgQIECBAgAABAgQIEOiWgGoIECBAgAABAgQIECBAYGECAuCF0Rr4sALuJ0CAAAECBAgQIECAAAECBOoX0CEBAgQIECBAgAABAosVEAAv1tfoBAgcTMBdBAgQIECAAAECBAgQIECAQP0COiRAgAABAgQIEFiCgAB4CcimIECAAIHrCbhGgAABAgQIECBAgAABAgQI1C+gQwIECBAgQGBZAgLgZUmbhwABAgQIELi/gDMECBAgQIAAAQIECBAgQIBA/QI6JECAAIGlCgiAl8ptMgIECBAgQIAAgV0BewIECBAgQIAAAQIECI0NncEAABAASURBVBAgQKB+AR0SILB8AQHw8s3NSIAAAQIECBAgQGDoAvonQIAAAQIECBAgQIAAAQIE6hfQ4QkJCIBPCN60BAgQIECAAAECBAgQGKaArgkQIECAAAECBAgQIECAAIFFCnQjAF5kh8YmQIAAAQIECBAgQIAAAQIEuiGgCgIECBAgQIAAAQIECBBYuIAAeOHEJriRgOsECBAgQIAAAQIECBAgQIBA/QI6JECAAAECBAgQIEBgOQIC4OU4m4UAgf0FnCVAgAABAgQIECBAgAABAgTqF9AhAQIECBAgQIDAEgUEwEvENhUBAgQI7BVwTIAAAQIECBAgQIAAAQIECNQvoEMCBAgQIEBg2QIC4GWLm48AAQIECBCIYECAAAECBAgQIECAAAECBAjUL6BDAgQIEDgRAQHwibCblAABAgQIECAwXAGdEyBAgAABAgQIECBAgAABAvUL6JAAgZMTEACfnL2ZCRAgQIAAAQIECAxNQL8ECBAgQIAAAQIECBAgQIBA/QI6PGEBAfAJL4DpCRAgQIAAAQIECBAgMAwBXRIgQIAAAQIECBAgQIAAAQLLEDjZAHgZHZqDAAECBAgQIECAAAECBAgQOFkBsxMgQIAAAQIECBAgQIDA0gQEwEujNtHVAr4TIECAAAECBAgQIECAAAEC9QvokAABAgQIECBAgACB5QoIgJfrbTYCBLYFfBIgQIAAAQIECBAgQIAAAQL1C+iQAAECBAgQIEDgBAQEwCeAbkoCBAgMW0D3BAgQIECAAAECBAgQIECAQP0COiRAgAABAgROSkAAfFLy5iVAgAABAkMU0DMBAgQIECBAgAABAgQIECBQv4AOCRAgQOBEBQTAJ8pvcgIECBAgQIDAcAR0SoAAAQIECBAgQIAAAQIECNQvoEMCBE5eQAB88mugAgIECBAgQIAAAQK1C+iPAAECBAgQIECAAAECBAgQqF9Ahx0REAB3ZCGUQYAAAQIECBAgQIAAgToFdEWAAAECBAgQIECAAAECBAgsU+BkAuBldmguAgQIECBAgAABAgQIECBA4GQEzEqAAAECBAgQIECAAAECSxcQAC+d3IQECBAgQIAAAQIECBAgQIAAgfoFdEiAAAECBAgQIECAwMkICIBPxt2sBIYqoG8CBAgQIECAAAECBAgQIECgfgEdEiBAgAABAgQInKCAAPgE8U1NgACBYQnolgABAgQIECBAgAABAgQIEKhfQIcECBAgQIDASQsIgE96BcxPgAABAgSGIKBHAgQIECBAgAABAgQIECBAoH4BHRIgQIBAJwQEwJ1YBkUQIECAAAECBOoV0BkBAgQIECBAgAABAgQIECBQv4AOCRDojoAAuDtroRICBAgQIECAAAECtQnohwABAgQIECBAgAABAgQIEKhfQIcdExAAd2xBlEOAAAECBAgQIECAAIE6BHRBgAABAgQIECBAgAABAgQInITAcgPgk+jQnAQIECBAgAABAgQIECBAgMByBcxGgAABAgQIECBAgAABAicmIAA+MfrhTaxjAgQIECBAgAABAgQIECBAoH4BHRIgQIAAAQIECBAgcLICAuCT9Tc7gaEI6JMAAQIECBAgQIAAAQIECBCoX0CHBAgQIECAAAECHRAQAHdgEZRAgACBugV0R4AAAQIECBAgQIAAAQIECNQvoEMCBAgQIECgKwIC4K6shDoIECBAgECNAnoiQIAAAQIECBAgQIAAAQIE6hfQIQECBAh0SkAA3KnlUAwBAgQIECBAoB4BnRAgQIAAAQIECBAgQIAAAQL1C+iQAIHuCQiAu7cmKiJAgAABAgQIECDQdwH1EyBAgAABAgQIECBAgAABAvUL6LCjAgLgji6MsggQIECAAAECBAgQINBPAVUTIECAAAECBAgQIECAAAECJymwnAD4JDs0NwECBAgQIECAAAECBAgQILAcAbMQIECAAAECBAgQIECAwIkLCIBPfAnqL0CHBAgQIECAAAECBAgQIECAQP0COiRAgAABAgQIECBAoBsCAuBurIMqCNQqoC8CBAgQIECAAAECBAgQIECgfgEdEiBAgAABAgQIdEhAANyhxVAKAQIE6hLQDQECBAgQIECAAAECBAgQIFC/gA4JECBAgACBrgkIgLu2IuohQIAAAQI1COiBAAECBAgQIECAAAECBAgQqF9AhwQIECDQSQEBcCeXRVEECBAgQIAAgf4KqJwAAQIECBAgQIAAAQIECBCoX0CHBAh0V0AA3N21URkBAgQIECBAgACBvgmolwABAgQIECBAgAABAgQIEKhfQIcdFxAAd3yBlEeAAAECBAgQIECAAIF+CKiSAAECBAgQIECAAAECBAgQ6ILAYgPgLnSoBgIECBAgQIAAAQIECBAgQGCxAkYnQIAAAQIECBAgQIAAgc4ICIA7sxT1FaIjAgQIECBAgAABAgQIECBAoH4BHRIgQIAAAQIECBAg0C0BAXC31kM1BGoR0AcBAgQIECBAgAABAgQIECBQv4AOCRAgQIAAAQIEOiggAO7goiiJAAEC/RZQPQECBAgQIECAAAECBAgQIFC/gA4JECBAgACBrgoIgLu6MuoiQIAAAQJ9FFAzAQIECBAgQIAAAQIECBAgUL+ADgkQIECg0wIC4E4vj+IIECBAgAABAv0RUCkBAgQIECBAgAABAgQIECBQv4AOCRDovoAAuPtrpEICBAgQIECAAAECXRdQHwECBAgQIECAAAECBAgQIFC/gA57IiAA7slCKZMAAQIECBAgQIAAAQLdFFAVAQIECBAgQIAAAQIECBAg0CWBxQTAXepQLQQIECBAgAABAgQIECBAgMBiBIxKgAABAgQIECBAgAABAp0TEAB3bkn6X5AOCBAgQIAAAQIECBAgQIAAgfoFdEiAAAECBAgQIECAQDcFBMDdXBdVEeirgLoJECBAgAABAgQIECBAgACB+gV0SIAAAQIECBAg0GEBAXCHF0dpBAgQ6JeAagkQIECAAAECBAgQIECAAIH6BXRIgAABAgQIdF1AANz1FVIfAQIECBDog4AaCRAgQIAAAQIECBAgQIAAgfoFdEiAAAECvRAQAPdimRRJgAABAgQIEOiugMoIECBAgAABAgQIECBAgACB+gV0SIBAfwQEwP1ZK5USIECAAAECBAgQ6JqAeggQIECAAAECBAgQIECAAIH6BXTYMwEBcM8WTLkECBAgQIAAAQIECBDohoAqCBAgQIAAAQIECBAgQIAAgS4KzDcA7mKHaiJAgAABAgQIECBAgAABAgTmK2A0AgQIECBAgAABAgQIEOisgAC4s0vTv8JUTIAAAQIECBAgQIAAAQIECNQvoEMCBAgQIECAAAECBLotIADu9vqojkBfBNRJgAABAgQIECBAgAABAgQI1C+gQwIECBAgQIAAgR4ICIB7sEhKJECAQLcFVEeAAAECBAgQIECAAAECBAjUL6BDAgQIECBAoC8CAuC+rJQ6CRAgQIDAQgTa4406l6dLDWW7erC95/YeX32f7wQIECBAgAABAgQIECBAgMBCBQxOgAABAr0SEAD3arkUS4AAAQL1CEx3WjmpYDPnbZusYZJbHsfuVr6W87lfynt33t06yqS753I/qzH3e+srt9g6IaAIAgQIECBAgAABAgQIECBAoH4BHRIg0D8BAXD/1kzFBAgQINB7gQx/x3fvdJHh5izk3Pm6lF3O2VyIWabalOC1bFlTczFnL8e5W3pNOWd5z+bNGma1lBNlW2YgXeazESBwAAG3ECBAgAABAgQIECBAgAABAvUL6LCnAgLgni6csgkQIECgzwIZaE5PRUxy346X30ibf/xPz2zPW47b1TzOWmZhcAbBmQ9HUz7y9MLfOW8xmNWQwe9oI4PplYjp6Yhyvsk6SihcjiPvXXg9JiBAgACBGwu4gwABAgQIECBAgAABAgQIEOiyQP4EeA7lGYIAAQIECBA4hEATTbMSD3vkuVhZ34i2/DZuZNB5iBGOfmvO02xGjC7EtLkYk621mMb5ePgnbUZbgtZYi2bcZn3Ndbejz7/Pk7OQN89nCDyNc/HQT7wvs/E7IkogXWpqMpQuxzOjNrwIECBAgACBExQwNQECBAgQIECAAAECBAh0XkAA3Pkl6n6BKiRAgACBwwhkmDk6F497xjR+9JfOxKd/zsUMXCezAdp2N9zc3c9Oz/mjyfHGGfqOI5r1GK2fi2942kq86f88FZ/7v2QIPN6ItvwWbpTXbh1Zc/k6121n7J1dmWE6vhhf8cRT8aO/fFN8wZdNol29M+uMmI7OZ/Rb6i4FFKudh8pXGwECBAgQIECAwNIETESAAAECBAgQIECAQD8EBMD9WCdVEuiqgLoIEDiMQOaWzfpH4x99zVp87Xesx/hsxPf/yM3xJd+Qg6xeiM3p1vZv4WZAHBl55tm5v2dBazQxHq1m8HwxPueLI77h6auxdstWvOD1t8TXPrnJOu6NadbajnbC1vLPRMc8Xzn4LNrNfdvkUW7NZvydL5jGk56zni5b8bzX3hpf9x1nYjr+WDSThIr8K0sGxM2ojabZDYPnWZOxCBAgQIAAAQIECBC4joBLBAgQIECAAAECPRLIn6b2qFqlEiBAgECHBJRycIE2b92MGJ2Pz/ifbo6nvnA1YpznMszMHDa+40Vn4pu/cyXWz9wTbTPN8PV03t/ktqB3Dj2JzXjU512I599+pvwicM67EiXn/eZnjeM7brslYu2jMfuN5GkTbabGl345+dglZd+RwfLsn3TOgccXIkYb8emPPhcvfO3paMdNzrASk0kT3/SM0/G9r7wlRqfvjkirdpLXMzCe1ZV3eRMgQIAAAQIECBAgQIDAMgTMQYAAAQIECPRNQADctxVTLwECBAj0SKCEndvlbjV3xyP/1n3x3FefykAzz201+XFxO1xtmviap6zFba95YKyc+VA07TivLeY9mZTfMp7GIz6pidtedUusnI7I6XObRPn/BY7RVjz2CeN46ZtvidWb7opJhrN5JSPbaUwyBc48ODKDjYjDvC47bD9V+stRpxn0bp6KhzzivnheBr2rZ9sYZTDejCJmOXCG4Y957Dhe/tYzcfqmczOraZv1T/KGq4fcHviQn5cHmeaTe7f8etX78r1XXfCVAAECBAgQIECAAAECBAjUK6AzAgQIEOilQP4EtZd1K5oAAQIECHRcoASGJVLc3n/CJ6/FS17/0Ljp1vzelC3Ln56K8i8bl9C17B/9D8bx/W98SJx9yMeizcg179jzzmfy7PY/DV2O91w6xOF4PI4HPaSNV/z4Stz0kPLgvRHNuYgooexW7ldya+Iz/27E6/71Q+ITPmWS4XBEk/8r73baxrSdxHYdubvhu9S6s82S43KcD03ORIym8YBbz8Wrf/pBcevHT6IZZy1lkiavl3IiA/I4F5/+ueN47c+ciYd98l15oYl21y92xirjli2vHvxdnt3d8qky5uhiRDOJ7dfOtdm4O8dC3RvGAAAQAElEQVS7823fMOhPzRMgQIAAAQIECBAgQIAAAQL1C+iQAIH+Coz6W7rKCRAgQIBA1wXajAwvxvotH46XvOl0POyREU359dbIoHUlg8YMOcvXpsnQdRRRMthHfd4o3vgLD4hP+htNTNpphq1NTDOcvHqLHDmfOPi7BJnTJtZOnY8Xvb6Jj3tkCTWzhjidY6zPRmvjpjweRTT5XpnGI/9WGz/0ttPxiP/ujogMR7e2NiOLifzI7bDvZueB3DcXsq+I8ek747bXjeOhnxLRjnLe2fw7t+Wuzdqa0ZkYrTTx8Z+6Fa96+wPiUz/9fEbj57OMSUxHOU4Wm23l94gSt+9u+fh13qX3suUtzWY+18TK+t3xkjeuxuf9/Saa0VZMx+diWv6/mJsy4s69ebs3AQKBgAABAgQIECBAgAABAgQIEKhfQIc9Fyg/be15C8onQIAAAQIdFCj/h7rtapw+O4rnv/Ih8Un/w2pkVhmzpDXyuKS9sefVbB+PVkdx68NH8Yq3jeNRX/jBiAwiYzqnP67H5+P73rgef/PROd7sN11LsNnkxM12WbMCZ1/zYyO3Jh70CXfHW37xgfG5XzSOlQxiyxNtJq5lnzcc4N1kz+Pcct9kmFpcym//rp6LZ77sAfGoz13Pa9NomlJD3rNnxMvf2gyBN+PBD9+M177jQfHZj8nguskQvYwzLQ9kNaWfpuzL9wNu5Z/anq5FrP1lPOk5k/jsfziO294wiq9/Wg7aZihf1qjME1lJubfsDzi02wgQIFCngK4IECBAgAABAgQIECBAgACBPgjkT4CPUaZHCRAgQIAAgf0FMouMZjO+5Gs24zM/PwPfzBAv5Yfl2s5T5bBsO1+j/GrsKP90ftDDL8Yr3voJ8egvimhWLsSxXxlkPvFZK/EZnz+OmGQxJYgt/+70bL/f6GejXG5G67F6cxvPedVqfNE/2Yp2fGe0GY622UzGpPs9eNW5Nmb/rPJO+NvGJNbO3hff8NRxfOE/zpB11lveE9d7NXlxLUbjlRid2YqX/chN8U+feDG2pndHjEtQnZdLsVlTObrx1kQ2EpE1TUcfi69+0k3x2G95cH6/GM1qE9/4nevxbd8zzvnSffbPY5fAeRpeBAgQIEBg0AKaJ0CAAAECBAgQIECAAIHeCIx6U6lCOyegIAIECBC4lkAGmuPzs4s/85Mb8Xu/muFhm9vsTH7k5Z1fuc0v13iPtqJZ24wXvflMfM1TmmhWzuWN5cHczd7N7POaH+WffJ5dzGdG5+OrnnIhvuKpqzlOhpnlfHl8d8vv5TBiT40lTM1Ho13PqxuxdvPd8exXrsc3P/1MxPiuKOFpzJooN8V1Xk1ea6L8c8pl9Ek++3n/61Y87hk57jgvTU/lKOUgj6/73srp8q8tTY63NoknPetsbjlGeWZUQuBSR9nKibLtPS7fd7dyPuvJ3TRdPvsLb4onfM8DI8q4sZb7fK9uxT998mq89M15fu1CqmRQHTuvmWvpJAfYOWVHgAABAgQIEKhdQH8ECBAgQIAAAQIECPRLIH+S2q+CVUuAQCcEFEGAwHUFMqScBaej2Dx3S3zvt94bP3X7RkwuZvjalN8qzYfzlvyMsitbOZ5to/w2Kn88n41oVqP8Yuu3fPd6PO2Fp2N06iMxe00PEpjmndMMOpuPxmf/vUk8/pk5XkaZbTOKdtRGyTF3I8w2J8k7Z7XkU9vvcrFss2+n8toDspbz8XVPXYvbXn02Vk59NMarm1Fy06Zpcn/tLbKfzY3sJYPVz/6iUTzt+26JdqWNaTOd1VKmuDRV+bLvdiqyzLxSel9Ji5X42qe38f1vHsepU220bRlhGrPGmnK8u+Uj5V0azv20mZRfss7bNuMzHt3GS96yns/khSa3yI98R2Tgm0v1mV8YcfvbHh4PfsRHY5LrNi1jlGFnhcxuLA/ZCBAgQIAAAQIECNQsoDcCBAgQIECAAIEeCox6WLOSCRAgQOBEBUx+MIESEJYt/6id3hxveUUTr33BRrSba9uB47UGKQFj2XavlyEy8/xHXz+Kl77h4TFe2dq9Mgs9t4PPS6f2HOQgo634m486FS941c1RMs2SW04zrJ3mmHk1drc9D+Vhhqj5OXvnfSUTvXQcazE6HfF3v3wlXvKGB8WZm+/NXka5ze645kfGs7F6ahp/7VPbeO4PPTBO3xRRZml3apmOyh1xaao46Cv7+6x/MI6X/sgoHvqIDJMjU9vZs5Psrcww+7L9UZot/5zzKAP4lbvj4X/9jnjmD2Qhq3m59Jm7S++8t/zL2O1oEv/9Z0W8+t/cGn/901aizRA4stY8uHSrAwIECBAgQIAAAQIECNQroDMCBAgQIECgrwKjvhaubgIECBAg0H2B3WSxjWayEj/746vxnG+5Izbvm0a016i+PFK2qy43K5P4zC/aiDf+/Ho89JPui83JRsadGZy2Zcvxrrg/z63cFw/95A/FbW+4OcYPyIs5ZjvbNRm0NnlU/gowyuOYbZGvcjZ316itPD2OiI2I5p74zMesxKvf8cD4uE/eiK1pG5Oso2wlXL56KwPe+ojz8ZK3rMRND9qMZhQxbpoY58y7W57Kb3HI101l6Pjbn7MWr377anz8IyexsroV0+kkppngzurJEYvONIPbaabg7ebNccutF+IVP/aweOgj82J5t+Vjz9ZENHl/k/eXpPrjPmkjXvOOtfjMR6+m+SQmTfnnva9+KLwIECBAgAABAgQIECBAgEA9AjohQIAAgV4LlJ+39roBxRMgQIAAge4LZKKYcWdMV+IPfu1B8eTH3hMffM+FWXh5qfaSJ5aksiSOl07uPSi/qroWf+3T2vjhf302/sanrUfbbsZ2aloejj2vadycQesP/tjHx62fkKfL9LPdzkEel3f5Z5/L/srt6rF2r5ZnM1huV6Kd3BwxauITP3Ucr/pXa/Gpj/pwfi/B8H7PtnH6po142b94cHz8J2/uDnbw/X5D7n26yTFHWxnmTuJVbz8Tj/r8O2M0WpvdkdXO9lH+Sejy/xOc+1M33xHPf+WD4xGfEjGd3rN9ffa3oasnarav7ezK8sVoM4PhC7ntnty+ZUifeiVAgAABAgQIECBAgAABAgTqF9AhAQL9F5j9yLP/beiAAAECBAh0W6D8U81NZCQ5aeLd//lMfPfXbcR7/3OGju0kk8isvYS/+XX2pRznvXHFlvfkuxk38bBPjLj9ZyI+54smMWkvxnR89yw2nmYaPF5pYuXsR+OFt98cH/fI8kCOH2UroWUT5Q/+7a3Nu6exPUfE1sZWHuY9OV7Mfsu3XMvLV7zH0TSjaMZtns1tHPHAR7Tx+p95WHz2Yy5kLXdtny+Plq1UNb43bnvNKD7l0/NSrOVHCbJzd4P3xsVpTEvZO/flbGW0nW97duX/J7lZifJPMz/o4yNe+pZb49FfPInx+n3RZGDbTpsoW9Ou5/P3xQtfd3N8+udncRkGj5qzEU3kq4yeu0ve5Ti3cm00zcB7Pf7377kj3vXOcxFbN6XTKC96ExicgIYJECBAgAABAgQIECBAgACB+gV0WImAn2BWspDaIECAAIEeCbTj+OB71+Jbv+yj8fu/kmFkCR5L2DhrIQ8yuJwdXusjb1l7wGa86A1n4+//k80Yj9cjMugsw2yO3hfP/P5b429/bglFc4CcK8qWh5ffJfAs6Wr5a8BWnj4X42Yt3vunWcvkTERzMaIMlp/7v8vzl680q21835seEF//1DLn+YgMTaPJ6znOE56xHv/j/7was+9xvVcZM+eP3LKkD/5lqS8D89jMAHe7mjLktUfIufNis9bGC//FSnzdt6/HykqOme9om4zA74rHP/2W+DtfsBJN9pq3Rh7E/q/y0IW8tBHt1ih+4tUb8Ss/28Tq6MEZKkc0syD7+tWEFwECBKoS0AwBAgQIECBAgAABAgQIECDQJ4HRkYr1EAECBAgQIHBkgfKHb7vVxOZ9N8ULnhTxc2/NxDPzzsl0I8ccR7SruS8hZIahJRCdbXlq910uxWqsnJ3Ec155S3zDU/P+8bkYr12Mb3zqg+MLvmwlYpzPlonKM0352LuVEzlPxqKR47QZ+v7EqzbiCV98b/ybN2boeeHmrGEU0eQYUSYrW+x5led3vpbD3Mov4T7+2Wfj8d+9ElvNXdGunIvHPvFifFXW1pQgduf2a+8SIKPVEri+/c2b8U2PuTt+/JWbsXl+NZrRVoyyjpzm2o/PrkwipqNoVpr4xu9aj2/93oiVm+6I6cq98dhvWY+vmQXUeeMot0vvq3srFzJ4bnMtNtfi535sI974io/GaOOB0ZRbSxFlX26zESBAgACBIQjokQABAgQIECBAgAABAgR6J3DFj0B7V72CT0TApAQIECBwfIEmw84mTsXFC2288nlt/NRrL85+C/fGI2co2+zc1Y6jzeNveMZKfM/tTfzDr7s7vvEZp2P2C6qxk1Lm9Yh78oGd73k0e5cHI8PezYh3/txm/Njtd8XGuVvitS+9N370lRcySM27Zvfkft/3znijnKD8bWJ0MTKlja9+ylq8/K1n4jFf2sa3P++BEU2TWwbccaPXRkTO91u/ei4D13MxvXBr/PirI25/8T0x2SwT5DjXHeKOvDqOUkM0Od94Ix77hDPx4jecjS/80ovxlNtOxehU3lKGyl1EE/d/lXPbfbWTtfjdX9uK13zfVqyPHxGxcjFKK+WZ3X05thEgQIAAAQIEahbQGwECBAgQIECAAAEC/RQY9bNsVRMgcEICpiVAYE4CTTOOpvxKabsa41iNN71iI178lHMxudjG1tb5nVnGuS/bxdxn8Bvt9r7JXfkTPPfNSjkexWP+8en4zpc8NKIpFyJf+Vxez4N835TbpS95nFlr+e3f9kz88W9uxSu+J+e98JAYl7G2Hhw/+ZpRfO83n4/p+XxmM7ecto378rlJbvklMmCNPJ/ftt/leCddzek/6++tx3N++GzMbimXthPpKLNub6WXO3e+lzHzMMPw//IftuIF33pfTC/eFCtZy3RzLX7+bRfieU84Fxt3R0wyl97+96Bz/lJG2cqjs+1Bs8/tj5VkWJtpfdZj1uL5t98a27+FXOYqW3mwbNt3b3/OCs3DCzlFG+/5k5W47cn3xdaFtZiUbHq6kuNNMl9us61Sf5v3ehMgQIAAAQIECBCoVkBjBAgQIECAAAECPRbIH9P2uHqlEyBAgMASBUw1f4HLIWK7dVP8+r9djWd944XYuK+EqRlIXrpcAsfd7coqyi3lSltuz+3Kq7vf7n+hydj5L//rJJ7/1I/G+XtXIzLWjHy1OeB0ay1+59cuxjMfd3d87EPbJ5vZ9a380uR2+f78cv93ueV+f8NoY5r/i9mWk8ROKD3NoDpH+OCfj+LF35kp79atESUYH21GjKbRTB8Qv/+bk3jaV52PD70vIkqjJbzOw6vf050TZfTZ4e5BU77tfinHu3eW473bNNrJ6fjwe8fxqNJWHgAAEABJREFU/G+7EOfufEBEBr8xzrpi9/nd/d7nHBMgQIAAAQIECBAgQKAmAb0QIECAAAECfRe4349n+96Q+gkQIECAQPcFSiK5u2W1mbqOZgFrE3/4f1+Mp3z5x+Kv/mten2WN5bd/z+RN+T0/Y3ZfXHqVs6P8VrZynIc3fue4H3t/xLO/aRLn7nhYtNPVjIPj0lbGiq0HxR+/azWe/lV3xftLLdNSQwl+MzzN940nuf8dzRWnVvJbG21zIe79SMTznnQxPvK+myOLyfP3xTiD4XE7iWZrHNP7bok/+8MmnvO4Nt73/+Tl6Xrel/ur3rO689zuPLNfhi4nZydmH3n1Gu80iRjF5L4mXvjUO+KDf7Eaq+sXohlvRNOslisxynVq8vGy5c6bAAECBAgQIECAAAECBAjUJ6AjAgQIEKhCoPxYtIpGNEGAAAECBPolsCdGzMOm2Yxozsdk43S878/W4ru//kL8v+/KVLJdy7Cz/HGdN0V5leOyP+KWQ5ZfoL3tqR+LD7w7x44y7v3HLGejXYkP/MXZeOKX/lX88Ts3Imb/X7wZSF+6vQxW6tjdl+Nrbe1spsgodfuO7d8m3jp/Km57yt3xnj9rYuN8BsztKEPfWyImo+x7JZ/J55qI1ZXVeO+774mnfOUH4j/+RlqVELrdHunwnzlgjhyzLbZf5beOJxEveMqF+NM/yvnb9Wimp/PaKOsodZXfVC7P5akBvrVMgAABAgQIECBAgAABAgQI1C+gQwIE6hHIn2rW04xOCBAgQIBAPwVKsDiO0fRsrK1kKNuejQ+9dz2+6xs/Er//Kzsp5ywQ3Q0hd84dqtkMbvP+drON5z/xnvgvv3tTxp9NjHKo0bSMG1e8SkXNdDWmk3FcuOsR8dwnXoxf/dkco4SiGZRGmw/mCFF2sfv/5xvXeJWbyj2zUfOeDHBjJSIz5Zc+/e74g19fj5iuxWq2Xuopd5V/6bmdlqOsLcPZaQ4xHp2Kc/fcGt/1uLvjZ38kH44SIueF7SJy3IO+R3tuLHM00W428ZoX3R3v+tVJjnYx25vmvk2f0WyLWXDdRKmjbFF6Dy8CgxDQJAECBAgQIECAAAECBAgQIFC/gA4rE9j7E9DKWtMOAQIECBDok0CTxZYtdyXTbLZia2M1nvX4u+Idr98NOneuZTQZsy2/H/i9ko+08bqX3Bnv+pX847/8ZvH1nt0ppZkFnaPYuDCOlz1jI37q9o2YbLQZkDbRliC4yUHaB+VHOcjdNd8PzCs576zuJqYXIv7l7efiN//dVoxHKzlezGaKErSW/mPn1e48sxs4l+uTm+NVLzoXP/nD04hJubmEwdv3l2/bR/t9lrHKtvdaFhLTrOWeeMdbmoitsxFtBtJtHs9uK/v9ttlFHwQIEKhcQHsECBAgQIAAAQIECBAgQIBAHwWu/ino9XtwlQABAgQIEFi4wKiEnO1qNJMzGUieite+eCPe/PJ7o72YU0/Kln98Z/Y5y1Lz64He7Th+6lUX4/9461oGt2ei/KZt2a73bJO5Z84U4xLNbuVzm2vxplfcFbe/4MIswG2nWUxJXPO+640T5fnS06zgJtrN9fjFt2/Ej/zQZobJp6Od5gyln9yaHK8Md8VWzmUg20ybrLuJJnuJrQfGW14R8cInbcTFu1ejvNpJDjALisu3/ba8nmFvzLa8nuO2W6fiXT/fxr/8wXH2uZZbxHg6mlU7ylu8CRAgQIDAYAU0ToAAAQIECBAgQIAAAQK9FfCzzd4u3fILNyMBAgQILEMgU8nIYLXJrfwzyblvxtN42xs24vv+2bmYbuX1kpIeppR85Hf/3Wa85QczQZ6sZ/7ZRKaoV25xjVeZq2xt+Q3icQajZ+IX3rYWtz1pK6ab42s8tN/p8pu2F6Pdivid39iI17xoI9bGD8haTs9uzhIj893InDfKccw+y1HZ8luW3GYiPc2tzeNMx6Npmvjtf78ez338+Th3Z0QzHs3Oxb6vMs5o50o5zsPc/d5vXIwXPDmD4emZaKZps5LuZfy87E2AAAECBAgQGKqAvgkQIECAAAECBAgQ6LfA7k9C+92F6gkQWLSA8QkQWJpASR/LlhOWf/44g8mYZkg6XY13/uJmfNfX3hkf+6u8XlLQ3JWsuM0gM++eRaZlf3nLMLPdiD/9vWk871svZPiagWsZs83Ac3Z3eXBnKyHv3m1nkKZpZqFq7nK/Eu3kbEwn4/itX57Gt3/p3fGxD+SNZYjcXTFk+X7Fdipicio+8O42XvIdd8XG+fXY2prEeFS2Nko7GfNuP9HkUdbS5pZHea1M0MwC4iZvHGUPo9lvDa9mCN3EH/3Wenzbl9wR7//zHGc6yRqz7+2R8vO+3Mr7jvKRW/mrT06QRx/5y4iXPX0SGxvTDLYjZmfLbxfPDsKLAAECBAgQIECAwBAF9EyAAAECBAgQIFCBQPkpaAVtaIEAAQIEFidg5OULlAQyt6bNqXNfosl2LaZbZ+MPf/NsfNfXbMb7/iQvTUuQm/so90W5K65+ffg9a/H8J9+Vz96Ul3Ks2a3lY78tb5m9y7Uy9p4tH51d2vlYX12Lv/jTlXjqV34g/tt/ypPlkd17ynGe2vtuM5P90Psn8cxv+Uicv/vM7NL27eXmnCd7zWx3FvKWfQl+L29x6XybSXTePXt+p+2IdiU+9L6b42lfeVf8yX8YRTP7xeTN7XtilPsSAt+a+/Ius47iI+/fjO/8urvjjg+vxEqzXi7YCBAgQIAAAQIECBAgMHAB7RMgQIAAAQK1CJSfitbSiz4IECBAgEA9Am0JKnfbyePyzxM301hd24y//PPVeOpX3BX/8Z15fZrJapth5+6vAeep2Ttz1Ts/OI5nPW4r7vxwhr+TPJGBcZP3ZdY6u2X7I8fePtj/c7+zWcdWezGD19X40LsfEt/+5R+I3/vljSinosnzo637PTXdiHjO4++ND/y3B0dMz0Zkf007iqYpWxNN08SobFnmlfXFpVe5P/K5iCZ2X+VolM9sXVyJO/+/1fjfvn4jfv/fjyImK9FOM/idlt+ezvlmDzQxbbei1PKSp90TH3rP2RiXfzZ6n3pnt/sgQIAAAQIECBAgQIAAAQJDEdAnAQIECFQlkD8hraofzRAgQIAAgXoEMtiMspWPJoPe6Vr2lifyfd9Hb4nvfty5+J1fmkbTlvMZheb5vGH2vnhPxIv+2Yfjr949ivP35bXZ2T03zL5f/VGul+3q85e/b49UPvO+ZjOapvwzzGfitqfcFb/4Uxn8buz8Nm1ejgybZ09m6c/+lrviPX+WJ6fjDH/L2Sv/ClJGLGePtU3PxObGNJ71hPfHz7zlYrQbGf42WdNs8Jw7B2+2xvG9j78Y/+m3b85vaVfS5nYlj733E3COAAECBAgQIECAAAECBAgQqF9AhwQI1Cdw5U9f6+tPRwQIECBAoJcC5Q/oS1vbxOz/9zaD4FGGnKNRG6PxZsTmTfHcJ9wXb39tJqx5rS2B6zTP5/4Vz74z/uA3Mpy9OIr1tQxB83rkK4eKskU0EVdska8Skm5vOcQsv728b/N7XssTzTSimaxFs3Uq2mmen9wcF+95aPzz538kfvzVF7OuDFTznmjuzRB2Gq9/4TR+7zfWY3rhlmh2ps1hYhL57PaQEWWcsuWFWR+xfWO788Coze957yifKVum3llEPl8C3IgY5b7cOtnKAHrrEfGaFzbxxpduRHshA+dp1rTV5BwRb35ZG+/8hRyoXY12czViK/dlzqy3zLu75ZDeBIYuoH8CBAgQIECAAAECBAgQIECgfgEdVipQfrZcaWvaIkCAAAECNQlkgHmpna1oZinsVoymD4zXv/xcvOq5H4v2fLlnNX705Vvx6/92JVabB+Z9Ee0kQ9FLz+4eNHlQttzF7r4c793K+d1t7/lyfNX58pu2Gw+PN/3AffHib5vG5HzOu3FzvO11W/HTb74v89pSQ3mmPHv1tt/5cm7vdvUze75n+Fu+ZY6bk+YzGRY30/V42xsuxnOfeFcGz+sZVEe8/XUb8a/edE+sn84AOIPk8sylbTZGOX/pjAMCBAgMWEDrBAgQIECAAAECBAgQIECAQJ8FDhYA97lDtRMgQIAAgaoESsC5GjHJQHW6Es14K8btzfGzP7YVz3n8Rrzj9s34iVdPIi7eFDHNxvP2pmmiacoWO/s9f/xnWBpXvJr8trvl4Q3eZaTy27mjdhyjvHeteXC88xc34jlPuCd+6e1b8dZ/fj5Wxs3sWpYQl1+7c5T99tnyfMlhy7Z95srPcv3KM1d+K9e3tzb73Ir18S3xO790Jp7+1R+L/+unL2Y4nS6Tsxman8pA+vK826O0udvd8tCbAAECBAgMVUDfBAgQIECAAAECBAgQINB7gfJz0t43oYHFChidAAECBDomUH77d+VCbP8Sa4aazVasjT4u/ui3L8brX34xppMMN/P6lYFru6eJcly2PaeuOMznr/h+nS8lQN7dym05bLt1Kn73V2+KH3h21taejpiezStXjZn3RXkur+x9l1Nl23vuSMdpEjnHeGUaf/JHp+MVz9yK6Vb+tWc6noW/TUmZy3akwT1EgAABAgQIEKhTQFcECBAgQIAAAQIECNQhkD8JraMRXRAgsBABgxIg0EmBDFOn6xG5ixhHtOOYZNY63cygdXomts+tRDR5soTFZR+7r0xFSzI626aRaWhsv5rc7W55eNB3k+Pt3UaTaMbTKMHrdJI1ZG1ZYDT5N46yjXOK7a2JcdPEKJtomiaapokYNbN90zRx/NcoO2wjpmsZ/K5FE6eindXTRlvqjbxWttlxma3MubuV7zYCBAgQIECAAAECgxLQLAECBAgQIECAQEUCo4p60QoBAgQIzFXAYN0WyLAy3zELWMtBqXZ73zRlX7ZyrgSdZX+tbe/13Weude+Nzu+Otbsv9x98zPLUNG8//m8Al0FWy+TRlkFnRzsfM5tycu+2cy1j4t0jewIECBAgQIAAAQIECAxHQKcECBAgQIBAbQIC4NpWVD8ECBAgMDCBDDt3Om6aJppme9s5dfhdSV/Ldvgn932izQR2e5tGO21zi+3t0vk8t3tcrufxNPf7Dnaok9sOTVP2o3TZ3m44ROm9bDe80Q0ECBAgQIAAAQIECBAgQKACAS0QIECAQJUCoyq70hQBAgQIECDQT4Hyi7n9rLyqqjVDgAABAgQIECBAgAABAgQI1C+gQwIE6hUQANe7tjojQIAAgYoFtn+rds9vz7bbx9stN7k7zJa3776bTGDLtvv9UPvLc47aJu63Rb7K2GXLw/LO28putpW/lOxusxPH+Nj12X+Iy3VGlOO4/Cq1le3yGUcEhiagXwIECBAgQIAAAQIECBAgQKB+AR1WLlB+zlp5i9ojQIAAAQJDFCjB5kG2edtca855z3Pc8XbrPO44nidAgEBNAnohQIAAAQIECBAgQIAAAQIEahC4fgBcQ4d6IECAAAECBAgQIECAACBIqF0AAA3RSURBVAECBK4v4CoBAgQIECBAgAABAgQIVCMgAK5mKeffiBEJECBAgAABAgQIECBAgACB+gV0SIAAAQIECBAgQIBAXQIC4LrWUzcE5iVgHAIECBAgQIAAAQIECBAgQKB+AR0SIECAAAECBAhUKCAArnBRtUSAAIHjCXiaAAECBAgQIECAAAECBAgQqF9AhwQIECBAgECtAgLgWldWXwQIECBA4CgCniFAgAABAgQIECBAgAABAgTqF9AhAQIECFQtIACuenk1R4AAAQIECBA4uIA7CRAgQIAAAQIECBAgQIAAgfoFdEiAQP0CAuD611iHBAgQIECAAAECBG4k4DoBAgQIECBAgAABAgQIECBQv4AOByIgAB7IQmuTAAECBAgQIECAAAEC+ws4S4AAAQIECBAgQIAAAQIECNQksH8AXFOHeiFAgAABAgQIECBAgAABAgT2F3CWAAECBAgQIECAAAECBKoTEABXt6THb8gIBAgQIECAAAECBAgQIECAQP0COiRAgAABAgQIECBAoE4BAXCd66orAkcV8BwBAgQIECBAgAABAgQIECBQv4AOCRAgQIAAAQIEKhYQAFe8uFojQIDA4QTcTYAAAQIECBAgQIAAAQIECNQvoEMCBAgQIECgdgEBcO0rrD8CBAgQIHAQAfcQIECAAAECBAgQIECAAAEC9QvokAABAgQGISAAHsQya5IAAQIECBAgcG0BVwgQIECAAAECBAgQIECAAIH6BXRIgMBwBATAw1lrnRIgQIAAAQIECBC4WsB3AgQIECBAgAABAgQIECBAoH4BHQ5MQAA8sAXXLgECBAgQIECAAAECBLYFfBIgQIAAAQIECBAgQIAAAQI1ClwZANfYoZ4IECBAgAABAgQIECBAgACBKwV8I0CAAAECBAgQIECAAIFqBQTA1S7t4RvzBAECBAgQIECAAAECBAgQIFC/gA4JECBAgAABAgQIEKhbQABc9/rqjsBBBdxHgAABAgQIECBAgAABAgQI1C+gQwIECBAgQIAAgQEICIAHsMhaJECAwPUFXCVAgAABAgQIECBAgAABAgTqF9AhAQIECBAgMBQBAfBQVlqfBAgQIEBgPwHnCBAgQIAAAQIECBAgQIAAgfoFdEiAAAECgxIQAA9quTVLgAABAgQIELgs4IgAAQIECBAgQIAAAQIECBCoX0CHBAgMT0AAPLw11zEBAgQIECBAgAABAgQIECBAgAABAgQIECBAgED9AjocqIAAeKALr20CBAgQIECAAAECBIYqoG8CBAgQIECAAAECBAgQIECgZoHtALjmDvVGgAABAgQIECBAgAABAgQIbAv4JECAAAECBAgQIECAAIHqBQTA1S/xjRt0BwECBAgQIECAAAECBAgQIFC/gA4JECBAgAABAgQIEBiGgAB4GOusSwLXEnCeAAECBAgQIECAAAECBAgQqF9AhwQIECBAgAABAgMSEAAPaLG1SoAAgSsFfCNAgAABAgQIECBAgAABAgTqF9AhAQIECBAgMDQBAfDQVly/BAgQIECgCNgIECBAgAABAgQIECBAgACB+gV0SIAAAQKDFBAAD3LZNU2AAAECBAgMWUDvBAgQIECAAAECBAgQIECAQP0COiRAYLgCAuDhrr3OCRAgQIAAAQIEhiegYwIECBAgQIAAAQIECBAgQKB+AR0OXEAAPPD/ALRPgAABAgQIECBAgMBQBPRJgAABAgQIECBAgAABAgQI1C8QIQAewirrkQABAgQIECBAgAABAgSGLaB7AgQIECBAgAABAgQIEBiMgAB4MEt9/0adIUCAAAECBAgQIECAAAECBOoX0CEBAgQIECBAgAABAsMSEAAPa711S2BXwJ4AAQIECBAgQIAAAQIECBCoX0CHBAgQIECAAAECAxQQAA9w0bVMgMDQBfRPgAABAgQIECBAgAABAgQI1C+gQwIECBAgQGCoAgLgoa68vgkQIEBgmAK6JkCAAAECBAgQIECAAAECBOoX0CEBAgQIDFpAADzo5dc8AQIECBAgMCQBvRIgQIAAAQIECBAgQIAAAQL1C+iQAAECAmD/DRAgQIAAAQIECBCoX0CHBAgQIECAAAECBAgQIECAQP0COiQwExAAzxh8ECBAgAABAgQIECBAoFYBfREgQIAAAQIECBAgQIAAAQL1C1zuUAB82cIRAQIECBAgQIAAAQIECBCoS0A3BAgQIECAAAECBAgQIDA4AQHw4JY8QssECBAgQIAAAQIECBAgQIBA/QI6JECAAAECBAgQIEBgmAIC4GGuu66HK6BzAgQIECBAgAABAgQIECBAoH4BHRIgQIAAAQIECAxYQAA84MXXOgECQxPQLwECBAgQIECAAAECBAgQIFC/gA4JECBAgACBoQsIgIf+X4D+CRAgQGAYArokQIAAAQIECBAgQIAAAQIE6hfQIQECBAgQSAEBcCJ4EyBAgAABAgRqFtAbAQIECBAgQIAAAQIECBAgUL+ADgkQILArIADelbAnQIAAAQIECBAgUJ+AjggQIECAAAECBAgQIECAAIH6BXRI4AoBAfAVHL4QIECAAAECBAgQIECgFgF9ECBAgAABAgQIECBAgAABAvUL3L9DAfD9TZwhQIAAAQIECBAgQIAAAQL9FlA9AQIECBAgQIAAAQIECAxWQAA8oKXXKgECBAgQIECAAAECBAgQIFC/gA4JECBAgAABAgQIEBi2gAB42Ouv++EI6JQAAQIECBAgQIAAAQIECBCoX0CHBAgQIECAAAECBEIA7D8CAgQIVC+gQQIECBAgQIAAAQIECBAgQKB+AR0SIECAAAECBLYFBMDbDj4JECBAgECdAroiQIAAAQIECBAgQIAAAQIE6hfQIQECBAgQ2CMgAN6D4ZAAAQIECBAgUJOAXggQIECAAAECBAgQIECAAIH6BXRIgACBqwUEwFeL+E6AAAECBAgQIECg/wI6IECAAAECBAgQIECAAAECBOoX0CGBfQUEwPuyOEmAAAECBAgQIECAAIG+CqibAAECBAgQIECAAAECBAgQqF/g2h0KgK9t4woBAgQIECBAgAABAgQIEOiXgGoJECBAgAABAgQIECBAYPACAuAB/CegRQIECBAgQIAAAQIECBAgQKB+AR0SIECAAAECBAgQIECgCAiAi4KNQL0COiNAgAABAgQIECBAgAABAgTqF9AhAQIECBAgQIAAgUsCAuBLFA4IECBQm4B+CBAgQIAAAQIECBAgQIAAgfoFdEiAAAECBAgQuFJAAHylh28ECBAgQKAOAV0QIECAAAECBAgQIECAAAEC9QvokAABAgQI7CMgAN4HxSkCBAgQIECAQJ8F1E6AAAECBAgQIECAAAECBAjUL6BDAgQIXEtAAHwtGecJECBAgAABAgQI9E9AxQQIECBAgAABAgQIECBAgED9AjokcF0BAfB1eVwkQIAAAQIECBAgQIBAXwTUSYAAAQIECBAgQIAAAQIECNQvcOMOBcA3NnIHAQIECBAgQIAAAQIECBDotoDqCBAgQIAAAQIECBAgQIDAjoAAeAeixp2eCBAgQIAAAQIECBAgQIAAgfoFdEiAAAECBAgQIECAAIG9AgLgvRqOCdQjoBMCBAgQIECAAAECBAgQIECgfgEdEiBAgAABAgQIELifgAD4fiROECBAoO8C6idAgAABAgQIECBAgAABAgTqF9AhAQIECBAgQGB/AQHw/i7OEiBAgACBfgqomgABAgQIECBAgAABAgQIEKhfQIcECBAgQOA6AgLg6+C4RIAAAQIECBDok4BaCRAgQIAAAQIECBAgQIAAgfoFdEiAAIEbCQiAbyTkOgECBAgQIECAAIHuC6iQAAECBAgQIECAAAECBAgQqF9AhwQOJCAAPhCTmwgQIECAAAECBAgQINBVAXURIECAAAECBAgQIECAAAEC9QscvEMB8MGt3EmAAAECBAgQIECAAAECBLoloBoCBAgQIECAAAECBAgQIHCVgAD4KpAavuqBAAECBAgQIECAAAECBAgQqF9AhwQIECBAgAABAgQIENhPQAC8n4pzBPoroHICBAgQIECAAAECBAgQIECgfgEdEiBAgAABAgQIELimgAD4mjQuECBAoG8C6iVAgAABAgQIECBAgAABAgTqF9AhAQIECBAgQOD6AgLg6/u4SoAAAQIE+iGgSgIECBAgQIAAAQIECBAgQKB+AR0SIECAAIEDCAiAD4DkFgIECBAgQIBAlwXURoAAAQIECBAgQIAAAQIECNQvoEMCBAgcVEAAfFAp9xEgQIAAAQIECBDonoCKCBAgQIAAAQIECBAgQIAAgfoFdEjgUAIC4ENxuZkAAQIECBAgQIAAAQJdEVAHAQIECBAgQIAAAQIECBAgUL/A4TsUAB/ezBMECBAgQIAAAQIECBAgQOBkBcxOgAABAgQIECBAgAABAgSuISAAvgZMH0+rmQABAgQIECBAgAABAgQIEKhfQIcECBAgQIAAAQIECBC4noAA+Ho6rhHoj4BKCRAgQIAAAQIECBAgQIAAgfoFdEiAAAECBAgQIEDghgIC4BsSuYEAAQJdF1AfAQIECBAgQIAAAQIECBAgUL+ADgkQIECAAAECBxMQAB/MyV0ECBAgQKCbAqoiQIAAAQIECBAgQIAAAQIE6hfQIQECBAgQOISAAPgQWG4lQIAAAQIECHRJQC0ECBAgQIAAAQIECBAgQIBA/QI6JECAwGEF/n8AAAD//9qzaQEAAAAGSURBVAMAa7vbHOWDSgYAAAAASUVORK5CYII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03483" y="0"/>
            <a:ext cx="18259646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4449" y="1600200"/>
            <a:ext cx="6693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48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Основная </a:t>
            </a:r>
            <a:r>
              <a:rPr lang="ru-RU" sz="4800" b="1" dirty="0">
                <a:solidFill>
                  <a:srgbClr val="FFFFFF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ц</a:t>
            </a:r>
            <a:r>
              <a:rPr lang="ru-RU" sz="48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ель проекта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84449" y="2999232"/>
            <a:ext cx="6693408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-сайта (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маркетплейса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языке 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ru-RU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внедрением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API, </a:t>
            </a:r>
            <a:r>
              <a:rPr lang="ru-RU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 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 анализирует поисковые запросы и поведение клиента для персонализированного показа наиболее релевантных товаров, повышая вероятность покупки и сокращая время поиска нужного продукта.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5823" y="523726"/>
            <a:ext cx="8800844" cy="88280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bright-minimalism/columns-3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9eYBsaV0f/n+eU73ddYYZZhgQRMQ9GuMSNCBGFkFFURRRZHPBCMiOCCIgKIqKGwiIaBQRcZe4RMGoPyP6U4NbRGOikSg7A8Nsd+ulzvl+nurumXtn7ty53V3VXXXqVXOeOqfO8jzP5/X0f++puk3nRYAAAQIECBAgQIAAAQIECPRdQH0ECBAgQIAAAQIECOxFoM2H27Z71Ys+3H3enbrufnfayLbe3f/Kc9sD8nxtD7xq2H3+nWtrc7/TNuy+/N+sdcOTddDrc+AzXZeHw2ztMA+zdduvPLd9WE9vt+1z87mvKJtmf/0np7svuOep7kEfebp70F277sF36boHjVpdm41cm7pvc7/Vruq6z6/tzlufL2qffXzEidFzD7zLie55X32i69a6rl3vuq69puuGXb6GuTu7bZ3OK+dsbX6qLXd72ZrwmmMBpRMgQIAAAQIECBAgQIAAAQL9F1AhAQIECBAgQIDAuAQe9NA7RBunYzAYjFrTNHF2K6VEKZstosRuX9dffyr+4q3rEd3hbLl12S6ys92PepEDTP1tKdAuR5RT8an3Wop/f7+Tsb66HMNhxLCNaEct32KMr3Zl1FnpluPP33om/vA3zkTJNYuS69esja7t51uzn4MZiwCBKRIwFQIECBAgQIAAAQIECBAgQKD/AiokQIAAAQIExiOQmWKUjbjnv4m4+8fWZC/TxPH0fN5emrIY/+3X6hgL0XVN1BHPe+NZJ+sUa/BX92edns/DChGHoyw08Q3fclkMlq/JoD4Vc8sIOEqpN1Sp2vZKVPsYRJQMlbuFaDYuj1d/z4lYW42IDIQj6lh5vI/b/o+4j8UZigABAgTOL+AsAQIECBAgQIAAAQIECBAg0H8BFRIgQIDAuAQy2Iua5g1H3x69zwPzc5MtA79SIkopt2qxx9f6+jD+5Pe6OHlN7aiJUne11a+V1laPtdsWyOXpYhjdsI2PvEcTD/7y5VjbuDa6PF+/Gbz54E2qmx9rzF5ta9s6c3G7mirXsL6JKLkfnI5rrz4cr3jBqYg2r7ULEaMVrOONJhD1VT/V/TmtnqztnJM7/5Az2flDniBAgAABAgRmVsDECRAgQIAAAQIECBAgQIAAgf4LqJAAgbEKZIg36q/EYCXiAV/exOrqiYgMGDP7jVLKrVpe3MNWoomVWDtT4o/fvJp912+X5hwymGxLZoq1RdS4MiKPY+tVooaLWx/mfZcJaIl0i4gy6OKxTz0Wl1w2iGZxPUpzFlq3fZy+I9HtfezgVfuorT6b+/qt3+GheMsvLsfb/qCNrqbOuXAl+2+y1/p97rrPO7cWMU/mVp/O3Vi22v9YOtIJAQIECBAgQIDAtAuYHwECBAgQIECAAAECBAgQINB/ARWOX6BGdfVbnIvRDbv4mE86HB/50UuxsLAYUTYimtNxTpKXn/a8dTlWtt/+lTPRbXQZHdZwt7bb67neU9vt3Tcf10spUUPyKz8y4hHfsBxlcCZKdyiinozzvWoMu93Od/22zuU4o0t1X6Pe2gbx8udHnPxwxrHNqRwx/1ZGofQw76xj5O6srZ6pK1f3Z53e1WGOuKvnPESAAAECBAgQIECAwCwJmCsBAgQIECBAgAABAgQIECCwS4GM07r6bdImSpPxXNPG/R/axfrG6ejyY9fW0G+XXd/GYyW7LLEQ/+uvu3jfO/LDTd9U3XygyV2ezfdbbD6eKzCCTKkE+8pvWok73PlUdE0GsNWztpjs64PvK/GDz7sxYng4B1qKTPOzLeRxzinfMxXOcL8e3NzyT+rmD7s8ynJ3+aTHCBAgQIAAAQIECBAgQGAmBEySAAECBAgQIECAAAECBPYgsJ3I1X3N7cp63O8hR2OweDqizVBvuJKd1wu5G8uWAzXr2VMXw7VD8V/ecDJqSljq26jV74nmZduOBJYyg/1Pzz6ewf3qeZ5L8/Oc3d2p7GtwbT6a67fexFvfsh6/+8trEZk7R/7txASD5xx0tAmARwzeCBAgQIAAAQIECBAgQIBALwUURYAAAQIECBAgQIDAXgVqtrvdal/dUtzj30bc7R71J6Az1avfCq7nx9hql/Xfih3EYvz33zwUsZaRXttEk+FhM0oSM2Ss423tNg/znthu9YxWv2E7apWiGcb9v+JQfMq92mjLMFs9mS1N832MW4lmeHy0EtG10a0fjx97yUZc/d7M8Yf5N9NsLtrme56LiHFH+vWvILu1zZeAagkQIECAAAECBAgQIECAAIH+C6iQAAECBAgQIEBg7AJdjdbK6NucX/SIQUQGiaNvdcZ2nBdjeGX/MYj689LDdhgfvmYt/ugtaxF17LGHlWOY7ix0UXJ9ukG062vxlG8/HovLZzZnXc/Xo7xWd+Nr9e8ke6tLmQn0DR8exHc95YbYWMu/majfQM755OVJbVujT6p7/RIgMHUCJkSAAAECBAgQIECAAAECBAj0X0CFBAgQIECAwMQF/uMXHYlhed8oqB3/YCXqP1/blCbaYRO/92vrUb84WvPK0maIWIPgyWaI4y/pQHsso9GbpS4+9jPbeMgjMwyOE7EZ3keMgvwY/6uu3yDXsAyX4+/fthI/+yOno1tfiahf+a0J//iHHPUoAB4xeCNAgMB8CKiSAAECBAgQIECAAAECBAgQ6L+ACgkQIEBgHwQyg738bm18+n0ui9Is5ICbAWMejHHLPnOLbhB/+Scb8d5/zdRwFPqK93aMXN2qZdSfYG7jcU9fieNXrGYOW2LYnIku/9txnzt5IMcuw6X4pZ88EX/z1mFEDfBHz9eJjQ7G+uYvZKycOiNAgAABAlMrYGIECBAgQIAAAQIECBAgQIBA/wVUSIDApAUyyIvatsZ5wEMzy4v1aPPcTZne1rVx7La/Qbp+5nC85ZdO1cGy2wwNc7zRPOo+z9TtrMP6UbuVQAboUaPRQRy7MuLJzz8WzaCNpluJaPJ8U6KUzXarR/d4omm6GGQbrl4R3/P0iA++O0ZjRayOZpSjn7OPPb5qf3vswuMECBAgQIAAAQLTLWB2BAgQIECAAAECBAgQIECAQP8FVLjvAhkW3v9LjsXhO5zOoSf3HdLac1MW4zd+PgPgNoey7Vyg1Ee2Y9H80EXc/2FL8e8+dzXa/C+iRJ6KSb+6tsR1H+7ipc++LtrVOtpKvo1/Ubcrzc5tBAgQIECAAAECBAj0TkBBBAgQIECAAAECBAgQIECAwIQEhrF4tIvPffAgomxEfWW+F+P+JnDJcLJ0ESeuvTR+79dPxujbqvm5jndTqwf13Harn7XbFigRTS7bU19wLFYuuTrvG2bbn63rBvEPf35JvOrFN0Ss1zHHH9eOv8c6T40AAQIECBAgQIAAAQIEDlzABAgQIECAAAECBAgQIEBgQgKlfmtzGN2wxIMedjiirGVMG/lqo6shbB6Nb8sOM2Au5XT89i9kalmz5rLde84jL29/st+ZwF0/tsTjn3lZRDP6Om4+vA+YOcT6mRK/+cZh/PFvZwKcn3PgPW23fFgAfEsRnwkQIECAAAECBAgQIECAwOwLqIAAAQIECBAgQIAAgYkKZPAag2gWu/iUz27iirudjI2oIWKeH3ugVyK6hSgbl8Tb33Y6/unvcoysrRv9dHGT1/JD3fK2utMuUqB6Jd/Dvm4p7vEJZzK4z2S91G8ClyiliVLq/vztIke41W1Nnqmt5L49c2l8z7NW4x1/n2N2OXaei/wrijH8/dQxRt15mwcBNRIgQIAAAQIECBAgQIAAAQL9F1AhAQIECBAgQIDA5AVqxFZbpnW5++KvWoloFyPqN4ObPBdjfm1mvjFcOxxvet2Z7Hwtc8K1yLeIHD9GYXCetu1cYBDxrS+9Qywup2vJIHbcv+F9qxnlYi5ekwHzMLr1o/EdT7oxPvjOhRitZQ2Ab3X/zk+M/iR2/pgnCBCYOQETJkCAAAECBAgQIECAAAECBPovoEICBAgQIEBgfwS6jNi2W5T4wocfj4WVG6Nrm8zxVqMtm9/PHctkaiBZMh/MNhgsx+++aS0+8C9LMcqZM0uMrn7zOC9OIHcey/ynvZOk+5hPa+KxTyvRpufa+unoum7Uxj/1zUUq7aX5V7MQG2vDeO8/HYuXPuvaWL2xjraUb222vW3517m3DjxNgAABAtMvYIYECBAgQIAAAQIECBAgQIBA/wVUSIAAAQIHJ3DplRH3vv9KTiDTxHwf35aBYf1Z4u1ua7LXrcSbfyXTwi7DwgyaY/MrwOMbcg576ro2HvnNx+KjP3k9moXFWwjUQLa2W5ze1ceST9WW/ZWNDJkH+bmLv/nThXj5i05GDPNauW50Lt9yy/XfxbeC659JPmwjQIAAAQIEeiqgLAIECBAgQIAAAQIECBAgQKD/AiokQOCABcpCxBd85SDacn00pYZ6455QGyW7rN/6HQyX4tded0OsncyYrzkdo5+drjlheO1WYLRkyfkdrzgey0evj67ZiLZ2NnLNC/V4bK2u5ObfSJOHg9Lk38xivPnnl+PnfzRHXb8sos0Lo7HP7GrUcc94V5PwEAECBAgQIECAwCQE9EmAAAECBAgQIECAAAECBAj0X0CF0yDQdWvxmZ+zEHe7x2JEl2nwKK4dx8wyCBz1dXak18SZE5fFH/xmhr9d/dbx7kLCccyuP31sRGW+y8eXeNwzcg1LNU373GIUxJ7tH2N41Y6zzzLqPP9mMgRuSvznHz4df/ibOZc6aMl9dyiv1b+nnQ2ZPe/sAXcTIECAAAECBAgQIDADAqZIgAABAgQIECBAgAABAgQI7JtA6bpYWBnGgx/eRFvWN8fdDvc2P+3hvYaF5z6+sTqIX3zNYqyfqOeP59ut78mTtosWqD+nXW/u4quecDzu9YD1KM16dG3mr9nyPS/Wg+22Fdzm2d1vW2vWZfjbLkXTDSKGg/juZ9wQb39r9rqewW8dbhdDCYDTz0aAAAECBAgQIECAAIE+CaiFAAECBAgQIECAAAECBPZZoFvOAQfxkK86Es3SjXlcU7th7rdCvjwa19Zl2Nx1C/HOd5yIt77lTMT6LceoY49rtHnqp6atGxHNWjz9hZfFZVdk7ZWy5L5+I7fuJtG2/0eBOlZ7KLq1y+IFT7oh3vOOnE8du7bRuPl5tK83jg7itt4FwLcl4zwBAgQIECBAgAABAgQIEJg9ATMmQIAAAQIECBAgQGA/BGood3ariVu2Y5dFPOiLD0UpNfytQV3uu7yxtj3MazP07aLuazeDaGKhvTR+43VLeS4i6reOc5gYte0AOrx2JNDE6Oe7u6W4/K4RT3tpG7F0Koa5jPWf5N1ue1zK88+ohsDZmgyam9yfuO5wPP/xXXzgHXl7fo7IueSa56fcbsiWk8r329qyktu65Hx/BFRCgAABAgQIECBAgAABAgQI9F9AhQQIECBAgAABAgcmMPr3WiOahS6+5FGHchptZrELEWUtMtPL/YUDu9jhq9lK+N7+N++Pv//zkJZifQAAEABJREFUNp8eZNve/CT0tsTO92X0SJOc9/785fjir+miDDZG57bfuu2D0cLe9GG8B91ivOufm3j+E66P667OEbutBR+Nckm+b84zD867nX33eW9wkgCBGRcwfQIECBAgQIAAAQIECBAgQKD/AiokQIAAAQIEDlAgA7rYCglLiY//zC4+9bPz3OibmzmtC2d1ecPut0FcFq97xYmIYRP136sd9ZRDj/bedi8wyFA91+2JLzgSH/9p10X994Bj9C3c7S4r8nbbPjeufRdNORVNdv/uf1yO537t1bFxJvvu8kRueXS7mwD4doncQIAAgdkVMHMCBAgQIECAAAECBAgQIECg/wIqJECAAIGDFqipXP22b86jHkYTD3tcxPrw+jwxiGhG6V0ej2OrA7QRJUavdmMl/vbPF+Ptf5rn6qVYi9G3jif57dSYh1d6Nm0sHFqP7/jRO8bSSnWtwHn+piC4LkJt4/bIPtvDEYMTceZ0if/7t3eIb3vcqVg/VW5joDqvcy8JgM/18IkAAQIECPRFQB0ECBAgQIAAAQIECBAgQIBA/wVUSIDAVAjUuK0GwBnE1Ywu230+fyXucvc8GP10b54f2zyzz630t/ZaShPDjYX4qZefiNIMc5ScRyzlvt6XO9vOBCpbbRniR7ZSFuLKu0c874ePxFr7oYiu+tb1LtlvbbmbxFa/Pd4eicEgx8v1/fu3rcQLvvH6GJ7JKbQZQo9aDlz/COKG7YPcb251hptH3gkQIECAAAECBHoioAwCBAgQIECAAAECBAgQIECg/wIqnD6B7UAwU7mVNh70pRnENqsR7aGc6va1PNzztt1XjlO/jZoh89/8aRf/83+sReRx1G8B+wbwnpSrbG1R0jrT1Hs/uInHPvkOEc36lnHZU/8X93AZDR8lYvVMG3/51qV40ZOvjfWTOaG2tq1eukvyIG/K9+0tr24f2hMgQIAAAQIECBAgMPMCCiBAgAABAgQIECBAgAABAgQOWKCGcU084puOxNFLlqIt7VnzGcWKZ33e5WE+VkqJUmprYmXhkvjV12713S3Vq9lsuxXoojk3Qh9EfMOzV+IzPnc9NuLGvLZlPRrg7OPRibG9ldJEk2u8MGijzuhP37IS3/7466LdiGiHw4jccjK3Gk8AfCsSJwgQIECAAAECBAgQIDCbAmZNgAABAgQIECBAgAABAlMi0EUcviTiP37RRuZzq1uTypPR5nHd525MW+aDsb6xGm99y1q842+z03ar/61d5AzyrG0HAiXvrS13uSVkbjGIeNpLDsdH3L0G7HUd89JoqxdrG30Y/1v9VncN9buF6IaL8dd/fDi+/etWo9vICd3GaALg24BxmgABAgQIECBAgAABAgQIzJCAqRIgQIAAAQIECBAgMA0CNTUctWFE08Ujn3goFldORzssGf2WiJLnY3yvUko0UaJ0y7EQx+LHvmctuppFdmuRA8Zm9nsitg5yb7sYgZI31Za73BK0Sc9cu6s+IuLFP95Fs3J1DNtc01zXkXfeNbGtdLmm2drFGJRB/lktxP/4o9V4wROui9M35qhNtrrQbd1vttGpzUPv/RNQEQECBAgQIECAAAECBAgQINB/ARUSIECAAAECBAhMnUC3+e3MK+8a8cCHLkc0bYZ4w2x1pjWpy1CxHo6plVE/Jf76Lz4Qb/+zDJnr+JsnM/s9lle3P+ShbRcCdT3TMNfxnp+0Et/5yjtFDDJ9bTayr7LVcrcPWw2ch+sr8Rd/eDy+9dGn4sPvqYPm31SdRu7qJwFwVdAI9FFATQQIECBAgAABAgQIECBAgED/BVRIgAABAgQITK9ADeSWIh76mCPRLb4/2ljNALhEFzU0HO+0S/bedE20q0fj9T96Q3TrGVjW8bfbeIebs95qnJqe9bvWCwk6aOOzHjSIxz5tMQaLp6IMVqPk6VJK7jfbJIFKKbE4yD+szPn/6W8X42kPPxXXvHMQG8NrI0qMXnXGowNvBAgQINAfAZUQIECAAAECBAgQIECAAAEC/RdQIQECBAhMqcBNX+6tB8P4uH+3EZ/x2XeMZpTK5VsGteOd+dbXPrPTQRyPv/zjEv/zz/JcHT5yH5kU5jXbHgRGltvPb0RX2njs01fiPg9ejLK5sBnun3PT9s0T2HdRynpEcyaGa4tx9bsOxVMecV28/58vjejqcF3kX1k90AgQIECAAIGeCCiDAAECBAgQIECAAAECBAgQ6L+ACgkQmGaBkpOrLXejRK5ZiK97+lIMNzKWK6t5aiGv3HRDHo9r66JrSzTdkfjZV52M0WsUNg9Gh972IHDOcjUx+tbvwjCe8wMr8Qmf2sRGOxxF7V1bxxilsPVggq2JaFciFzvaYRcfeu9KfNOXvife9t/Woz3TCYAnKK9rAgQIECBAgMA+CxiOAAECBAgQIECAAAECBAgQ6L+ACmdKoKthb8Qn/vuIz7xvhnbdSpSS+7EWsdlfl7ljbhHdIP7qT4fxJ285NdZRdFYFSr7lmnaHomvWY/mS1Xjxaxfjqo9cjS7D/dHSDm7Me0YrkftJbHUO262NUg9zuI0zR+LFTz0db35jJwCeBLs+CRAgQIAAAQIECOy7gAEJECBAgAABAgQIECBAgACBKRPYDGYzkY1uYTW+7HELMSw3RAwyrdvtTG/zuSaDwBKj/0oTsXY0XveDG9Ft5AOTGC67nfetxErEcCUuvTLiZW84Epfe6WR0g/Xo2mMRuRIx0VcZ9V7qWndNlJxHrF8aGyePxCte0AiARzreCBAgQIAAAQIECBAgMMMCpk6AAAECBAgQIECAAAEC0yxQosRyfM4XDOKT/t3hKIMzOdnJpbKlRDRNE//8D8P47V9YzbHO/jeA67i15Wnb7gVKfTQdBycimrW46h5r8V2vujwGyx+K+k3sGvrXO0b7ruQu2+aJPb2f9+GS86gX2jIau4tWAFw9NAIECBAgQIAAAQIECBAgMKMCpk2AAAECBAgQIECAwDQL1NyvtliPWDgTj3pSidWNa6Nmgu0e5t1lyni+1mSfJa9FczpKtxKvf/lqnLxmkGe7bHWrk/G14Cqx91Ytj0SUxWgWmvikz27jhT96aQwOvzu6wWq0pZrvZZXjol9d5H85Xpd/WLXVv4OLftiNsyJgngQIECBAgAABAgQIECBAgED/BVRIgAABAgQIECAwMwLdYkS3EP/h85fiHh+f8VyZZDCYwWR7KDIBjhs+vBy/9lP1G8B1vBpIRr5qAJw72xgE0jqy5dpGrul/+IJD8dTnXzVa64h0bhc2x8hwdvNg0u85l5xP/oVNeiD9EyCwrwIGI0CAAAECBAgQIECAAAECBPovoEICBAgQIEBgtgRGuVyGgQvDeOxTLovS1FB2u4TtYHb78x73XYlBNDHolmN4Zine8GMn4/p3DSIyGIzRUBlGh9fYBWoIHCfiix69GI952jCawcbmEM2p3I/gc1+3elxbPZ5MaybTrV4JECBA4CAEjEmAAAECBAgQIECAAAECBAj0X0CFBAgQIDBrAm3U7DXyVQaDuN9Dl+JjPm45yk3fCq1hYG15w5637KdkuFz77jL0zTB4uLYSP/UjZ6Jb2+48g+ioifT2Z/uxCCR9ZPAeg5PxmGcsxpc/vo124WS0sbTVfb2htvx7GCXx9Xjr0ph3AuAxg+qOAAECBAgckIBhCRAgQIAAAQIECBAgQIAAgf4LqJAAgZkU2IrjSk6+raFfF49+xmosHTqdJ+pWr9eL9XivrfZT21Y/GQQ33WL81i8O4x/+chhRh6+X6r62eqztXaCS1xaHsq/DUcognvC8IxkCn4mN9rpoS4bB2fJi1J+KzreIGD0Qk3jVv6hJ9KtPAgQIECBAgACBfRMwEAECBAgQIECAAAECBAgQINB/ARX2RiBzv3s/aDk++hOzorKeoWyeyMPxbVv9Zfi73WfTHorXfP/VOdb2GfuxC4zY61u23GJQ4gnPvTzu96X5octIdli/eZ2jjn4qOs/l4aS2HG1SXeuXAAECBAgQIECAAIGJCxiAAAECBAgQIECAAAECBAgQmB2BksFfbrHYxuOefijKwjDaZi3nfztfx8079rKVDCD/99uOxFt+8YaIdi89efb2BRK42VzPZjHiO15xedz7i05Et7geudoxbCcfz05+hNtXcAcBAgQIECBAgAABAgQI7ELAIwQIECBAgAABAgQIECAwqwJdfOZ9m/i3n51hYdm4uYiupsM3fxzbUclx2pX46ZdfG6euy+PacZchZW71UBunQI1fcx3rv8VcD5c24kWvPhafcZ/ELhn256WbR8tzN3+4zaOdXqjD7vQZ9xMgQIAAAQIECBAgQIAAAQIHK2B0AgQIECBAgAABAgRmUaCGf7V1GQQOIr7mSQsRzUa0zZloYzJhYNR+RyHzYnzo3VfGG340x67hbwaUXd3nyLNIOf1zzgUudZaDaBZLfN/rluLen78RzSDXO4P+zRh+a83zc71zXK0ZV0f6mQYBcyBAgAABAgQIECBAgAABAgT6L6BCAgQIECBAgACB2RbIVLA9FDE4GZ/2OctxnwetRuTnElux3ZjDwIgSMfp3ZzNs7A7Fr73+VLz3H0t0wxJl9PPTGQjXkDi8JiNQ0j+iLHfxnT9+PD7vobnezemIui6Rr8G1EWUzDo4xvbb+ksbUm24IEDg4ASMTIECAAAECBAgQIECAAAEC/RdQIQECBAgQINAPgUEt40hE6eLrnnVZDFaujcFCbL7GHAaOOu0yEqwt2tg4dVl837dmCDmsgXBOpF3JWzKkzHfbhAQqbzmVIfBafPsrjsTnf0UXXbk+oq3+h24xaK5L1HaL0zv4mKu9g7vdSoAAAQJTKWBSBAgQIECAAAECBAgQIECAQP8FVEiAAAECPRIYfeEz35oSH/Xxg3jgly7G6vq10eWpGH07dG8B4LlS2Vf9CejcRf3G7+B0/O3bVuP/96aMCdvt1PncJ3was0C1jxr0ZhK8cCKe8/JD8YgnLEe3dH20dU22vw08Cn7rzdttd/PIld3dg54iQIAAAQIEpkLAJAgQIECAAAECBAgQIECAAIH+C6iQAIG+CYwSutFb1F9+/rqnH4tDR4YRg9WstIZ/uRvrVqJmjE0Gvk27FINmIV713cM4c11E163nW3hNUiD5oy50LOYoR7KV+KZvX4pHP3kl2uFCthLtKPzNv4E8irpYoxa7em39Ze3qWQ8RIECAAAECBAgcqIDBCRAgQIAAAQIECBAgQIAAgf4LqHAeBC6/a8Sjn3Q4unI6oj2UJZds49pqXxkJlhos574Gkd1KXP/hYbzyJScjSv3acb0WXpMSqEtwU99bH3IpHveti/HUF+d6L94Yo7y3y4C4ttGH2PUru971sx4kQIAAAQIECBAgQOCgBIxLgAABAgQIECBAgAABAgQI9EagRoJf8fjDccXd1qJt6rdAtwLZqK96XFs93murI0U0XZNtOX7rjevx9j+uoWPZa8eev7C2oQ8AABAASURBVCiBGrZnK9m27v+yx0e87PXHYnDouhg2J6M969rWLTveCYB3TOYBAgQIECBAgAABAgQIHKyA0QkQIECAAAECBAgQIECgfwLLhyK+9qmHoxkFgFuBbFf3NfzdbmOsO/teWTweP/zCE7F+egL9j3Gqve2qrVFtE592v4gf+blL4/K7nI6uLkV0+V8bke+bbWcCtdedPeFuAgQIECBAgAABAgQIECBA4KAEjEuAAAECBAgQIECAQB8Fas67MIwHf9XRuOcnn4quWYubvyM6oTivdNG2Jd71T0vxMz/UxsbGxm6yxj6uxgRrqmtZ29YQ9bCufdmIT/z3TfzYm+4YH/VJq9EtnIzVjWuja7qtVqIrmy1yX0rJ3W232u3WCHazK2DmBAgQIECAAAECBAgQIECAQP8FVEiAAAECBAgQINBbgQz6IgYRZRjf/LxLI5rViCijLZO/DGbzWv0cE3h1i/ELP/2++N9/lePVb5/WNoFhdHlbAhV8bXTx8rueiR/91eX49PueieVDuR71fwNoc+3rLaM78k9ha3+hnQD4QjquEZgFAXMkQIAAAQIECBAgQIAAAQIE+i+gQgIECBAgQKDnAhn25RbNMD75c0o84KGDGLZr0bYxalHOSgDHIXFOfznw2pXxyhedjhwyuuE4BtDHhQVqRFtbvSv943Bs5vuDOHxJEy/9ySviq564lPHv6SiZ/0Yu/+ZPQ8dFvbZ7vqib3USAAAEC0yVgNgQIECBAgAABAgQIECBAgED/BVRIgAABAvMksBg17P36Zx3JIHCt5n7R1XwwJvvqhoP4x7d38cbXnIgiPZws9oV6H9b1X4tY3oive9bRePFrDsXi0Q/k38DOUnlLeCFk1wgQIECAwPQKmBkBAgQIECBAgAABAgQIECDQfwEVEiAwdwI17W3ijnft4lHf3EVZOD0SaPO9ttyNfasjRmTvG4fi9S8fxP/92zyODBy77aHq5+1j+4kKDGrvi1EyhS+DLu7zRQvx2t8+Hne6x4fzb2G4+e3sm9al3nv+JgA+v4uzBAgQIECAAIEpFjA1AgQIECBAgAABAgQIECBAoP8CKpxngTIo8YhvOhZXfOSN0TWZ+G2mtBMhGXVdSpRuMdZXm/je534g2tVMIst6jldb7myTFyjbQ5Rocz26pkTJ9hH3OBSv++0r4gFfthZlYW37pgvuBcAX5HGRAAECBAgQIECAwJQJmA4BAgQIECBAgAABAgQIECDQe4HSDGNhKeJZ331JlKVropSIGgaWUvK4xPheXXbVxSBKDLLbhbIU//p3V8SPf//1ERuLEXm5i9UYHeS7bX8ESq5HbdujLR7t4rk/dCie/tJhLBy9JlY31qLNxWlLrky27fs2910IgDclvBMgQIAAAQIECBAgQGDqBUyQAAECBAgQIECAAAECBOZFoIsoXXzm5y3GvR+wkMcbkVFfdG2+t3ktP41nq+lhtvpt32Y1h8zjbiF+7afX4+1vW49oFzJmzP14BtPLRQrkKmQEfNbNGfzHwno85FGH4tW/cnl87CcsRZTNv4nIV9d10dU/jjyOMhQAVweNAAECBAgQIECAAAECBAhMuYDpESBAgAABAgQIECAwVwJNZPIaUZp42ncdjUsuz3B2cDpDvogYfe0z92PbSkSXgWK3mD12GQK30a0eie//ljNx6toSTXs84tw4MrwmK5Arcq54PRH1fwSIuMcnR/zY70Q85NGr0SyciDI4k38qJdoM8LtumH8j6wLgyS7PpHvXPwECBAgQIECAAAECBAgQINB/ARUSIECAAAECBAjMq0C7sRF3vMtCPPIJGfCtL0RXMuBr1iJT2hjvqyaMtdVeS4aPK/G+d67HK19yOvJD1FdX37QDFCibY+euZBb89Jccje9/3ZG49Mrrox1cE91wOaI5k/cUAXB4EZhVAfMmQIAAAQIECBAgQIAAAQIE+i+gQgIECBAgQGBOBZqIUqIZZNLXRnzF1x+JT/iMk9HFmehGIV/k6+xI9uzjvLTHretKRHss3vzLa/Hnb8m+c8sze+zV43sWqItQ2mgWN/LvIOJT79vEz/7eneIBDzkWMbg+Rj8DXfwE9J6ddUCAAIGDEDAmAQIECBAgQIAAAQIECBAg0H8BFRIgQIAAgZFA6aJbXI0nveBYDJbyuMtQOKPgqK0GtXV/Uxs9MZ63bjEWBovx3c+6Md7/rrXx9KmXMQg02UeJqN8EbzZiKbPf571yKZ7/I8fjkiuGMYzWN4BTyEaAAAECBGZJwFwJECBAgAABAgQIECBAgACB/guokAABApsCJXelRInF+KRPX4gvfWyJ+u3ctjkdbQbDeTW3km2cWxdRhtkyYm6X4/QNy/E9z7wm2tORr7yW77aDFShlECX/JqIsxCjtzUz4fg8bxM/90aXxJY9dG5062BkanQABAgQIECBA4CIF3EaAAAECBAgQIECAAAECBAj0X0CFBM4jUPLcIOLxzzkSd/6oDGeHRzOdzfCvhsD1W8BdXsxIMO8a45bj1D67xfinv7k83viaMzlm7X413wTBiXDAW/2j2JpCBsAx6GLp+Go87bsuFwBvsdgRIECAAAECBAgQmG4BsyNAgAABAgQIECBAgAABAgT6L3DeCmvYuhFR1mL5SMSTnr8csfih6LqNbBkCljav1bC23hcTeJXYOLUUr//hLv7Xn+VYbY4/Cp0nMJQudylQ177NuH45SgbBzS578RgBAgQIECBAgAABAgQI7JOAYQgQIECAAAECBAgQIEBgngUy5O2WEmAp2nYj7n3/xfiiRxyKsnBj1C8AR1nPa3lPvsck/i3g2md2320cihc9+UTc+KHRQFtvNXjcOrTbs8CuO2hzgeJEPl7/Fm70DeCUsBEgQIAAAQIECBAgQIAAgWkVMC8CBAgQIECAAAECBAhE1HwvIppmIcpKxDc+50hc9VER7WAYbTRR/z3gs1vU0Dbv391Woum2W5PHteXYEXHNh9bju5913Wb3bZ7Ynlg91A5OYPSV3+M5/kK2Y/kXkTvbrAmYLwECBAgQIECAAAECBAgQINB/ARUSIECAAAECBAgQOL/AsSsinvr8SzKVvTFvGKV/uR/nVrKz2nIXmfQ26xHNRgzXl+PP/vBU/MIr6k9O12va9AiUnMpmm8RfRHZuI0BgYgI6JkCAAAECBAgQIECAAAECBPovoEICBAgQIECAwIUE2i7u9YAmHvwVC7G4lOHsnr7xe6GB6rWME7tBjrARg1iKwcZd4mdePoy//sMuYiPytZbNNk0CuWLTNB1zIUCAAIELCbhGgAABAgQIECBAgAABAgQI9F9AhQQIECBA4HYFmgxfBxFPfsHRuOSK4Vm312+A1o/b+3o8hjbMSLFbiFK7zaHXVpt42fNujHf/v/zQbZ2s3xTOmHgMo+lijwK5WnvsweMECBAgQIDAfggYgwABAgQIECBAgAABAgQIEOi/gAoJECBwYYGatZYMXWMtopyJlUsjnvk9S1GaEm2biXANY+s+xvzKrkssRJMh8KBpo2mauPo9i/GDz16L1ROLOdjpbDWIrhPMQ9uBCgiAD5Tf4AQIECBAgACBixFwDwECBAgQIECAAAECBAgQINB/ARUSuFiBEl2sjFrbRdzrgYvx0EcPoyycjCjDbG1M7lUD3hy/rfsu/ufbbojXvPSGiOGhHHKQzTYNAgLgaVgFcyBAgAABAgQIECBwWwLOEyBAgAABAgQIECBAgAABAv0X2GGFXca/mf3GYKE+uBbf9Lyl+Ih7RHTNWrb1rav1Wr2r7sfTSmmiZPY7KG0MoonFuDx+6w0l/vubMnTeaGL0K9CxHpEzyDfbAQnkShzQyIYlQIAAAQIECBAgQIAAgQsKuEiAAAECBAgQIECAAAECBG4t0EWJ67J1sfnqYvFQF9/2Q0ubgXC7nKczpc07otQwNj+Obcsxa5/1m8bdUvbaRNk4Ft/7nOvi//ztWn7OrRts5r95a8RGnrDdnsC4rzfj7lB/BAgQIECAAAECBAgQIECAwJ4FdECAAAECBAgQIECAAIHbECgZ7V6arWxdX46yMIxP/PTF+PqnL2QIvBZdXm1rSFvvqP8ucN3vonVdF+e2zHbb+rXjGjFujl+/Ebxx+vL4zicO44PviRiu5fk6ZlcHHMbmt4LrsbZfAnV19mss4+xZQAcECBAgQIAAAQIECBAgQIBA/wVUSIAAAQIECBAgQOD2BDJkPfuWLkPZPPXwbxzEJ9/rVESzGlFORdcubQawozA2xvQqEfVbvhkyb3dYMnG8+r0RL3nyRnQbeb3kgLmLek9TvxmcQXB47ZdALsd+DWUcAgT2JOBhAgQIECBAgAABAgQIECBAoP8CKiRAgAABAgQI7EZg9LPMEQuHB/Hcl10aR+5wdUavKzEKghfORNRANsb5Kud0VrtvhofiH/4q4oe//XQGxCW6+m8BjwLoDKFHgfE5j/gwQYFmgn3rmgABAgTGJKAbAgQIECBAgAABAgQIECBAoP8CKiRAgAABArsT6PKx+i3b3OXhlfeIePb3XBHRrEUpw81vAUfJi5Pa2oitAHp9rcSbf3kjfunVp6N0ixFNXot8lWy2fRMQAO8btYEIECBAgMCuBDxEgAABAgQIECBAgAABAgQI9F9AhQQIENiDQE1Xj2w+nwFwtF3c5wuW4iFfNYhSlqIbNrkv57TNm8f5XqLrulhocpz2ULzm+z4cf/UHw4gcO5ocp84rd7b9Eajk+zOSUQgQIECAAAECBHYo4HYCBAgQIECAAAECBAgQIECg/wIqJDBOgc2ktSw28ZQXrsTdP3ohFhbH2f/5+sq48RY/8TwoR+MFTzwZ//S361ED6fM95dzkBHJFJte5ngkQIECAAAECBAgQ2KWAxwgQIECAAAECBAgQIECAAIH+C4y7wlIiassceHC0ixe+JmL5+MnoShdtXqqty32M/VVy2M3WlEE0w2OxceJ4vOgb27jm3SUi53NOG/v4OjxboDn7g2MCBAgQIECAAAECBAgQOHgBMyBAgAABAgQIECBAgAABAnsWyKT3rp9Q4lkvXY5oTmV3mylsRsFbx7mbxFaHqT/9PNiID72/iWc/7obo1rYHqhe3j+0nJSAAnpSsfgkQIECAAAECBAgQIECAwM4FPEGAAAECBAgQIECAAIHdC5R8tLbcxdb+c79kIR7yNU0Mo4bAw3oluiYjwvrv9ZYSpdy6jW66wFv9937P10aPlHwfZKs/C90txnv+6VA893FnNkPgsjn+Td8Gztts4xfI1R1/p3oct4D+CBAgQIAAAQIECBAgQIAAgf4LqJAAAQIECBAgQIDABAQyDfzmFx6Kj/uUmsrWlidymMl/F7cmwXWgxXjbHy7F9z6tjRjW8fOcbaICmys80SF0ToDAngQ8TIAAAQIECBAgQIAAAQIECPRfQIUECBAgQIAAgXEK1Oz1rNasbMTzX7UYRy67MaLpYvTt3bZGwLXFxF+LCyWv/0taAAAQAElEQVR+/9c34sdfcjJy8ImPN+8DCIDn/S9A/QQITLWAyREgQIAAAQIECBAgQIAAAQL9F1AhAQIECBCYrEAXpXRxl7tHPOf7jkaU+lPQka82otSfZM59TPjVlRiUpfiVnyzxxpevRezDkDHHLwHwHC++0gkQIEBgqgVMjgABAgQIECBAgAABAgQIEOi/gAoJECCwDwIlSixGMyjxH76gicc+PYcsq9GVjei6msTuQ1xY6pgRpTsSr/vh9fij39qI6GLrVeewdWg3FoF9WNGxzFMnBAgQIECAAIE5ElAqAQIECBAgQIAAAQIECBAg0H8BFRLYZ4EuY8EyjEd+0+G47xeuRSlt1GD45iB28vOpmW/XHomXPvuG+B9/sB6j/DnqN5LrlcmPPy8j5ErPS6nqJECAAAECBAgQIDADAqZIgAABAgQIECBAgAABAgQI9F9gXyvciChrm60dxMKhEs/63uNx53sMIwbD6Jrc72cKnLHzxqk7xAufcE38xe/n2BkId5n/dvUtvMYh0IyjE30QIECAAAECBAgQIECAwN4F9ECAAAECBAgQIECAAAECBMYvsBDRLmW3GQRn0Fqz3iN3GMZLf+pwNEvX5/lbxIX1njw7ia2MOs0BypkYrh+K73jKh+Lv/qyN6PJKnh5dnoO3SZd4ixWd9HD6J0CAAAECBAgQIECAAAECBM4j4BQBAgQIECBAgAABAgQmJzBKBA9FDHKIpovSnIm73qOJF73qSHSD66Nt1qLLS5FZbN2VUqKU2271ngu1+m3e87Vouyg5RtcuR7dxLDZOXhnf+eQm3vV/uhhulM0uu82d990LjJZ79497crICeidAgAABAgQIECBAgAABAgT6L6BCAgQIECBAgAABAvshsBWwRu67pai7z7rfSnzDM45G5IfRLzDXn4Mu+5DAjr7xW6LNMPjaD0Z8y2NviGveE/nKE2U997a9CAiA96LnWQKTFNA3AQIECBAgQIAAAQIECBAg0H8BFRIgQIAAAQIEDkKgLMbo28ALXXz1Exbi8x6yEV1zJqLJ8LUMc0aTDYFrQDlqOUyXme/V7zwUz31cxAf+XxNdW6/kFGy7FiC4azoPEiBAYHICeiZAgAABAgQIECBAgAABAgT6L6BCAgQIECBwoAIZvkaUiOUuvvUHDsfH/9tBtN1StkHUbwN3UYPgyNfoxtxPaMsEuGm6eMc/nYynPer9cfW7ck4TGmpeuhUAz8tKq5MAAQIEZkXAPAkQIECAAAECBAgQIECAAIH+C6iQAAECBy9Qc9aaFOZ+8egwXvjqxbjyrvVbwKsx7EoGwW1kNhtdc23OdXIhcBNNxtALMYiVuPqdd4ynPbyL974jx97oossJdNs5dM7CdnECzcXd5i4CBAgQIECAAIHJCxiBAAECBAgQIECAAAECBAgQ6L+ACglMo8Ba3OmjIr7npw9FWTwdkXlvbpsT3bgs95kS5/sktzrCwmAhPvi+Lp77ddfG+/6lnslZNO0kh+1l3wLgXi6roggQIECAAAECBGZOwIQJECBAgAABAgQIECBAgACB/gtMZYUZtLaHRqHv3T+xi+/7qWOxfPTGiHYx2ljPLDhbNxx9G3dS0x+UJmobrg2j/vL0e/55MZ772PV4/zsGUUKcGTt8EdshmNsJECBAgAABAgQIECAwbgH9ESBAgAABAgQIECBAgACBAxXIDLjLuLdrIz7tvgvx+G85FN3gw6MQuOsWc2p5Q77vx1ZKiYWFJt7zztPxjEe/P97//7qbh62Htd18ZqaO9muyAuD9kjYOAQIECBAgQIAAAQIECBC4tYAzBAgQIECAAAECBAgQOHiBzHdLaaJkq1+4/fL/tBBf88RLIhZWo2tOR1vabBkR577LFjGZFLZ+C7jJCXQbR/L9WHzwXy+PF3xdiff8wxbR9rB1X9vWabtzBZpzP/o0HQJmQYAAAQIECBAgQIAAAQIECPRfQIUECBAgQIAAAQIEplAgg9Uu22OfWeLzvjhiYWEpJ5kJcb7XrasX68FEWx2vRNMsxjv+cT2+5XHXxz//dZu5c05sX8aPmX41Mz17kyfQRwE1ESBAgAABAgQIECBAgAABAv0XUCEBAgQIECBAYFoFMnstTRtLh5p43iuW41PvfTKaQRc1+O3adrSf9NRL5rzNVlvIEPiadx+PJz/8XfF3f5In25xgDYFrm/REZrR/AfCMLpxpEyDQTwFVESBAgAABAgQIECBAgAABAv0XUCEBAgQIEJh6gZIRYtmIYbkxXvzjx+Kj7rkQi4tNZAy82TKH3b8auijNRrRn7hrf9o2n4y/+cC2iyxD4pgl0Nx052BTI1ds88E6AAAECBAgcqIDBCRAgQIAAAQIECBAgQIAAgf4LqJAAAQLTLVBz1dpGs8zQd+FYHDpa4ntfH3HF3U5F261HF2fy6n6GrjmhbiHHHMTqycPx/G88E7/7phvyc56PjdyvZtvP+eRwU74JgKd8gUyPAAECBAgQmAcBNRIgQIAAAQIECBAgQIAAAQL9F1AhgdkRqHHqTS1z1kuvinj5zx+NO91lOaI9FKV+Q3hfy8lJ5HhdlBiuH4vve1Ybv/jq+k3gQZ7NOeX5PLBtCQiAtyDsCBAgQIAAAQIECByIgEEJECBAgAABAgQIECBAgACB/gvMWIVdzre2mvPW1iyux2V36+I7f6KJS648E/WnoPOWA9pKNMNj8ZPftx6vecn1Mdz+AnCd8HaL+X4JgOd7/VVPgAABAgQIECBAgMABChiaAAECBAgQIECAAAECBAhMo0D9vm1tN89tcXT4cZ9S4tt+KI8H1+XnNtt24nrLfV6awHbTnLpBRHc4fum1TXznkzKQXjvPYHVKo5+IPs+1fT6138MJgPdb3HgECBAgQIAAAQIECBAgQCCCAQECBAgQIECAAAECBKZWoAattZ07wTyzEHGv+y/HD7zhWDSHPhjt4MZom7VoS5utu6llOnvuozv81HVdnK9F20XJtnktommPxp+8pYlvfcyN8eF3RwzX6nPDzeG7Omge15y6Hs5REwBP1WKbDAECBAgQIECAAAECBAgQINB/ARUSIECAAAECBAgQmGGBEvGp912IF7/yjlEGpyLaA/o3eGvA2+Vk2qX4n39yNJ76lWfinf+8EVHPZSC9KZzXM6DOaHjz45y8C4DnZKGVOQMCpkiAAAECBAgQIECAAAECBAj0X0CFBAgQIECAAIGZF8jktTkVn/WghXjByy+LbnB1VpTn8n2/thpwnt2iLXH1v67EE7746viL32szBM6rTYbBw6XMfrPVn4zer8lNwThZ/RTMwhQIECAw5wLKJ0CAAAECBAgQIECAAAECBPovoEICBAgQINAPgZJlHI7IlPFzH7ocT37RJXl8Is+dHQKX/LyPW8mxyzDa9cvi+U+4Nt74ilPRnRlE5Lmor3o98p5Ry4C4nutxy6XpcXVKI0CAAAEC0y9ghgQIECBAgAABAgQIECBAgED/BVRIgACBfgjUXLe2yLfcalEP+9qVePJ3HImFlfX8mCfbDF7zaP+3knnvcnSrl8drXxrx0meeiWENgZsa/N6Q0e/pnNIwW/83AXD/11iFBAgQIECAwNQKmBgBAgQIECBAgAABAgQIECDQfwEVEuifQI1Ua6s5cP0m8Jc+djEe/c0LEc2NB1hsybE329LCYvzur7bxzEd08d5/znPD4xHdYl6v3/7tfzza/wpzKW0ECBAgQIAAAQIEpk7AhAgQIECAAAECBAgQIECAAIH+C/S0whr+1jYqL/PVsnQmHv3UxXjsMwax0XwouvxvdG3f3+qsNjLsjVhsjsTf/cVaPPOrNuKv/ng1YqMGwDnZesvZbd/nOPkBm8kPYQQCBAgQIECAAAECBAgQOFvAMQECBAgQIECAAAECBAgQmGWBjFFHX/69uYZBRG6PfcbR+PpnHI9oTuWlmrLmbhQG1+OzWz0/iVay05xItzCaX1MW4kPvH8S3PPqG+KXXrG+GwGUt76lzyd2Et4PqXgB8UPLGJUCAAAECBAgQIECAAIF5FFAzAQIECBAgQIAAAQIEZl6gxqy13VzIQsTWicc+Yym+4VtWIhavj/qDy21zJtrSZutuaqOv6MakXlsTKVshb9tGaY/Ea793I57zuKvj1IeWIkqGwTWYznnVXeSr3t1u7XM301sz07PvzeQVQoAAAQIECBAgQIAAAQIECPRfQIUECBAgQIAAAQIE+iqwFbrW8jJ9/OonLsSTnn84YvH9sRm2xsG+2uWI9lD8zVsviW/8kuvif79tEN1GzrltYirmF+N9ZVXj7VBvBAjsUMDtBAgQIECAAAECBAgQIECAQP8FVEiAAAECBAgQmCeBxYgv+/rlePZLroiVwxsHVnkpTTTZBt1CDOpPP3fD+NC7jsYzH/X++NXXrmcoHLFxZnG0jzaiBqflwGY7voFrHePrTU8ECBAgsCMBNxMgQIAAAQIECBAgQIAAAQL9F1AhAQIECBCYO4Em09TByXjwowbxjJccj4Xlk0lQf2Q5d9u/uVwP96N1GenmFjGIyCC4y89rJ+4cr37JajznMdfHjR/KSWxPLQ9v3s578ubLU3wkAJ7ixTE1AgQIEOi1gOIIECBAgAABAgQIECBAgACB/guokAABAvMlULLc2kbfpT0SUUo84MsX48WvXYlu8dpo2/U8ly32+VVqmJsT6xajZBBcMiEdDA7H///3SjzxS7v46z/eyPP1ntMZEke+MsCOjc3jYX6csS3Lm7EZmy4BAgQIECBAYOYFFECAAAECBAgQIECAAAECBAj0X0CFBOZXoEaptWWqGjUL/qwHLsdLX3tpXHrlDdEOFxOmRNeN7sjjCW+j8LeOUfKtttxtbSvLR+OaD7TxjEeejh98zg1x8tqVvFIT39oWIkoGwYMMgqN+jpl5CYBnZqlMlAABAgQIECBAoBcCiiBAgAABAgQIECBAgAABAgT6LzDnFdZot7YRQ81cuzbu9fkL8UM/d8e44m43xNrGakaqXbT156CbEqXUFlv7Evv5KplQL5Zj8eY3HotnfOVqvPPvBxFthtS1gC7n0mUQHHkuZuclAJ6dtTJTAgQIECBAgAABAgRmXMD0CRAgQIAAAQIECBAgQIDAPAhkbBq13VRrBryRZz7qkyNe/vOXxT0/fiWG7XqUpqkRcER9L8PRbustz01uO3tuXR27DtU18X//10Z808Oujp/5gROxcSLvKidj9C3g2NnroO8WAB/0ChifAAECBAgQIECAAAECBOZBQI0ECBAgQIAAAQIECBCYG4GMTjPuPbvcPJNbdCWuukfES98Q8Ymfvh7tsI3hcDWG5XQMY23zgeZklLy3lJL787fNG3f+Xn92urZoY5Tr1l94HrWuixJdNOVwrJ+6Y7zhRwfxjEddH//814cjhhmnZjadl+PmV3fz4RQe5YyncFZzMyWFEiBAgAABAgQIECBAgAABAv0XUCEBAgQIECBAgAABugGIrQAAEABJREFUApsCJTJpjSvvGvHqNx2Lf3+/DHsHbUS3GKXktcjX8Gi+bR3n0WS22v/ZbWuUDKhr0NsND8X//qvD8ZQvH8bP/sh6nDmR10eZ73oenMlW/13g0Yk8nr5NADx9a2JG8yKgTgIECBAgQIAAAQIECBAgQKD/AiokQIAAAQIECBC4WWA7c82EslmOeOnPHI0vecx6NAuno4lD0TWnIwY3pa03P7dPR/UHqZsYxqB00bSLMVxdjNf/yDCe/BXXxT/+ZUS7USK6lZzNYrY8zvdp3JJ3GqdlTgQIEOi3gOoIECBAgAABAgQIECBAgACB/guokAABAgQIELiAQNmIKCWe/j3H4jFPXYnh4NroYinaWIibX/Vbtu3NH/flqManGe7Wocsw8ije+45j8c0PPx0/9uJhDDOjzomeZyb1gf2e63mmkadqBbmzESBAgAABAvskYBgCBAgQIECAAAECBAgQIECg/wIqJECAAIELCdRUtQa9gwxNMwR+zNOX4jtfczRWjp7MpwbRdiW6DF+jrOXn/dzqxGrLMUcp6iCiXY7VMyXataX49dcN4mvuM4w/+vWc10be03XRdasR3Xp0cSpPCIATwUaAAAECBAgQmCcBtRIgQIAAAQIECBAgQIAAAQL9F1AhAQIXK1DKVtg62Ih7P3gxvvdnDsVVd89AtWmj2w5/u1ESe7FdjuG+rTlt91Qz6q3j4UaJaz5Q4kVPHMaLvnE1PvQvZfQz0RGZBnfLeVf99vIw9we77bfYwVZrdAIECBAgQIAAAQIHJWBcAgQIECBAgAABAgQIECBAoP8CKtydQJfBaVmPf/NZC/H9P3M0PuZTz8TCchNthqrdLfLYiExkdzfKrp4qpUQTJQalGbV6vNgcij/9b4N4/BeeiDf88Fp0q4dyWk1EZPjbDfI4D+s0a8vD/d7qTPZ7TOMRIECAAAECBAgQIEBgrgQUS4AAAQIECBAgQIAAAQIECFxYoBsuxnBjNe58z2G84pcOxb0fdCaibNw67q0/DX3rs7Evr5pGj1qO1i7EqRuX4ud/bBCPut/74o9+cxgx3Ap/83Ic1BxzbAFwItgIECBAgAABAgQIECBAgMCEBHRLgAABAgQIECBAgAABArcnUCJKppaDhZWIaGLxyHq84EcuiSd8Wxdtc3UM27Pj1BKlRLZymy32+OpG/7ZvF9v7m7orXcSoRUSJnNRCdBsLcfW/3im+60ldPO3hH45/eXuerxOu99UQOOded/lktPlf3ecdE92ScqL96/y8Ak4SIECAAAECBAgQIECAAAEC/RdQIQECBAgQIECAAAECFy1QA9XRzXnQLUUsrcdXPHExXvazl8Rld74x2nIqA9e8oRtkMFuy7UeUmuNdcKtzrS0j124x/s9fXRKPf8iJ+IFvuzGuf2+eq/82cA2Caxv1U9PgM3m0nm1y868j5wA2AgT2TcBABAgQIECAAAECBAgQIECAQP8FVEiAAAECBAgQILB7gcxUR2lvWY9Pv+9SvPJXj8WnfPqhKM1GrK+3o/B3+9u5db/7gfb2ZMl5lsEwBrVFhtLrgxh0R+K//uyhePTnrcZrXrgWazeUGK5FvRpNLETpViIyLI48ExN6NRPqV7cECBAgcB4BpwgQIECAAAECBAgQIECAAIH+C6iQAAECBAgQ2KtA/aZsxphlI2JwIq78qIiXvbHEAx++FmXxZHSRIXC2vY6y9+dLhrnZckZRcs61ZbC7MFiK0yeX4ld/ehBf/bkn4zd+9lSsn6r3rUde3mxRX119G3tLubH3qUMCBAgQIEDg1gLOECBAgAABAgQIECBAgAABAv0XUCEBAgQIjEWgRpgL2VP9tuzRqFnvwtEz8ayXHo7n/sByLF/y/miWTmeWWqJ+CzdvPMAt59plu2kGm0FwKV103SBu+NBivPyFw3jcA2+IX/+pjVg9maFvbu2wPpCBcB7X/Lh+GhVaP29+2PX72bPZdSceJECAAAECBAgQuJCAawQIECBAgAABAgQIECBAgED/BVRIgMD4BUqMEt5B5GshSubBn/+IpfiJ/3LXuMvdM2ityXCX9+TVg91q5Frb+WZRYlCOxPv/5Xi88sVd/KcvvjZ+91fOxMZqRHRLESUPMiyO0StrKifzaG8p8G3NJDu2ESBAgAABAgQIECCwZwEdECBAgAABAgQIECBAgAABAv0XUOEEBTIUrUFvLETUoHSwGnf5uIif/J1L4v4PPxXdYD1qBtxmDlxbPY4peZUyiJKt6QYxqHPaOBzv/adL4nufcSKe+JD1eMsvZhB8cjmD4Jx8V0PfrLE9knfm53zf7dbs9kHPESBAgAABAgQIECBAgMCFBVwlQIAAAQIECBAgQIAAAQIE9ipQ48za6m8mZzA6zMA0M+HBShvPednReNGrmyiLN+QgG9kyS40apNaWH/cpDc6Rztlylmd9zrk06xEZXEfJiY/C4OPxrndsxA9825l4/BffEL/6kzfG+smSz2QNdZdHm1s+e1M99bgabF650HtzoYuuESBAgAABAgQIECBAgAABArsS8BABAgQIECBAgAABAgQIjFVg9B3aGH2VtumilBKxFHHvhwziZ3//eHzyfziRUempWMpzbXNm9J3hsQ5/Vmdd18X5W+T5vDFz3pr1ljbnWY+HgyjDxbyWc85ZRrcY7UYG2WvH493/eCRe+cJBPPb+N8Yv/9harJ7I52vOm8+13Zm8ezVP1HY69122298EwLdvNMY7dEWAAAECBAgQIECAAAECBAj0X0CFBAgQIECAAAECBAjsm0Bmqld+dBcv/anj8ZinlGiba3LojECbDE1LJqn1W8C15dnJbzmZ2G63HC3PZ36b2XEGwXkt59RlK9Fkpn04rnn3sXj1dzXxyP/4vnjtS2+Ia98X2VP9SegMiqO+6j4/R9Z0Oy2rrw9oBAhMXMAABAgQIECAAAECBAgQIECAQP8FVEiAAAECBAgQIDB5gSbD1NpylylpdG2J5SNNPO5bD8UP/vzxuPNH1pB0PefRZMutZPKau/3dtiZXJzhqkVHvrVvJuQ9KRJ3ioF2JG95/Vfzyj5d4xL0/GD/4Lavxjr/rottYiehqLW3uB7duGSHHWa3eGV4ECBAgMFkBvRMgQIAAAQIECBAgQIAAAQL9F1AhAQIECBAgcEAC9Zu+o2/8dvEJn9HFT/zXI/HFjxpEO7g+2mbjgCZVhy35VlvubmsrGU7XW5oMrUfJbYlueCy69TvGb//iQnzDF304nvmItfizN7fRruYNeXuc3Wq/Z3/O47yrntUIECBAgACBCQnolgABAgQIECBAgAABAgQIEOi/gAoJECBA4AAFShlEiaWcQYmmWY6V4xFP/+7D8bKfPhZX3u3D0UaGwE2JkiFr6UpM1ysT25xhRBOD0o5aadqcaxdNN4iF7ni8/c8H8fxvKPGY/3gmfuEVZ+KGq7OCzIu7jS66LmurAXie2t6a7QN7AgQIECBAgACBcQvojwABAgQIECBAgAABAgQIEOi/gAoJEJgOgXLzNGoCuhDxaQ8YxE/81yvjQQ/fiMHyDRFtnhys5X1dtmnZ6rzrhOt+c043H9XP+SmD4Oia+OA7V+LHX1ri4fc6Gd/5xNPxV3+0EaXLmrqsJ8PjKBsRZTWj5PAiQIAAAQIECBAgQGDsAjokQIAAAQIECBAgQIAAAQIE+i+gwukUyMx0+2eSj9xhPb71hw7Fd732UNzhLqdj2A2jLZkF58zbrZa7s7YMU8/6dBCHJafQZBtE/W8hBnliMFjPktZisVnOnPdI/MmbF+NbHn1DfM1nr8Uvv2ojPvTOJrph/fnoEAAfxKIZkwABAgQIECBAgACBfguojgABAgQIECBAgAABAgQIEDhggdE3YldzEoOIQRefef/F+Ln/fige+phhRHNjZIqaLSIyXI3RKxPXjFgj8vpoPzp5wbfJX8w5lbWI2rrFKO1SjF7Neu7aWF64PK5531L855ctxiM+54PxvK89E3/4pkUBcOrYCBAgQIAAAQIECBAgQIDAuAT0Q4AAAQIECBAgQIAAAQLTIlCWMuxtbprN4HDEU7/7aLzyTUfiYz7twxHldJQMituuRNtk0Bolz2XoGvv76rr6b/nWFpGH57Z2Mbra6oX6teAMrLt2MDrXtvlMto31Jprh5fG2P1iK7376mgB4f5bPKAQIECBAgAABAgQIECBAgED/BVRIgAABAgQIECBAgMD0CNTgNwPd0YS29/khT3/CZwziR37+ivhPz1mMhUPXRQxWIzZW8mKJGH3LNvf5af+3Ou52O3v0eu5Cn/NahthR/z3gdlkAnBw2ApMV0DsBAgQIECBAgAABAgQIECDQfwEVEiBAgAABAgQITK9AzU/PaSVWjjbxlU8exE//zh3jcx80iGZxPdbX16Npbq+M/fqG8NkTvvCc6pRv2S78hKsECBAgsGsBDxIgQIAAAQIECBAgQIAAAQL9F1AhAQIECBAgMGsCbXRlNaJt46qPGcZzXtHEC141iLt+7DBiMc9HDXm3W9a2fVi/ZRvt1oncTXyrIfDOB2l2/ognCBAgQIAAgYsQcAsBAgQIECBAgAABAgQIECDQfwEVEiBAgMBMCjRRYinKYCFn38Ty0Yj7PnQ1/vPvrMTXPqPNz2sRg2Feq8lv7tqSYXG2PJyFrZmFSZojAQIECBAgQGC2BMyWAAECBAgQIECAAAECBAgQ6L+ACgkQmG2B7UA3912NTFdi8VgbX/2UQ/Ha31qJ+37hekRzOtv1EYMMgmsgXNqIrobGZapLr9VM9QRNjgABAgQIECBAgMBMCZgsAQIECBAgQIAAAQIECBAg0H8BFfZIYBhRNiKT3Sglg91mI+58z4gXvGYlXv7Lh+KjP7mJbrAaXWmijWxN3p9333rrtk5t77c+HsBOAHwA6IYkQIAAAQIECBAgQKCfAqoiQIAAAQIECBAgQIAAAQIEZkygG0S0CxH1W8CjIDjnP6jf/m3jEz6zi9f816Px3O9fikuv+kBEWcu2GpFRcNz0qoHvVusyQI6t45uu7/+BAHj/zY1IgAABAgQIECBAgAABAv0TUBEBAgQIECBAgAABAgQIzKJAzWxrYlr3kUFwZCBcf+Y5g+GykMdNEw94ZBNv+O9XxRNfeDqWj10TZenGWO9OR9fWhzYiypm4+XVTZzef2uejOoN9HnKehlMrAQIECBAgQIAAAQIECBAg0H8BFRIgQIAAAQIECBAg0A+BGujestXK2lg+2sWXf90l8fO/f7d42KMPxeGjG1Ga9Yh2KWJ4OCID4yhd7vP50TeB63MH0wTAB+Nu1HkQUCMBAgQIECBAgAABAgQIECDQfwEVEiBAgAABAgQI9E8gM9y4qW1kfW22EmUh4vhVEU940XK87nePxxd81XosHrk22sH10Qy2wt+S95Zh3p+f8/0gNgHwQagbkwCB3gsokAABAgQIECBAgAABAgQIEOi/gAoJECBAgACBeRDI1O9MNoAAABAASURBVLf+LHRkqFu/4VtLLhFXfGTEM192OP7z79wh7v+wLtqFD0X9Reh2cGpzn/dlFBy1xejfBc4To23ywbAAeATtjQABAgQIjE1ARwQIECBAgAABAgQIECBAgED/BVRIgAABAnMlkIlv/UpwyX1NV5uMdWtb6OKqj+viea84Fq/81Svivl98YzSLaxGLN8ZG10abiXCXeW/brGYQnAejn4bOIPmcQHj8kM34u9QjAQIECBAgQGBeBdRNgAABAgQIECBAgAABAgQI9F9AhQQIzKfAWbFq5sA1D950yGC3aeLjPj3iha86Fq/+9UvigQ9bjOXjH4qu2diMettDcdP97WLEKAiOib3OmunExtAxAQIECBAgQIAAgf4LqJAAAQIECBAgQIAAAQIECBDov4AKCdxKYCsNrruFiHv+m0E85wcPx2t/68r4im+8IZpD74thORNRSnSDDIsXT+Vx7uO2Xhe6dlvPnHteAHyuh08ECBAgQIAAAQIECBDYsYAHCBAgQIAAAQIECBAgQIAAgf4LnL/CTH5rZtvm1dyXTF9L08bdP3YYT/6Oy+KX/+Qu8WWPW4/Dl5yI6LrIWzZvHB3VT7XlqZu2+rm2m07s+CCnsONnPECAAAECBAgQIECAAAECBAhsCngnQIAAAQIECBAgQIAAgbkTqBFrbRn+1trrLj/W8Ld+jBjkbjEiz93hqoinvvhY/MIfH4snveiGuOyqG2I4uD42uvpN4PWIki3y1ZYMiLNFbTUAri3P72LLYXfxlEduR8BlAgQIECBAgAABAgQIECBAoP8CKiRAgAABAgQIECBAgMDtC5TMgw9dEvGwr700fvb3rooXveJ4fNy/bfPBbGVjM/htMgguq3mubjUErq0e77wJgHdu5gkCFxZwlQABAgQIECBAgAABAgQIEOi/gAoJECBAgAABAgQIXIxAzXFrq/dmELx0rI37fslCvOa3jser3rQc9/mCU7F09JpYXT8RXddEF+vRdu2o1Ucu3Oq3hLfbzXcKgG+2cESAAIE9C+iAAAECBAgQIECAAAECBAgQ6L+ACgkQIECAAAECOxGoEW2UfG82IurvRNeEdjHiY+/VxHf8+BXxc390eTzhuYfiirudiW7xg9GVYeTd0UZkq0d5cPbWZaJc20131Xtq27ypdr955J0AAQIECBDYi4BnCRAgQIAAAQIECBAgQIAAgf4LqJAAAQIECOxYoGReW2oAHIOIPB617bw2T11yVcQjn7ESr/+DY/HiH7syPv1z2yjL1+e9wyhNG10pGQRH5EFEmx1sPxt5UNp6IdvNmwD4ZgtHBAgQIECAAIFdCniMAAECBAgQIECAAAECBAgQ6L+ACgkQILAXgRrLZnhbu6i72upxbfU4g96FoxH3+cKl+P43rsQv//ll8cin3BhX3i2ia05ENGciyjBbxChAjvoq9WIe5D7ft7c60vaxPQECBAgQIECAAAECOxVwPwECBAgQIECAAAECBAgQINB/ARUSmKhAl71vxbZlNUqzHpde2cU3PPvS+Lm3DuJ7X7cS9/vSNsryyVjvTkU32MhWvxk8iK4sZMt900TXlFHb6in7tBEgQIAAAQIECBAgQIDAjgTcTIAAAQIECBAgQIAAAQIECPRfYPIVrkfUDLi2WM7hFvJz/VZvtqaLz/i8hfjWlx2O//K24/HcH+ziEz5lIZqFUxFlI25+1YdrixAA36ziiAABAgQIECBAgAABAgQIXKyA+wgQIECAAAECBAgQIECAwJgEFmP0s84ltl5NlCYPB9maZnS8eKjEocsiHvzII/Hy31iP1//B0fj6Z6/FR3z8+2M9romNuCHashptZsBNPmYbm4COCBAgQIAAAQIECBAgQIAAgf4LqJAAAQIECBAgQIAAAQLjFLgp+b1wp/W20kaz0MSd7hHxyKcejp9+853iZ/7b5fHob+7ibh+9EF2cCQHwhRldJXDxAu4kQIAAAQIECBAgQIAAAQIE+i+gQgIECBAgQIAAAQL7LTAKfnPQ0T7j3ZIHZRhR1qMsrcfdP2k9vuG5x+Knf38hfuLNywLg8CJAgMAYBHRBgAABAgQIECBAgAABAgQI9F9AhQQIECBAgACBAxfocgZdhsDtIKJbzLaULfcxiC5z4Xt+SgiAk8hGgAABAgT2IuBZAgQIECBAgAABAgQIECBAoP8CKiRAgAABAtMhULamkRlw1OOzWlPP5cnRbus2OwIECBAgQIAAgR0JuJkAAQIECBAgQIAAAQIECBDov4AKCRAgMGUCNfQ935S2zguAz4fjHAECBAgQIECAAIHbE3CdAAECBAgQIECAAAECBAgQ6L+ACgnMoIAAeAYXzZQJECBAgAABAgQIEDhYAaMTIECAAAECBAgQIECAAAEC/ReY1QoFwLO6cuZNgAABAgQIECBAgAABAgchYEwCBAgQIECAAAECBAgQIDDVAgLgsSyPTggQIECAAAECBAgQIECAAIH+C6iQAAECBAgQIECAAAEC0y8gAJ7+NTLDaRcwPwIECBAgQIAAAQIECBAgQKD/AiokQIAAAQIECBAgMCMCAuAZWSjTJEBgOgXMigABAgQIECBAgAABAgQIEOi/gAoJECBAgAABArMkIACepdUyVwIECBCYJgFzIUCAAAECBAgQIECAAAECBPovoEICBAgQIDBzAgLgmVsyEyZAgAABAgQOXsAMCBAgQIAAAQIECBAgQIAAgf4LqJAAAQKzKSAAns11M2sCBAgQIECAAIGDEjAuAQIECBAgQIAAAQIECBAg0H8BFRKYYQEB8AwvnqkTIECAAAECBAgQILC/AkYjQIAAAQIECBAgQIAAAQIE+i8w6xUKgGd9Bc2fAAECBAgQIECAAAECBPZDwBgECBAgQIAAAQIECBAgQGAmBATAe1omDxMgQIAAAQIECBAgQIAAAQL9F1AhAQIECBAgQIAAAQIEZkdAADw7a2Wm0yZgPgQIECBAgAABAgQIECBAgED/BVRIgAABAgQIECBAYMYEBMAztmCmS4DAdAiYBQECBAgQIECAAAECBAgQINB/ARUSIECAAAECBGZRQAA8i6tmzgQIECBwkALGJkCAAAECBAgQIECAAAECBPovoEICBAgQIDCzAgLgmV06EydAgAABAgT2X8CIBAgQIECAAAECBAgQIECAQP8FVEiAAIHZFhAAz/b6mT0BAgQIECBAgMB+CRiHAAECBAgQIECAAAECBAgQ6L+ACgn0QEAA3INFVAIBAgQIECBAgAABApMV0DsBAgQIECBAgAABAgQIECDQf4G+VCgA7stKqoMAAQIECBAgQIAAAQIEJiGgTwIECBAgQIAAAQIECBAgMFMCAuBdLZeHCBAgQIAAAQIECBAgQIAAgf4LqJAAAQIECBAgQIAAAQKzJyAAnr01M+ODFjA+AQIECBAgQIAAAQIECBAg0H8BFRIgQIAAAQIECBCYUQEB8IwunGkTIHAwAkYlQIAAAQIECBAgQIAAAQIE+i+gQgIECBAgQIDALAsIgGd59cydAAECBPZTwFgECBAgQIAAAQIECBAgQIBA/wVUSIAAAQIEZl5AADzzS6gAAgQIECBAYPICRiBAgAABAgQIECBAgAABAgT6L6BCAgQI9ENAANyPdVQFAQIECBAgQIDApAT0S4AAAQIECBAgQIAAAQIECPRfQIUEeiQgAO7RYiqFAAECBAgQIECAAIHxCuiNAAECBAgQIECAAAECBAgQ6L9A3yoUAPdtRdVDgAABAgQIECBAgAABAuMQ0AcBAgQIECBAgAABAgQIEJhJAQHwjpbNzQQIECBAgAABAgQIECBAgED/BVRIgAABAgQIECBAgACB2RUQAM/u2pn5fgsYjwABAgQIECBAgAABAgQIEOi/gAoJECBAgAABAgQIzLiAAHjGF9D0CRDYHwGjECBAgAABAgQIECBAgAABAv0XUCEBAgQIECBAoA8CAuA+rKIaCBAgQGCSAvomQIAAAQIECBAgQIAAAQIE+i+gQgIECBAg0BsBAXBvllIhBAgQIECAwPgF9EiAAAECBAgQIECAAAECBAj0X0CFBAgQ6JeAALhf66kaAgQIECBAgACBcQnohwABAgQIECBAgAABAgQIEOi/gAoJ9FBAANzDRVUSAQIECBAgQIAAAQJ7E/A0AQIECBAgQIAAAQIECBAg0H+BvlYoAO7ryqqLAAECBAgQIECAAAECBHYj4BkCBAgQIECAAAECBAgQIDDTAgLgi1o+NxEgQIAAAQIECBAgQIAAAQL9F1AhAQIECBAgQIAAAQIEZl9AADz7a6iCSQvonwABAgQIECBAgAABAgQIEOi/gAoJECBAgAABAgQI9ERAANyThVQGAQKTEdArAQIECBAgQIAAAQIECBAg0H8BFRIgQIAAAQIE+iQgAO7TaqqFAAECBMYpoC8CBAgQIECAAAECBAgQIECg/wIqJECAAAECvRMQAPduSRVEgAABAgQI7F1ADwQIECBAgAABAgQIECBAgED/BVRIgACBfgoIgPu5rqoiQIAAAQIECBDYrYDnCBAgQIAAAQIECBAgQIAAgf4LqJBAjwUEwD1eXKURIECAAAECBAgQILAzAXcTIECAAAECBAgQIECAAAEC/Rfoe4UC4L6vsPoIECBAgAABAgQIECBA4GIE3EOAAAECBAgQIECAAAECBHohIAC+4DK6SIAAAQIECBAgQIAAAQIECPRfQIUECBAgQIAAAQIECBDoj4AAuD9rqZJxC+iPAAECBAgQIECAAAECBAgQ6L+ACgkQIECAAAECBAj0TEAA3LMFVQ4BAuMR0AsBAgQIECBAgAABAgQIECDQfwEVEiBAgAABAgT6KCAA7uOqqokAAQIE9iLgWQIECBAgQIAAAQIECBAgQKD/AiokQIAAAQK9FRAA93ZpFUaAAAECBAjsXMATBAgQIECAAAECBAgQIECAQP8FVEiAAIF+CwiA+72+qiNAgAABAgQIELhYAfcRIECAAAECBAgQIECAAAEC/RdQIYE5EBAAz8EiK5EAAQIECBAgQIAAgQsLuEqAAAECBAgQIECAAAECBAj0X2BeKhQAz8tKq5MAAQIECBAgQIAAAQIEzifgHAECBAgQIECAAAECBAgQ6JWAAPi8y+kkAQIECBAgQIAAAQIECBAg0H8BFRIgQIAAAQIECBAgQKB/AgLg/q2pivYq4HkCBAgQIECAAAECBAgQIECg/wIqJECAAAECBAgQINBTAQFwTxdWWQQI7E7AUwQIECBAgAABAgQIECBAgED/BVRIgAABAgQIEOizgAC4z6urNgIECBDYiYB7CRAgQIAAAQIECBAgQIAAgf4LqJAAAQIECPReQADc+yVWIAECBAgQIHD7Au4gQIAAAQIECBAgQIAAAQIE+i+gQgIECMyHgAB4PtZZlQQIECBAgAABArcl4DwBAgQIECBAgAABAgQIECDQfwEVEpgjAQHwHC22UgkQIECAAAF4Yo6jAAAQAElEQVQCBAgQOFfAJwIECBAgQIAAAQIECBAgQKD/AvNWoQB43lZcvQQIECBAgAABAgQIECBQBTQCBAgQIECAAAECBAgQINBLAQHwOcvqAwECBAgQIECAAAECBAgQINB/ARUSIECAAAECBAgQIECgvwIC4P6urcp2KuB+AgQIECBAgAABAgQIECBAoP8CKiRAgAABAgQIECDQcwEBcM8XWHkECFycgLsIECBAgAABAgQIECBAgACB/guokAABAgQIECAwDwIC4HlYZTUSIECAwIUEXCNAgAABAgQIECBAgAABAgT6L6BCAgQIECAwNwIC4LlZaoUSIECAAAECtxZwhgABAgQIECBAgAABAgQIEOi/gAoJECAwXwIC4Plab9USIECAAAECBAhsC9gTIECAAAECBAgQIECAAAEC/RdQIYE5FBAAz+GiK5kAAQIECBAgQIDAvAuonwABAgQIECBAgAABAgQIEOi/wLxWKACe15VXNwECBAgQIECAAAECBOZTQNUECBAgQIAAAQIECBAgQKDXAgLg0fJ6I0CAAAECBAgQIECAAAECBPovoEICBAgQIECAAAECBAj0X0AA3P81VuHtCbhOgAABAgQIECBAgAABAgQI9F9AhQQIECBAgAABAgTmREAAPCcLrUwCBM4v4CwBAgQIECBAgAABAgQIECDQfwEVEiBAgAABAgTmSUAAPE+rrVYCBAgQOFvAMQECBAgQIECAAAECBAgQINB/ARUSIECAAIG5ExAAz92SK5gAAQIECBCIYECAAAECBAgQIECAAAECBAj0X0CFBAgQmE8BAfB8rruqCRAgQIAAAQLzK6ByAgQIECBAgAABAgQIECBAoP8CKiQwxwIC4DlefKUTIECAAAECBAgQmDcB9RIgQIAAAQIECBAgQIAAAQL9F5j3CgXA8/4XoH4CBAgQIECAAAECBAjMh4AqCRAgQIAAAQIECBAgQIDAXAjMeQA8F2usSAIECBAgQIAAAQIECBAgMOcCyidAgAABAgQIECBAgMD8CAiA52etVXpLAZ8JECBAgAABAgQIECBAgACB/guokAABAgQIECBAgMCcCQiA52zBlUuAwKaAdwIECBAgQIAAAQIECBAgQKD/AiokQIAAAQIECMyjgAB4HlddzQQIEJhvAdUTIECAAAECBAgQIECAAAEC/RdQIQECBAgQmFsBAfDcLr3CCRAgQIDAPAqomQABAgQIECBAgAABAgQIEOi/gAoJECAw3wIC4Plef9UTIECAAAECBOZHQKUECBAgQIAAAQIECBAgQIBA/wVUSIBACID9ERAgQIAAAQIECBAg0HsBBRIgQIAAAQIECBAgQIAAAQL9F1DhpoAAeNPBOwECBAgQIECAAAECBAj0U0BVBAgQIECAAAECBAgQIEBgrgTmNACeqzVWLAECBAgQIECAAAECBAgQmFMBZRMgQIAAAQIECBAgQGD+BATA87fmKiZAgAABAgQIECBAgAABAgQI9F9AhQQIECBAgAABAgTmVEAAPKcLr2wC8yqgbgIECBAgQIAAAQIECBAgQKD/AiokQIAAAQIECMyzgAB4nldf7QQIEJgvAdUSIECAAAECBAgQIECAAAEC/RdQIQECBAgQmHsBAfDc/wkAIECAAAEC8yCgRgIECBAgQIAAAQIECBAgQKD/AiokQIAAgSogAK4KGgECBAgQIECAQH8FVEaAAAECBAgQIECAAAECBAj0X0CFBAjcJCAAvonCAQECBAgQIECAAAECfRNQDwECBAgQIECAAAECBAgQINB/ARWeKyAAPtfDJwIECBAgQIAAAQIECBDoh4AqCBAgQIAAAQIECBAgQIDAXArMWQA8l2usaAIECBAgQIAAAQIECBAgMGcCyiVAgAABAgQIECBAgMD8CgiA53ft569yFRMgQIAAAQIECBAgQIAAAQL9F1AhAQIECBAgQIAAgTkXEADP+R+A8gnMi4A6CRAgQIAAAQIECBAgQIAAgf4LqJAAAQIECBAgQCBCAOyvgAABAgT6LqA+AgQIECBAgAABAgQIECBAoP8CKiRAgAABAgS2BATAWxB2BAgQIECAQB8F1ESAAAECBAgQIECAAAECBAj0X0CFBAgQIHC2gAD4bA3HBAgQIECAAAEC/RFQCQECBAgQIECAAAECBAgQINB/ARUSIHArAQHwrUicIECAAAECBAgQIEBg1gXMnwABAgQIECBAgAABAgQIEOi/gArPLyAAPr+LswQIECBAgAABAgQIECAwmwJmTYAAAQIECBAgQIAAAQIE5lpgTgLguV5jxRMgQIAAAQIECBAgQIAAgTkRUCYBAgQIECBAgAABAgQICID9DfRfQIUECBAgQIAAAQIECBAgQIBA/wVUSIAAAQIECBAgQIDASEAAPGLwRoBAXwXURYAAAQIECBAgQIAAAQIECPRfQIUECBAgQIAAAQI3CwiAb7ZwRIAAAQL9ElANAQIECBAgQIAAAQIECBAg0H8BFRIgQIAAAQK3EBAA3wLERwIECBAgQKAPAmogQIAAAQIECBAgQIAAAQIE+i+gQgIECBA4n4AA+HwqzhEgQIAAAQIECMyugJkTIECAAAECBAgQIECAAAEC/RdQIQECtykgAL5NGhcIECBAgAABAgQIEJg1AfMlQIAAAQIECBAgQIAAAQIE+i+gwgsLCIAv7OMqAQIECBAgQIAAAQIECMyGgFkSIECAAAECBAgQIECAAAECKdDzADgrtBEgQIAAAQIECBAgQIAAAQI9F1AeAQIECBAgQIAAAQIECGwLCIC3Jez7J6AiAgQIECBAgAABAgQIECBAoP8CKiRAgAABAgQIECBA4BwBAfA5HD4QINAXAXUQIECAAAECBAgQIECAAAEC/RdQIQECBAgQIECAwK0FBMC3NnGGAAECBGZbwOwJECBAgAABAgQIECBAgACB/guokAABAgQIELgNAQHwbcA4TYAAAQIECMyigDkTIECAAAECBAgQIECAAAEC/RdQIQECBAhcSEAAfCEd1wgQIECAAAECBGZHwEwJECBAgAABAgQIECBAgACB/guokACB2xUQAN8ukRsIECBAgAABAgQIEJh2AfMjQIAAAQIECBAgQIAAAQIE+i+gwosTEABfnJO7CBAgQIAAAQIECBAgQGA6BcyKAAECBAgQIECAAAECBAgQOEugpwHwWRU6JECAAAECBAgQIECAAAECBHoqoCwCBAgQIECAAAECBAgQuKWAAPiWIj7PvoAKCBAgQIAAAQIECBAgQIAAgf4LqJAAAQIECBAgQIAAgfMKCIDPy+IkAQKzKmDeBAgQIECAAAECBAgQIECAQP8FVEiAAAECBAgQIHDbAgLg27ZxhQABAgRmS8BsCRAgQIAAAQIECBAgQIAAgf4LqJAAAQIECBC4HQEB8O0AuUyAAAECBAjMgoA5EiBAgAABAgQIECBAgAABAv0XUCEBAgQIXIyAAPhilNxDgAABAgQIECAwvQJmRoAAAQIECBAgQIAAAQIECPRfQIUECFy0gAD4oqncSIAAAQIECBAgQIDAtAmYDwECBAgQIECAAAECBAgQINB/ARXuTEAAvDMvdxMgQIAAAQIECBAgQIDAdAiYBQECBAgQIECAAAECBAgQIHAegZ4FwOep0CkCBAgQIECAAAECBAgQIECgZwLKIUCAAAECBAgQIECAAIHbEhAA35aM87MnYMYECBAgQIAAAQIECBAgQIBA/wVUSIAAAQIECBAgQIDABQUEwBfkcZEAgVkRME8CBAgQIECAAAECBAgQIECg/wIqJECAAAECBAgQuH0BAfDtG7mDAAECBKZbwOwIECBAgAABAgQIECBAgACB/guokAABAgQIELhIAQHwRUK5jQABAgQIEJhGAXMiQIAAAQIECBAgQIAAAQIE+i+gQgIECBDYiYAAeCda7iVAgAABAgQIEJgeATMhQIAAAQIECBAgQIAAAQIE+i+gQgIEdiwgAN4xmQcIECBAgAABAgQIEDhoAeMTIECAAAECBAgQIECAAAEC/RdQ4e4EBMC7c/MUAQIECBAgQIAAAQIECByMgFEJECBAgAABAgQIECBAgACBCwj0JAC+QIUuESBAgAABAgQIECBAgAABAj0RUAYBAgQIECBAgAABAgQI3J6AAPj2hFyffgEzJECAAAECBAgQIECAAAECBPovoEICBAgQIECAAAECBC5KQAB8UUxuIkBgWgXMiwABAgQIECBAgAABAgQIEOi/gAoJECBAgAABAgQuXkAAfPFW7iRAgACB6RIwGwIECBAgQIAAAQIECBAgQKD/AiokQIAAAQIEdiggAN4hmNsJECBAgACBaRAwBwIECBAgQIAAAQIECBAgQKD/AiokQIAAgd0ICIB3o+YZAgQIECBAgACBgxMwMgECBAgQIECAAAECBAgQINB/ARUSILBrAQHwruk8SIAAAQIECBAgQIDAfgsYjwABAgQIECBAgAABAgQIEOi/gAr3JiAA3pufpwkQIECAAAECBAgQIEBgfwSMQoAAAQIECBAgQIAAAQIECFyEwIwHwBdRoVsIECBAgAABAgQIECBAgACBGRcwfQIECBAgQIAAAQIECBC4WAEB8MVKuW/6BMyIAAECBAgQIECAAAECBAgQ6L+ACgkQIECAAAECBAgQ2JGAAHhHXG4mQGBaBMyDAAECBAgQIECAAAECBAgQ6L+ACgkQIECAAAECBHYuIADeuZknCBAgQOBgBYxOgAABAgQIECBAgAABAgQI9F9AhQQIECBAgMAuBQTAu4TzGAECBAgQIHAQAsYkQIAAAQIECBAgQIAAAQIE+i+gQgIECBDYi4AAeC96niVAgAABAgQIENg/ASMRIECAAAECBAgQIECAAAEC/RdQIQECexYQAO+ZUAcECBAgQIAAAQIECExaQP8ECBAgQIAAAQIECBAgQIBA/wVUOB4BAfB4HPVCgAABAgQIECBAgAABApMR0CsBAgQIECBAgAABAgQIECCwA4EZDYB3UKFbCRAgQIAAAQIECBAgQIAAgRkVMG0CBAgQIECAAAECBAgQ2KmAAHinYu4/eAEzIECAAAECBAgQIECAAAECBPovoEICBAgQIECAAAECBHYlIADeFZuHCBA4KAHjEiBAgAABAgQIECBAgAABAv0XUCEBAgQIECBAgMDuBQTAu7fzJAECBAjsr4DRCBAgQIAAAQIECBAgQIAAgf4LqJAAAQIECBDYo4AAeI+AHidAgAABAgT2Q8AYBAgQIECAAAECBAgQIECAQP8FVEiAAAEC4xAQAI9DUR8ECBAgQIAAAQKTE9AzAQIECBAgQIAAAQIECBAg0H8BFRIgMDYBAfDYKHVEgAABAgQIECBAgMC4BfRHgAABAgQIECBAgAABAgQI9F9AheMVEACP11NvBAgQIECAAAECBAgQIDAeAb0QIECAAAECBAgQIECAAAECuxCYsQB4FxV6hAABAgQIECBAq+aLigAAEABJREFUgAABAgQIEJgxAdMlQIAAAQIECBAgQIAAgd0KCIB3K+e5/RcwIgECBAgQIECAAAECBAgQINB/ARUSIECAAAECBAgQILAnAQHwnvg8TIDAfgkYhwABAgQIECBAgAABAgQIEOi/gAoJECBAgAABAgT2LiAA3ruhHggQIEBgsgJ6J0CAAAECBAgQIECAAAECBPovoEICBAgQIEBgTAIC4DFB6oYAAQIECBCYhIA+CRAgQIAAAQIECBAgQIAAgf4LqJAAAQIExikgAB6npr4IECBAgAABAgTGJ6AnAgQIECBAgAABAgQIECBAoP8CKiRAYOwCAuCxk+qQAAECBAgQIECAAIG9CnieAAECBAgQIECAAAECBAgQ6L+ACicjIACejKteCRAgQIAAAQIECBAgQGB3Ap4iQIAAAQIECBAgQIAAAQIE9iAwIwHwHir0KAECBAgQIECAAAECBAgQIDAjAqZJgAABAgQIECBAgAABAnsVEADvVdDzkxcwAgECBAgQIECAAAECBAgQINB/ARUSIECAAAECBAgQIDAWAQHwWBh1QoDApAT0S4AAAQIECBAgQIAAAQIECPRfQIUECBAgQIAAAQLjExAAj89STwQIECAwXgG9ESBAgAABAgQIECBAgAABAv0XUCEBAgQIECAwZgEB8JhBdUeAAAECBAiMQ0AfBAgQIECAAAECBAgQIECAQP8FVEiAAAECkxAQAE9CVZ8ECBAgQIAAAQK7F/AkAQIECBAgQIAAAQIECBAg0H8BFRIgMDEBAfDEaHVMgAABAgQIECBAgMBOBdxPgAABAgQIECBAgAABAgQI9F9AhZMVEABP1lfvBAgQIECAAAECBAgQIHBxAu4iQIAAAQIECBAgQIAAAQIExiAw5QHwGCrUBQECBAgQIECAAAECBAgQIDDlAqZHgAABAgQIECBAgAABAuMSEACPS1I/4xfQIwECBAgQIECAAAECBAgQINB/ARUSIECAAAECBAgQIDBWAQHwWDl1RoDAuAT0Q4AAAQIECBAgQIAAAQIECPRfQIUECBAgQIAAAQLjFxAAj99UjwQIECCwNwFPEyBAgAABAgQIECBAgAABAv0XUCEBAgQIECAwIQEB8IRgdUuAAAECBAjsRsAzBAgQIECAAAECBAgQIECAQP8FVEiAAAECkxQQAE9SV98ECBAgQIAAAQIXL+BOAgQIECBAgAABAgQIECBAoP8CKiRAYOICAuCJExuAAAECBAgQIECAAIHbE3CdAAECBAgQIECAAAECBAgQ6L+ACvdHQAC8P85GIUCAAAECBAgQIECAAIHzCzhLgAABAgQIECBAgAABAgQIjFFgSgPgMVaoKwIECBAgQIAAAQIECBAgQGBKBUyLAAECBAgQIECAAAECBMYtIAAet6j+9i6gBwIECBAgQIAAAQIECBAgQKD/AiokQIAAAQIECBAgQGAiAgLgibDqlACB3Qp4jgABAgQIECBAgAABAgQIEOi/gAoJECBAgAABAgQmJyAAnpytngkQIEBgZwLuJkCAAAECBAgQIECAAAECBPovoEICBAgQIEBgwgIC4AkD654AAQIECBC4GAH3ECBAgAABAgQIECBAgAABAv0XUCEBAgQI7IeAAHg/lI1BgAABAgQIECBw2wKuECBAgAABAgQIECBAgAABAv0XUCEBAvsmIADeN2oDESBAgAABAgQIECBwSwGfCRAgQIAAAQIECBAgQIAAgf4LqHB/BQTA++ttNAIECBAgQIAAAQIECBDYFPBOgAABAgQIECBAgAABAgQITEBgygLgCVSoSwIECBAgQIAAAQIECBAgQGDKBEyHAAECBAgQIECAAAECBCYlIACelKx+dy7gCQIECBAgQIAAAQIECBAgQKD/AiokQIAAAQIECBAgQGCiAgLgifLqnACBixVwHwECBAgQIECAAAECBAgQINB/ARUSIECAAAECBAhMXkAAPHljIxAgQIDAhQVcJUCAAAECBAgQIECAAAECBPovoEICBAgQIEBgnwQEwPsEbRgCBAgQIEDgfALOESBAgAABAgQIECBAgAABAv0XUCEBAgQI7KeAAHg/tY1FgAABAgQIECBws4AjAgQIECBAgAABAgQIECBAoP8CKiRAYN8FBMD7Tm5AAgQIECBAgAABAgQIECBAgAABAgQIECBAgAABAv0XUOHBCAiAD8bdqAQIECBAgAABAgQIEJhXAXUTIECAAAECBAgQIECAAAECExSYkgB4ghXqmgABAgQIECBAgAABAgQIEJgSAdMgQIAAAQIECBAgQIAAgUkLCIAnLaz/2xdwBwECBAgQIECAAAECBAgQINB/ARUSIECAAAECBAgQILAvAgLgfWE2CAECtyXgPAECBAgQIECAAAECBAgQINB/ARUSIECAAAECBAjsn4AAeP+sjUSAAAEC5wr4RIAAAQIECBAgQIAAAQIECPRfQIUECBAgQIDAPgsIgPcZ3HAECBAgQIBAFdAIECBAgAABAgQIECBAgACB/guokAABAgQOQkAAfBDqxiRAgAABAgQIzLOA2gkQIECAAAECBAgQIECAAIH+C6iQAIEDExAAHxi9gQkQIECAAAECBAjMn4CKCRAgQIAAAQIECBAgQIAAgf4LqPBgBQTAB+tvdAIECBAgQIAAAQIECMyLgDoJECBAgAABAgQIECBAgACBfRA44AB4Hyo0BAECBAgQIECAAAECBAgQIHDAAoYnQIAAAQIECBAgQIAAgf0SEADvl7Rxbi3gDAECBAgQIECAAAECBAgQINB/ARUSIECAAAECBAgQILCvAgLgfeU2GAEC2wL2BAgQIECAAAECBAgQIECAQP8FVEiAAAECBAgQILD/AgLg/Tc3IgECBOZdQP0ECBAgQIAAAQIECBAgQIBA/wVUSIAAAQIECByQgAD4gOANS4AAAQIE5lNA1QQIECBAgAABAgQIECBAgED/BVRIgAABAgcpIAA+SH1jEyBAgAABAgTmSUCtBAgQIECAAAECBAgQIECAQP8FVEiAwIELCIAPfAlMgAABAgQIECBAgED/BVRIgAABAgQIECBAgAABAgQI9F9AhdMhIACejnUwCwIECBAgQIAAAQIECPRVQF0ECBAgQIAAAQIECBAgQIDAPgocUAC8jxUaigABAgQIECBAgAABAgQIEDggAcMSIECAAAECBAgQIECAwH4LCID3W9x4EQwIECBAgAABAgQIECBAgACB/guokAABAgQIECBAgACBAxEQAB8Iu0EJzK+AygkQIECAAAECBAgQIECAAIH+C6iQAAECBAgQIEDg4AQEwAdnb2QCBAjMm4B6CRAgQIAAAQIECBAgQIAAgf4LqJAAAQIECBA4YAEB8AEvgOEJECBAgMB8CKiSAAECBAgQIECAAAECBAgQ6L+ACgkQIEBgGgQEwNOwCuZAgAABAgQIEOizgNoIECBAgAABAgQIECBAgACB/guokACBqREQAE/NUpgIAQIECBAgQIAAgf4JqIgAAQIECBAgQIAAAQIECBDov4AKp0tAADxd62E2BAgQIECAAAECBAgQ6IuAOggQIECAAAECBAgQIECAAIEDENjnAPgAKjQkAQIECBAgQIAAAQIECBAgsM8ChiNAgAABAgQIECBAgACBgxIQAB+U/DyOq2YCBAgQIECAAAECBAgQIECg/wIqJECAAAECBAgQIEDgQAUEwAfKb3AC8yOgUgIECBAgQIAAAQIECBAgQKD/AiokQIAAAQIECBA4eAEB8MGvgRkQIECg7wLqI0CAAAECBAgQIECAAAECBPovoEICBAgQIEBgSgQEwFOyEKZBgAABAgT6KaAqAgQIECBAgAABAgQIECBAoP8CKiRAgACBaRIQAE/TapgLAQIECBAgQKBPAmohQIAAAQIECBAgQIAAAQIE+i+gQgIEpk5AADx1S2JCBAgQIECAAAECBGZfQAUECBAgQIAAAQIECBAgQIBA/wVUOJ0CAuDpXBezIkCAAAECBAgQIECAwKwKmDcBAgQIECBAgAABAgQIECBwgAL7FAAfYIWGJkCAAAECBAgQIECAAAECBPZJwDAECBAgQIAAAQIECBAgcNACAuCDXoF5GF+NBAgQIECAAAECBAgQIECAQP8FVEiAAAECBAgQIECAwFQICICnYhlMgkB/BVRGgAABAgQIECBAgAABAgQI9F9AhQQIECBAgAABAtMjIACenrUwEwIECPRNQD0ECBAgQIAAAQIECBAgQIBA/wVUSIAAAQIECEyZgAB4yhbEdAgQIECAQD8EVEGAAAECBAgQIECAAAECBAj0X0CFBAgQIDCNAgLgaVwVcyJAgAABAgQIzLKAuRMgQIAAAQIECBAgQIAAAQL9F1AhAQJTKyAAntqlMTECBAgQIECAAAECsydgxgQIECBAgAABAgQIECBAgED/BVQ43QIC4OleH7MjQIAAAQIECBAgQIDArAiYJwECBAgQIECAAAECBAgQIDAFAhMOgKegQlMgQIAAAQIECBAgQIAAAQIEJiygewIECBAgQIAAAQIECBCYFgEB8LSsRB/noSYCBAgQIECAAAECBAgQIECg/wIqJECAAAECBAgQIEBgqgQEwFO1HCZDoD8CKiFAgAABAgQIECBAgAABAgT6L6BCAgQIECBAgACB6RMQAE/fmpgRAQIEZl3A/AkQIECAAAECBAgQIECAAIH+C6iQAAECBAgQmFIBAfCULoxpESBAgACB2RQwawIECBAgQIAAAQIECBAgQKD/AiokQIAAgWkWEABP8+qYGwECBAgQIEBglgTMlQABAgQIECBAgAABAgQIEOi/gAoJEJh6AQHw1C+RCRIgQIAAAQIECBCYfgEzJECAAAECBAgQIECAAAECBPovoMLZEBAAz8Y6mSUBAgQIECBAgAABAgSmVcC8CBAgQIAAAQIECBAgQIAAgSkSmFAAPEUVmgoBAgQIECBAgAABAgQIECAwIQHdEiBAgAABAgQIECBAgMC0CQiAp21F+jAfNRAgQIAAAQIECBAgQIAAAQL9F1AhAQIECBAgQIAAAQJTKSAAnsplMSkCsytg5gQIECBAgAABAgQIECBAgED/BVRIgAABAgQIECAwvQIC4OldGzMjQIDArAmYLwECBAgQIECAAAECBAgQINB/ARUSIECAAAECUy4gAJ7yBTI9AgQIECAwGwJmSYAAAQIECBAgQIAAAQIECPRfQIUECBAgMAsCAuBZWCVzJECAAAECBAhMs4C5ESBAgAABAgQIECBAgAABAv0XUCEBAjMjIACemaUyUQIECBAgQIAAAQLTJ2BGBAgQIECAAAECBAgQIECAQP8FVDhbAgLg2VovsyVAgAABAgQIECBAgMC0CJgHAQIECBAgQIAAAQIECBAgMIUCYw6Ap7BCUyJAgAABAgQIECBAgAABAgTGLKA7AgQIECBAgAABAgQIEJhWAQHwtK7MLM7LnAkQIECAAAECBILapsAAABAASURBVAgQIECAAIH+C6iQAAECBAgQIECAAIGpFhAAT/XymByB2REwUwIECBAgQIAAAQIECBAgQKD/AiokQIAAAQIECBCYfgEB8PSvkRkSIEBg2gXMjwABAgQIECBAgAABAgQIEOi/gAoJECBAgACBGREQAM/IQpkmAQIECBCYTgGzIkCAAAECBAgQIECAAAECBPovoEICBAgQmCUBAfAsrZa5EiBAgAABAgSmScBcCBAgQIAAAQIECBAgQIAAgf4LqJAAgZkTEADP3JKZMAECBAgQIECAAIGDFzADAgQIECBAgAABAgQIECBAoP8CKpxNAQHwbK6bWRMgQIAAAQIECBAgQOCgBIxLgAABAgQIECBAgAABAgQITLHAmALgKa7Q1AgQIECAAAECBAgQIECAAIExCeiGAAECBAgQIECAAAECBKZdQAA87Ss0C/MzRwIECBAgQIAAAQIECBAgQKD/AiokQIAAAQIECBAgQGAmBATAM7FMJklgegXMjAABAgQIECBAgAABAgQIEOi/gAoJECBAgAABAgRmR0AAPDtrZaYECBCYNgHzIUCAAAECBAgQIECAAAECBPovoEICBAgQIEBgxgQEwDO2YKZLgAABAgSmQ8AsCBAgQIAAAQIECBAgQIAAgf4LqJAAAQIEZlFAADyLq2bOBAgQIECAAIGDFDA2AQIECBAgQIAAAQIECBAg0H8BFRIgMLMCAuCZXToTJ0CAAAECBAgQILD/AkYkQIAAAQIECBAgQIAAAQIE+i+gwtkWEADP9vqZPQECBAgQIECAAAECBPZLwDgECBAgQIAAAQIECBAgQIDADAjsMQCegQpNkQABAgQIECBAgAABAgQIENijgMcJECBAgAABAgQIECBAYFYEBMCzslLTOE9zIkCAAAECBAgQIECAAAECBPovoEICBAgQIECAAAECBGZKQAA8U8tlsgSmR8BMCBAgQIAAAQIECBAgQIAAgf4LqJAAAQIECBAgQGD2BATAs7dmZkyAAIGDFjA+AQIECBAgQIAAAQIECBAg0H8BFRIgQIAAAQIzKiAAntGFM20CBAgQIHAwAkYlQIAAAQIECBAgQIAAAQIE+i+gQgIECBCYZQEB8CyvnrkTIECAAAECBPZTwFgECBAgQIAAAQIECBAgQIBA/wVUSIDAzAsIgGd+CRVAgAABAgQIECBAYPICRiBAgAABAgQIECBAgAABAgT6L6DCfggIgPuxjqogQIAAAQIECBAgQIDApAT0S4AAAQIECBAgQIAAAQIECMyQwC4D4Bmq0FQJECBAgAABAgQIECBAgACBXQp4jAABAgQIECBAgAABAgRmTUAAPGsrNg3zNQcCBAgQIECAAAECBAgQIECg/wIqJECAAAECBAgQIEBgJgUEwDO5bCZN4OAEjEyAAAECBAgQIECAAAECBAj0X0CFBAgQIECAAAECsysgAJ7dtTNzAgQI7LeA8QgQIECAAAECBAgQIECAAIH+C6iQAAECBAgQmHEBAfCML6DpEyBAgACB/REwCgECBAgQIECAAAECBAgQINB/ARUSIECAQB8EBMB9WEU1ECBAgAABAgQmKaBvAgQIECBAgAABAgQIECBAoP8CKiRAoDcCAuDeLKVCCBAgQIAAAQIECIxfQI8ECBAgQIAAAQIECBAgQIBA/wVU2C8BAXC/1lM1BAgQIECAAAECBAgQGJeAfggQIECAAAECBAgQIECAAIEZFNhhADyDFZoyAQIECBAgQIAAAQIECBAgsEMBtxMgQIAAAQIECBAgQIDArAoIgGd15Q5i3sYkQIAAAQIECBAgQIAAAQIE+i+gQgIECBAgQIAAAQIEZlpAADzTy2fyBPZPwEgE/j/27jzMtrWuD/zvXbuqznDPHRguGpVoGzqPjwafqNEnbTt0ko79GBKnSIw28CgiAoLtBUXEB5A4Ig6AomkQNS2IYosJimk1rW3EIQYkbTdxQkVUFNB7OfeeqYa9V961q+qcOnMNe+/a67c+ddfaa++113rX+/2897/vU3UIECBAgAABAgQIECBAgAABAvkFJCRAgAABAgT6L6AA7v8aSkCAAAECBOYtYHwCBAgQIECAAAECBAgQIEAgv4CEBAgQIJBEQAGcZCHFIECAAAECBAjMR8CoBAgQIECAAAECBAgQIECAQH4BCQkQyCSgAM60mrIQIECAAAECBAgQmKWAsQgQIECAAAECBAgQIECAAIH8AhKmE1AAp1tSgQgQIECAAAECBAgQIHB0ASMQIECAAAECBAgQIECAAAEC/RQ4SAHcz4RmTYAAAQIECBAgQIAAAQIECBxEwLUECBAgQIAAAQIECBAg0GMBBXCPF2+xU/c0AgQIECBAgAABAgQIECBAIL+AhAQIECBAgAABAgQI9F1AAdz3FTR/AosQ8AwCBAgQIECAAAECBAgQIEAgv4CEBAgQIECAAAECKQQUwCmWUQgCBAjMT8DIBAgQIECAAAECBAgQIECAQH4BCQkQIECAAIE8AgrgPGspCQECBAgQmLWA8QgQIECAAAECBAgQIECAAIH8AhISIECAQDIBBXCyBRWHAAECBAgQIDAbAaMQIECAAAECBAgQIECAAAEC+QUkJEAgo4ACOOOqykSAAAECBAgQIEDgKALuJUCAAAECBAgQIECAAAECBPILSJhWQAGcdmkFI0CAAAECBAgQIECAwMEF3EGAAAECBAgQIECAAAECBAj0W2A/BXC/E5o9AQIECBAgQIAAAQIECBAgsB8B1xAgQIAAAQIECBAgQIBAAgEFcIJFnG8EoxMgQIAAAQIECBAgQIAAAQL5BSQkQIAAAQIECBAgQCCLgAI4y0rKQWAeAsYkQIAAAQIECBAgQIAAAQIE8gtISIAAAQIECBAgkEpAAZxqOYUhQIDA7ASMRIAAAQIECBAgQIAAAQIECOQXkJAAAQIECBDIJ6AAzremEhEgQIAAgaMKuJ8AAQIECBAgQIAAAQIECBDILyAhAQIECCQVUAAnXVixCBAgQIAAAQKHE3AXAQIECBAgQIAAAQIECBAgkF9AQgIEMgsogDOvrmwECBAgQIAAAQIEDiLgWgIECBAgQIAAAQIECBAgQCC/gITpBRTA6ZdYQAIECBAgQIAAAQIECNxewBUECBAgQIAAAQIECBAgQIBADoFbFcA5EkpBgAABAgQIECBAgAABAgQI3ErAdwQIECBAgAABAgQIECCQSEABnGgxZxvFaAQIECBAgAABAgQIECBAgEB+AQkJECBAgAABAgQIEMgmoADOtqLyEJiFgDEIECBAgAABAgQIECBAgACB/AISEiBAgAABAgQIpBRQAKdcVqEIECBweAF3EiBAgAABAgQIECBAgAABAvkFJCRAgAABAgTyCiiA866tZAQIECBA4KACridAgAABAgQIECBAgAABAgTyC0hIgAABAskFFMDJF1g8AgQIECBAgMD+BFxFgAABAgQIECBAgAABAgQI5BeQkACBIQgogIewyjISIECAAAECBAgQuJWA7wgQIECAAAECBAgQIECAAIH8AhIORkABPJilFpQAAQIECBAgQIAAAQLXCzhDgAABAgQIECBAgAABAgQI5BK4UQGcK6E0BAgQIECAAAECBAgQIECAwI0EnCNAgAABAgQIECBAgACBhAIK4ISLerRI7iZAgAABAgQIECBAgAABAgTyC0hIgAABAgQIECBAgEBWAQVw1pWVi8BhBNxDgAABAgQIECBAgAABAgQI5BeQkAABAgQIECBAILWAAjj18gpHgACB/Qu4kgABAgQIECBAgAABAgQIEMgvICEBAgQIECCQX0ABnH+NJSRAgAABArcT8D0BAgQIECBAgAABAgQIECCQX0BCAgQIEBiIgAJ4IAstJgECBAgQIEDgxgLOEiBAgAABAgQIECBAgAABAvkFJCRAYEgCCuAhrbasBAgQIECAAAECBPYKeE+AAAECBAgQIECAAAECBAjkF5BwcAIK4MEtucAECBAgQIAAAQIECBCIYECAAAECBAgQIECAAAECBAjkFNhbAOdMKBUBAgQIECBAgAABAgQIECCwV8B7AgQIECBAgAABAgQIEEgsoABOvLgHi+ZqAgQIECBAgAABAgQIECBAIL+AhAQIECBAgAABAgQIZBdQAGdfYfkI7EfANQQIECBAgAABAgQIECBAgEB+AQkJECBAgAABAgQGIaAAHsQyC0mAAIGbC/iGAAECBAgQIECAAAECBAgQyC8gIQECBAgQIDAcAQXwcNZaUgIECBAgcK2AzwQIECBAgAABAgQIECBAgEB+AQkJECBAYGACCuCBLbi4BAgQIECAAIFtAa8ECBAgQIAAAQIECBAgQIBAfgEJCRAYooACeIirLjMBAgQIECBAgMCwBaQnQIAAAQIECBAgQIAAAQIE8gtIOFgBBfBgl15wAgQIECBAgAABAgSGKCAzAQIECBAgQIAAAQIECBAgkFugK4BzJ5SOAAECBAgQIECAAAECBAgQ6ATsBAgQIECAAAECBAgQIDAAAQXwABb51hF9S4AAAQIECBAgQIAAAQIECOQXkJAAAQIECBAgQIAAgaEIKICHstJyEriRgHMECBAgQIAAAQIECBAgQIBAfgEJCRAgQIAAAQIEBiWgAB7UcgtLgACBKwLeESBAgAABAgQIECBAgAABAvkFJCRAgAABAgSGJ6AAHt6aS0yAAAECBAgQIECAAAECBAgQIECAAAEC+QUkJECAAIGBCiiAB7rwYhMgQIAAAQJDFZCbAAECBAgQIECAAAECBAgQyC8gIQECQxZQAA959WUnQIAAAQIECBAYloC0BAgQIECAAAECBAgQIECAQH4BCQcvoAAe/P8CAAgQIECAAAECBAgQGIKAjAQIECBAgAABAgQIECBAgEB+gS6hArhTsBMgQIAAAQIECBAgQIAAgbwCkhEgQIAAAQIECBAgQIDAgAQUwANa7Kuj+kSAAAECBAgQIECAAAECBAjkF5CQAAECBAgQIECAAIGhCSiAh7bi8hLoBOwECBAgQIAAAQIECBAgQIBAfgEJCRAgQIAAAQIEBimgAB7ksgtNgMCQBWQnQIAAAQIECBAgQIAAAQIE8gtISIAAAQIECAxXQAE83LWXnAABAgSGJyAxAQIECBAgQIAAAQIECBAgkF9AQgIECBAYuIACeOD/A4hPgAABAgQIDEVATgIECBAgQIAAAQIECBAgQCC/gIQECBCIUAD7v4AAAQIECBAgQIBAdgH5CBAgQIAAAQIECBAgQIAAgfwCEhLYEVAA70A4ECBAgAABAgQIECBAIKOATAQIECBAgAABAgQIECBAgEB+gb0JFcB7NbwnQIAAAQIECBAgQIAAAQJ5BCQhQIAAAQIECBAgQIAAgQEKKIAHt+gCEyBAgAABAgQIECBAgAABAvkFJCRAgAABAgQIECBAYKgCCuChrrzcwxSQmgABAgQIECBAgAABAgQIEMgvICEBAgQ8PUazAAAQAElEQVQIECBAgMCgBRTAg15+4QkQGJKArAQIECBAgAABAgQIECBAgEB+AQkJECBAgAABAgpg/w8QIECAAIH8AhISIECAAAECBAgQIECAAAEC+QUkJECAAAECUwEF8JTBCwECBAgQIEAgq4BcBAgQIECAAAECBAgQIECAQH4BCQkQIHBFQAF8xcI7AgQIECBAgAABArkEpCFAgAABAgQIECBAgAABAgTyC0hI4BoBBfA1ID4SIECAAAECBAgQIEAgg4AMBAgQIECAAAECBAgQIECAQH6BGyVUAN9IxTkCBAgQIECAAAECBAgQINBfATMnQIAAAQIECBAgQIAAgQELKIAHs/iCEiBAgAABAgQIECBAgAABAvkFJCRAgAABAgQIECBAYOgCCuCh/x8g/zAEpCRAgAABAgQIECBAgAABAgTyC0hIgAABAgQIECBAoAoogCuCjQABApkFZCNAgAABAgQIECBAgAABAgTyC0hIgAABAgQIENgVUADvSjgSIECAAIF8AhIRIECAAAECBAgQIECAAAEC+QUkJECAAAECVwkogK/i8IEAAQIECBAgkEVADgIECBAgQIAAAQIECBAgQCC/gIQECBC4XkABfL2JMwQIECBAgAABAgT6LWD2BAgQIECAAAECBAgQIECAQH4BCQncREABfBMYpwkQIECAAAECBAgQINBHAXMmQIAAAQIECBAgQIAAAQIE8gvcKqEC+FY6viNAgAABAgQIECBAgAABAv0RMFMCBAgQIECAAAECBAgQIBAK4PT/EwhIgAABAgQIECBAgAABAgQI5BeQkAABAgQIECBAgAABAtsCCuBtB68EcgpIRYAAAQIECBAgQIAAAQIECOQXkJAAAQIECBAgQIDAHgEF8B4MbwkQIJBJQBYCBAgQIECAAAECBAgQIEAgv4CEBAgQIECAAIFrBRTA14r4TIAAAQIE+i8gAQECBAgQIECAAAECBAgQIJBfQEICBAgQIHBDAQXwDVmcJECAAAECBAj0VcC8CRAgQIAAAQIECBAgQIAAgfwCEhIgQODmAgrgm9v4hgABAgQIECBAgEC/BMyWAAECBAgQIECAAAECBAgQyC8gIYHbCCiAbwPkawIECBAgQIAAAQIECPRBwBwJECBAgAABAgQIECBAgACB/AL7SagA3o+SawgQIECAAAECBAgQIECAwPIKmBkBAgQIECBAgAABAgQIELgsoAC+TJHtjTwECBAgQIAAAQIECBAgQIBAfgEJCRAgQIAAAQIECBAgcLWAAvhqD58I5BCQggABAgQIECBAgAABAgQIEMgvICEBAgQIECBAgACBGwgogG+A4hQBAgT6LGDuBAgQIECAAAECBAgQIECAQH4BCQkQIECAAAECNxNQAN9MxnkCBAgQINA/ATMmQIAAAQIECBAgQIAAAQIE8gtISIAAAQIEbimgAL4ljy8JECBAgAABAn0RME8CBAgQIECAAAECBAgQIEAgv4CEBAgQuL2AAvj2Rq4gQIAAAQIECBAgsNwCZkeAAAECBAgQIECAAAECBAjkF5CQwD4FFMD7hHIZAQIECBAgQIAAAQIEllHAnAgQIECAAAECBAgQIECAAIH8AgdJqAA+iJZrCRAgQIAAAQIECBAgQIDA8giYCQECBAgQIECAAAECBAgQuE5AAXwdSd9PmD8BAgQIECBAgAABAgQIECCQX0BCAgQIECBAgAABAgQI3FhAAXxjF2cJ9FPArAkQIECAAAECBAgQIECAAIH8AhISIECAAAECBAgQuIWAAvgWOL4iQIBAnwTMlQABAgQIECBAgAABAgQIEMgvICEBAgQIECBA4HYCCuDbCfmeAAECBAgsv4AZEiBAgAABAgQIECBAgAABAvkFJCRAgAABAvsSUADvi8lFBAgQIECAAIFlFTAvAgQIECBAgAABAgQIECBAIL+AhAQIENi/gAJ4/1auJECAAAECBAgQILBcAmZDgAABAgQIECBAgAABAgQI5BeQkMABBRTABwRzOQECBAgQIECAAAECBJZBwBwIECBAgAABAgQIECBAgACB/AKHSagAPoyaewgQIECAAAECBAgQIECAwPEJeDIBAgQIECBAgAABAgQIELipgAL4pjR9+8J8CRAgQIAAAQIECBAgQIAAgfwCEhIgQIAAAQIECBAgQODWAgrgW/v4lkA/BMySAAECBAgQIECAAAECBAgQyC8gIQECBAgQIECAAIF9CCiA94HkEgIECCyzgLkRIECAAAECBAgQIECAAAEC+QUkJECAAAECBAjsV0ABvF8p1xEgQIAAgeUTMCMCBAgQIECAAAECBAgQIEAgv4CEBAgQIEDgQAIK4ANxuZgAAQIECBAgsCwC5kGAAAECBAgQIECAAAECBAjkF5CQAAECBxdQAB/czB0ECBAgQIAAAQIEjlfA0wkQIECAAAECBAgQIECAAIH8AhISOKSAAviQcG4jQIAAAQIECBAgQIDAcQh4JgECBAgQIECAAAECBAgQIJBf4CgJFcBH0XMvAQIECBAgQIAAAQIECBBYnIAnESBAgAABAgQIECBAgACB2woogG9LtOwXmB8BAgQIECBAgAABAgQIECCQX0BCAgQIECBAgAABAgQI7E9AAbw/J1cRWE4BsyJAgAABAgQIECBAgAABAgTyC0hIgAABAgQIECBA4AACCuADYLmUAAECyyRgLgQIECBAgAABAgQIECBAgEB+AQkJECBAgAABAgcVUAAfVMz1BAgQIEDg+AXMgAABAgQIECBAgAABAgQIEMgvICEBAgQIEDiUgAL4UGxuIkCAAAECBAgcl4DnEiBAgAABAgQIECBAgAABAvkFJCRAgMDhBRTAh7dzJwECBAgQIECAAIHFCngaAQIECBAgQIAAAQIECBAgkF9AQgJHFFAAHxHQ7QQIECBAgAABAgQIEFiEgGcQIECAAAECBAgQIECAAAEC+QVmkVABPAtFYxAgQIAAAQIECBAgQIAAgfkJGJkAAQIECBAgQIAAAQIECOxbQAG8b6plu9B8CBAgQIAAAQIECBAgQIAAgfwCEhIgQIAAAQIECBAgQOBgAgrgg3m5msByCJgFAQIECBAgQIAAAQIECBAgkF9AQgIECBAgQIAAAQKHEFAAHwLNLQQIEDhOAc8mQIAAAQIECBAgQIAAAQIE8gtISIAAAQIECBA4rIAC+LBy7iNAgAABAosX8EQCBAgQIECAAAECBAgQIEAgv4CEBAgQIEDgSAIK4CPxuZkAAQIECBAgsCgBzyFAgAABAgQIECBAgAABAgTyC0hIgACBowsogI9uaAQCBAgQIECAAAEC8xUwOgECBAgQIECAAAECBAgQIJBfQEICMxJQAM8I0jAECBAgQIAAAQIECBCYh4AxCRAgQIAAAQIECBAgQIAAgfwCs0yoAJ6lprEIECBAgAABAgQIECBAgMDsBIxEgAABAgQIECBAgAABAgQOLKAAPjDZcd/g+QQIECBAgAABAgQIECBAgEB+AQkJECBAgAABAgQIECBwOAEF8OHc3EXgeAQ8lQABAgQIECBAgAABAgQIEMgvICEBAgQIECBAgACBIwgogI+A51YCBAgsUsCzCBAgQIAAAQIECBAgQIAAgfwCEhIgQIAAAQIEjiqgAD6qoPsJECBAgMD8BTyBAAECBAgQIECAAAECBAgQyC8gIQECBAgQmImAAngmjAYhQIAAAQIECMxLwLgECBAgQIAAAQIECBAgQIBAfgEJCRAgMDsBBfDsLI1EgAABAgQIECBAYLYCRiNAgAABAgQIECBAgAABAgTyC0hIYMYCCuAZgxqOAAECBAgQIECAAAECsxAwBgECBAgQIECAAAECBAgQIJBfYB4JFcDzUDUmAQIECBAgQIAAAQIECBA4vIA7CRAgQIAAAQIECBAgQIDAoQUUwIemW/SNnkeAAAECBAgQIECAAAECBAjkF5CQAAECBAgQIECAAAECRxNQAB/Nz90EFiPgKQQIECBAgAABAgQIECBAgEB+AQkJECBAgAABAgQIzEBAATwDREMQIEBgngLGJkCAAAECBAgQIECAAAECBPILSEiAAAECBAgQmJWAAnhWksYhQIAAAQKzFzAiAQIECBAgQIAAAQIECBAgkF9AQgIECBAgMFMBBfBMOQ1GgAABAgQIEJiVgHEIECBAgAABAgQIECBAgACB/AISEiBAYPYCCuDZmxqRAAECBAgQIECAwNEE3E2AAAECBAgQIECAAAECBAjkF5CQwJwEFMBzgjUsAQIECBAgQIAAAQIEDiPgHgIECBAgQIAAAQIECBAgQCC/wDwTKoDnqWtsAgQIECBAgAABAgQIECCwfwFXEiBAgAABAgQIECBAgACBIwsogI9MOO8BjE+AAAECBAgQIECAAAECBAjkF5CQAAECBAgQIECAAAECsxFQAM/G0SgE5iNgVAIECBAgQIAAAQIECBAgQCC/gIQECBAgQIAAAQIEZiigAJ4hpqEIECAwSwFjESBAgAABAgQIECBAgAABAvkFJCRAgAABAgQIzFpAATxrUeMRIECAAIGjCxiBAAECBAgQIECAAAECBAgQyC8gIQECBAgQmIuAAngurAYlQIAAAQIECBxWwH0ECBAgQIAAAQIECBAgQIBAfgEJCRAgMD8BBfD8bI1MgAABAgQIECBA4GACriZAgAABAgQIECBAgAABAgTyC0hIYM4CCuA5AxueAAECBAgQIECAAAEC+xFwDQECBAgQIECAAAECBAgQIJBfYBEJFcCLUPYMAgQIECBAgAABAgQIECBwcwHfECBAgAABAgQIECBAgACBmQkogGdGOeuBjEeAAAECBAgQIECAAAECBAjkF5CQAAECBAgQIECAAAECsxVQAM/W02gEZiNgFAIECBAgQIAAAQIECBAgQCC/gIQECBAgQIAAAQIE5iCgAJ4DqiEJECBwFAH3EiBAgAABAgQIECBAgAABAvkFJCRAgAABAgQIzEtAATwvWeMSIECAAIGDC7iDAAECBAgQIECAAAECBAgQyC8gIQECBAgQmKuAAniuvAYnQIAAAQIECOxXwHUECBAgQIAAAQIECBAgQIBAfgEJCRAgMH8BBfD8jT2BAAECBAgQIECAwK0FfEuAAAECBAgQIECAAAECBAjkF5CQwIIEFMALgvYYAgQIECBAgAABAgQI3EjAOQIECBAgQIAAAQIECBAgQCC/wCITKoAXqe1ZBAgQIECAAAECBAgQIEDgioB3BAgQIECAAAECBAgQIEBg5gIK4JmTHnVA9xMgQIAAAQIECBAgQIAAAQL5BSQkQIAAAQIECBAgQIDAfAQUwPNxNSqBwwm4iwABAgQIECBAgAABAgQIEMgvICEBAgQIECBAgACBOQoogOeIa2gCBAgcRMC1BAgQIECAAAECBAgQIECAQH4BCQkQIECAAAEC8xZQAM9b2PgECBAgQOD2Aq4gQIAAAQIECBAgQIAAAQIE8gtIoTTKFQAAEABJREFUSIAAAQIEFiKgAF4Is4cQIECAAAECBG4m4DwBAgQIECBAgAABAgQIECCQX0BCAgQILE5AAbw4a08iQIAAAQIECBAgcLWATwQIECBAgAABAgQIECBAgEB+AQkJLFhAAbxgcI8jQIAAAQIECBAgQIBAJ2AnQIAAAQIECBAgQIAAAQIE8gscR0IF8HGoeyYBAgQIECBAgAABAgQIDFlAdgIECBAgQIAAAQIECBAgMDcBBfDcaA86sOsJECBAgAABAgQIECBAgACB/AISEiBAgAABAgQIECBAYL4CCuD5+hqdwP4EXEWAAAECBAgQIECAAAECBAjkF5CQAAECBAgQIECAwAIEFMALQPYIAgQI3ErAdwQIECBAgAABAgQIECBAgEB+AQkJECBAgAABAosSUAAvStpzCBAgQIDA9QLOECBAgAABAgQIECBAgAABAvkFJCRAgAABAgsVUAAvlNvDCBAgQIAAAQK7Ao4ECBAgQIAAAQIECBAgQIBAfgEJCRAgsHgBBfDizT2RAAECBAgQIEBg6ALyEyBAgAABAgQIECBAgAABAvkFJCRwTAIK4GOC91gCBAgQIECAAAECBIYpIDUBAgQIECBAgAABAgQIECCQX+A4EyqAj1PfswkQIECAAAECBAgQIEBgSAKyEiBAgAABAgQIECBAgACBuQsogOdOfLsH+J4AAQIECBAgQIAAAQIECBDILyAhAQIECBAgQIAAAQIEFiOgAF6Ms6cQuLGAswQIECBAgAABAgQIECBAgEB+AQkJECBAgAABAgQILFBAAbxAbI8iQIDAXgHvCRAgQIAAAQIECBAgQIAAgfwCEhIgQIAAAQIEFi2gAF60uOcRIECAAIEIBgQIECBAgAABAgQIECBAgEB+AQkJECBAgMCxCCiAj4XdQwkQIECAAIHhCkhOgAABAgQIECBAgAABAgQI5BeQkAABAscnoAA+PntPJkCAAAECBAgQGJqAvAQIECBAgAABAgQIECBAgEB+AQkJHLOAAviYF8DjCRAgQIAAAQIECBAYhoCUBAgQIECAAAECBAgQIECAQH6BZUioAF6GVTAHAgQIECBAgAABAgQIEMgsIBsBAgQIECBAgAABAgQIEFiYgAJ4YdTXPshnAgQIECBAgAABAgQIECBAIL+AhAQIECBAgAABAgQIEFisgAJ4sd6eRmBbwCsBAgQIECBAgAABAgQIECCQX0BCAgQIECBAgAABAscgoAA+BnSPJEBg2ALSEyBAgAABAgQIECBAgAABAvkFJCRAgAABAgQIHJeAAvi45D2XAAECBIYoIDMBAgQIECBAgAABAgQIECCQX0BCAgQIECBwrAIK4GPl93ACBAgQIEBgOAKSEiBAgAABAgQIECBAgAABAvkFJCRAgMDxCyiAj38NzIAAAQIECBAgQCC7gHwECBAgQIAAAQIECBAgQIBAfgEJCSyJgAJ4SRbCNAgQIECAAAECBAgQyCkgFQECBAgQIECAAAECBAgQIJBfYJkSKoCXaTXMhQABAgQIECBAgAABAgQyCchCgAABAgQIECBAgAABAgQWLqAAXji5BxIgQIAAAQIECBAgQIAAAQL5BSQkQIAAAQIECBAgQIDA8QgogI/H3VOHKiA3AQIECBAgQIAAAQIECBAgkF9AQgIECBAgQIAAAQLHKKAAPkZ8jyZAYFgC0hIgQIAAAQIECBAgQIAAAQL5BSQkQIAAAQIECBy3gAL4uFfA8wkQIEBgCAIyEiBAgAABAgQIECBAgAABAvkFJCRAgAABAkshoABeimUwCQIECBAgQCCvgGQECBAgQIAAAQIECBAgQIBAfgEJCRAgsDwCCuDlWQszIUCAAAECBAgQyCYgDwECBAgQIECAAAECBAgQIJBfQEICSyagAF6yBTEdAgQIECBAgAABAgRyCEhBgAABAgQIECBAgAABAgQI5BdYxoQK4GVcFXMiQIAAAQIECBAgQIAAgT4LmDsBAgQIECBAgAABAgQIEDg2AQXwwug9iAABAgQIECBAgAABAgQIEMgvICEBAgQIECBAgAABAgSOV0ABfLz+nj4UATkJECBAgAABAgQIECBAgACB/AISEiBAgAABAgQIEFgCAQXwEiyCKRAgkFtAOgIECBAgQIAAAQIECBAgQCC/gIQECBAgQIAAgWURUAAvy0qYBwECBAhkFJCJAAECBAgQIECAAAECBAgQyC8gIQECBAgQWCoBBfBSLYfJECBAgAABAnkEJCFAgAABAgQIECBAgAABAgTyC0hIgACB5RNQAC/fmpgRAQIECBAgQIBA3wXMnwABAgQIECBAgAABAgQIEMgvICGBJRVQAC/pwpgWAQIECBAgQIAAAQL9FDBrAgQIECBAgAABAgQIECBAIL/AMidUAC/z6pgbAQIECBAgQIAAAQIECPRJwFwJECBAgAABAgQIECBAgMCxCyiA574EHkCAAAECBAgQIECAAAECBAjkF5CQAAECBAgQIECAAAECyyGgAF6OdTCLrAJyESBAgAABAgQIECBAgAABAvkFJCRAgAABAgQIECCwRAIK4CVaDFMhQCCXgDQECBAgQIAAAQIECBAgQIBAfgEJCRAgQIAAAQLLJqAAXrYVMR8CBAgQyCAgAwECBAgQIECAAAECBAgQIJBfQEICBAgQILCUAgrgpVwWkyJAgAABAgT6K2DmBAgQIECAAAECBAgQIECAQH4BCQkQILC8Agrg5V0bMyNAgAABAgQIEOibgPkSIECAAAECBAgQIECAAAEC+QUkJLDkAgrgJV8g0yNAgAABAgQIECBAoB8CZkmAAAECBAgQIECAAAECBAjkF+hDQgVwH1bJHAkQIECAAAECBAgQIEBgmQXMjQABAgQIECBAgAABAgQILI2AAnhuS2FgAgQIECBAgAABAgQIECBAIL+AhAQIECBAgAABAgQIEFguAQXwcq2H2WQRkIMAAQIECBAgQIAAAQIECBDILyAhAQIECBAgQIAAgSUUUAAv4aKYEgEC/RYwewIECBAgQIAAAQIECBAgQCC/gIQECBAgQIAAgWUVUAAv68qYFwECBAj0UcCcCRAgQIAAAQIECBAgQIAAgfwCEhIgQIAAgaUWUAAv9fKYHAECBAgQINAfATMlQIAAAQIECBAgQIAAAQIE8gtISIAAgeUXUAAv/xqZIQECBAgQIECAwLILmB8BAgQIECBAgAABAgQIECCQX0BCAj0RUAD3ZKFMkwABAgQIECBAgACB5RQwKwIECBAgQIAAAQIECBAgQCC/QJ8SKoD7tFrmSoAAAQIECBAgQIAAAQLLJGAuBAgQIECAAAECBAgQIEBg6QQUwDNfEgMSIECAAAECBAgQIECAAAEC+QUkJECAAAECBAgQIECAwHIKKICXc13Mqq8C5k2AAAECBAgQIECAAAECBAjkF5CQAAECBAgQIECAwBILKICXeHFMjQCBfgmYLQECBAgQIECAAAECBAgQIJBfQEICBAgQIECAwLILKICXfYXMjwABAgT6IGCOBAgQIECAAAECBAgQIECAQH4BCQkQIECAQC8EFMC9WCaTJECAAAECBJZXwMwIECBAgAABAgQIECBAgACB/AISEiBAoD8CCuD+rJWZEiBAgAABAgQILJuA+RAgQIAAAQIECBAgQIAAAQL5BSQk0DMBBXDPFsx0CRAgQIAAAQIECBBYDgGzIECAAAECBAgQIECAAAECBPIL9DGhAriPq2bOBAgQIECAAAECBAgQIHCcAp5NgAABAgQIECBAgAABAgSWVkABPLOlMRABAgQIECBAgAABAgQIECCQX0BCAgQIECBAgAABAgQILLeAAni518fs+iJgngQIECBAgAABAgQIECBAgEB+AQkJECBAgAABAgQI9EBAAdyDRTJFAgSWW8DsCBAgQIAAAQIECBAgQIAAgfwCEhIgQIAAAQIE+iKgAO7LSpknAQIECCyjgDkRIECAAAECBAgQIECAAAEC+QUkJECAAAECvRJQAPdquUyWAAECBAgQWB4BMyFAgAABAgQIECBAgAABAgTyC0hIgACB/gkogPu3ZmZMgAABAgQIECBw3AKeT4AAAQIECBAgQIAAAQIECOQXkJBATwUUwD1dONMmQIAAAQIECBAgQOB4BDyVAAECBAgQIECAAAECBAgQyC/Q54QK4D6vnrkTIECAAAECBAgQIECAwCIFPIsAAQIECBAgQIAAAQIECCy9gAL4yEtkAAIECBAgQIAAAQIECBAgQCC/gIQECBAgQIAAAQIECBDoh4ACuB/rZJbLKmBeBAgQIECAAAECBAgQIECAQH4BCQkQIECAAAECBAj0SEAB3KPFMlUCBJZLwGwIECBAgAABAgQIECBAgACB/AISEiBAgAABAgT6JqAA7tuKmS8BAgQILIOAORAgQIAAAQIECBAgQIAAAQL5BSQkQIAAAQK9FFAA93LZTJoAAQIECBA4PgFPJkCAAAECBAgQIECAAAECBPILSEiAAIH+CiiA+7t2Zk6AAAECBAgQILBoAc8jQIAAAQIECBAgQIAAAQIE8gtISKDnAgrgni+g6RMgQIAAAQIECBAgsBgBTyFAgAABAgQIECBAgAABAgTyC2RIqADOsIoyECBAgAABAgQIECBAgMA8BYxNgAABAgQIECBAgAABAgR6I6AAPvRSuZEAAQIECBAgQIAAAQIECBDILyAhAQIECBAgQIAAAQIE+iWgAO7XepntsgiYBwECBAgQIECAAAECBAgQIJBfQEICBAgQIECAAAECPRRQAPdw0UyZAIHjFfB0AgQIECBAgAABAgQIECBAIL+AhAQIECBAgACBvgoogPu6cuZNgAABAsch4JkECBAgQIAAAQIECBAgQIBAfgEJCRAgQIBArwUUwL1ePpMnQIAAAQIEFifgSQQIECBAgAABAgQIECBAgEB+AQkJECDQfwEFcP/XUAICBAgQIECAAIF5CxifAAECBAgQIECAAAECBAgQyC8gIYEkAgrgJAspBgECBAgQIECAAAEC8xEwKgECBAgQIECAAAECBAgQIJBfIFNCBXCm1ZSFAAECBAgQIECAAAECBGYpYCwCBAgQIECAAAECBAgQINA7AQXwgZfMDQQIECBAgAABAgQIECBAgEB+AQkJECBAgAABAgQIECDQTwEFcD/XzayPS8BzCRAgQIAAAQIECBAgQIAAgfwCEhIgQIAAAQIECBDosYACuMeLZ+oECCxWwNMIECBAgAABAgQIECBAgACB/AISEiBAgAABAgT6LqAA7vsKmj8BAgQILELAMwgQIECAAAECBAgQIECAAIH8AhISIECAAIEUAgrgFMsoBAECBAgQIDA/ASMTIECAAAECBAgQIECAAAEC+QUkJECAQB4BBXCetZSEAAECBAgQIEBg1gLGI0CAAAECBAgQIECAAAECBPILSEggmYACONmCikOAAAECBAgQIECAwGwEjEKAAAECBAgQIECAAPvjZ8kAABAASURBVAECBAjkF8iYUAGccVVlIkCAAAECBAgQIECAAIGjCLiXAAECBAgQIECAAAECBAj0VkABvO+lcyEBAgQIECBAgAABAgQIECCQX0BCAgQIECBAgAABAgQI9FtAAdzv9TP7RQl4DgECBAgQIECAAAECBAgQIJBfQEICBAgQIECAAAECCQQUwAkWUQQCBOYrYHQCBAgQIECAAAECBAgQIEAgv4CEBAgQIECAAIEsAgrgLCspBwECBAjMQ8CYBAgQIECAAAECBAgQIECAQH4BCQkQIECAQCoBBXCq5RSGAAECBAgQmJ2AkQgQIECAAAECBAgQIECAAIH8AhISIEAgn4ACON+aSkSAAAECBAgQIHBUAfcTIECAAAECBAgQIECAAAEC+QUkJJBUQAGcdGHFIkCAAAECBAgQIEDgcALuIkCAAAECBAgQIECAAAECBPILZE6oAM68urIRIECAAAECBAgQIECAwEEEXEuAAAECBAgQIECAAAECBHovoAC+7RK6gAABAgQIECBAgAABAgQIEMgvICEBAgQIECBAgAABAgRyCCiAc6yjFPMSMC4BAgQIECBAgAABAgQIECCQX0BCAgQIECBAgAABAokEFMCJFlMUAgRmK2A0AgQIECBAgAABAgQIECBAIL+AhAQIECBAgACBbAIK4GwrKg8BAgQIzELAGAQIECBAgAABAgQIECBAgEB+AQkJECBAgEBKAQVwymUVigABAgQIEDi8gDsJECBAgAABAgQIECBAgACB/AISEiBAIK+AAjjv2kpGgAABAgQIECBwUAHXEyBAgAABAgQIECBAgAABAvkFJCSQXEABnHyBxSNAgAABAgQIECBAYH8CriJAgAABAgQIECBAgAABAgTyCwwhoQJ4CKssIwECBAgQIECAAAECBAjcSsB3BAgQIECAAAECBAgQIEAgjYAC+KZL6QsCBAgQIECAAAECBAgQIEAgv4CEBAgQIECAAAECBAgQyCWgAM61ntLMSsA4BAgQIECAAAECBAgQIECAQH4BCQkQIECAAAECBAgkFFAAJ1xUkQgQOJqAuwkQIECAAAECBAgQIECAAIH8AhISIECAAAECBLIKKICzrqxcBAgQIHAYAfcQIECAAAECBAgQIECAAAEC+QUkJECAAAECqQUUwKmXVzgCBAgQIEBg/wKuJECAAAECBAgQIECAAAECBPILSEiAAIH8Agrg/GssIQECBAgQIECAwO0EfE+AAAECBAgQIECAAAECBAjkF5CQwEAEFMADWWgxCRAgQIAAAQIECBC4sYCzBAgQIECAAAECBAgQIECAQH6BISVUAA9ptWUlQIAAAQIECBAgQIAAgb0C3hMgQIAAAQIECBAgQIAAgXQCCuDrltQJAgQIECBAgAABAgQIECBAIL+AhAQIECBAgAABAgQIEMgpoADOua5SHVbAfQQIECBAgAABAgQIECBAgEB+AQkJECBAgAABAgQIJBZQACdeXNEIEDiYgKsJECBAgAABAgQIECBAgACB/AISEiBAgAABAgSyCyiAs6+wfAQIECCwHwHXECBAgAABAgQIECBAgAABAvkFJCRAgAABAoMQUAAPYpmFJECAAAECBG4u4BsCBAgQIECAAAECBAgQIEAgv4CEBAgQGI6AAng4ay0pAQIECBAgQIDAtQI+EyBAgAABAgQIECBAgAABAvkFJCQwMAEF8MAWXFwCBAgQIECAAAECBLYFvBIgQIAAAQIECBAgQIAAAQL5BYaYUAE8xFWXmQABAgQIECBAgAABAsMWkJ4AAQIECBAgQIAAAQIECKQVUABfXlpvCBAgQIAAAQIECBAgQIAAgfwCEhIgQIAAAQIECBAgQCC3gAI49/pKt18B1xEgQIAAAQIECBAgQIAAAQL5BSQkQIAAAQIECBAgMAABBfAAFllEAgRuLeBbAgQIECBAgAABAgQIECBAIL+AhAQIECBAgACBoQgogIey0nISIECAwI0EnCNAgAABAgQIECBAgAABAgTyC0hIgAABAgQGJaAAHtRyC0uAAAECBAhcEfCOAAECBAgQIECAAAECBAgQyC8gIQECBIYnoAAe3ppLTIAAAQIECBAgQIAAAQIECBAgQIAAAQIECBDILyAhgYEKKIAHuvBiEyBAgAABAgQIEBiqgNwECBAgQIAAAQIECBAgQIBAfoEhJ1QAD3n1ZSdAgAABAgQIECBAgMCwBKQlQIAAAQIECBAgQIAAAQLpBRTAkX6NBSRAgAABAgQIECBAgAABAgQCAQECBAgQIECAAAECBIYhoAAexjpLeTMB5wkQIECAAAECBAgQIECAAIH8AhISIECAAAECBAgQGJCAAnhAiy0qAQJXC/hEgAABAgQIECBAgAABAgQI5BeQkAABAgQIECAwNAEF8NBWXF4CBAgQ6ATsBAgQIECAAAECBAgQIECAQH4BCQkQIECAwCAFFMCDXHahCRAgQIDAkAVkJ0CAAAECBAgQIECAAAECBPILSEiAAIHhCiiAh7v2khMgQIAAAQIEhicgMQECBAgQIECAAAECBAgQIJBfQEICAxdQAA/8fwDxCRAgQIAAAQIECAxFQE4CBAgQIECAAAECBAgQIEAgv4CEEQpg/xcQIECAAAECBAgQIECAQHYB+QgQIECAAAECBAgQIECAwGAEBlwAD2aNBSVAgAABAgQIECBAgAABAgMWEJ0AAQIECBAgQIAAAQLDElAAD2u9pd0VcCRAgAABAgQIECBAgAABAgTyC0hIgAABAgQIECBAYIACCuABLrrIBIYuID8BAgQIECBAgAABAgQIECCQX0BCAgQIECBAgMBQBRTAQ115uQkQIDBMAakJECBAgAABAgQIECBAgACB/AISEiBAgACBQQsogAe9/MITIECAAIEhCchKgAABAgQIECBAgAABAgQI5BeQkAABAgQUwP4fIECAAAECBAgQyC8gIQECBAgQIECAAAECBAgQIJBfQEICBKYCCuApgxcCBAgQIECAAAECBLIKyEWAAAECBAgQIECAAAECBAjkF5DwioAC+IqFdwQIECBAgAABAgQIECCQS0AaAgQIECBAgAABAgQIECAwOIEBFsCDW2OBCRAgQIAAAQIECBAgQIDAAAVEJkCAAAECBAgQIECAwDAFFMDDXPfhppacAAECBAgQIECAAAECBAgQyC8gIQECBAgQIECAAIEBCyiAB7z4ohMYmoC8BAgQIECAAAECBAgQIECAQH4BCQkQIECAAAECQxdQAA/9/wD5CRAgMAwBKQkQIECAAAECBAgQIECAAIH8AhISIECAAAECVUABXBFsBAgQIECAQGYB2QgQIECAAAECBAgQIECAAIH8AhISIECAwK6AAnhXwpEAAQIECBAgQCCfgEQECBAgQIAAAQIECBAgQIBAfgEJCRC4SkABfBWHDwQIECBAgAABAgQIZBGQgwABAgQIECBAgAABAgQIEMgvIOH1Agrg602cIUCAAAECBAgQIECAAIF+C5g9AQIECBAgQIAAAQIECBAYrMCACuDBrrHgBAgQIECAAAECBAgQIEBgQAKiEiBAgAABAgQIECBAYNgCCuBhr/9w0ktKgAABAgQIECBAgAABAgQI5BeQkAABAgQIECBAgACBUAD7n4AAgfQCAhIgQIAAAQIECBAgQIAAAQL5BSQkQIAAAQIECBDYFlAAbzt4JUCAAIGcAlIRIECAAAECBAgQIECAAAEC+QUkJECAAAECBPYIKID3YHhLgAABAgQIZBKQhQABAgQIECBAgAABAgQIEMgvICEBAgQIXCugAL5WxGcCBAgQIECAAIH+C0hAgAABAgQIECBAgAABAgQI5BeQkACBGwoogG/I4iQBAgQIECBAgAABAn0VMG8CBAgQIECAAAECBAgQIEAgv4CENxdQAN/cxjcECBAgQIAAAQIECBAg0C8BsyVAgAABAgQIECBAgAABAoMXGEABPPg1BkCAAAECBAgQIECAAAECBAYgICIBAgQIECBAgAABAgQIdAIK4E7BnldAMgIECBAgQIAAAQIECBAgQCC/gIQECBAgQIAAAQIECFwWUABfpvCGAIFsAvIQIECAAAECBAgQIECAAAEC+QUkJECAAAECBAgQuFpAAXy1h08ECBAgkENACgIECBAgQIAAAQIECBAgQCC/gIQECBAgQIDADQQUwDdAcYoAAQIECBDos4C5EyBAgAABAgQIECBAgAABAvkFJCRAgACBmwkogG8m4zwBAgQIECBAgED/BMyYAAECBAgQIECAAAECBAgQyC8gIQECtxRQAN+Sx5cECBAgQIAAAQIECPRFwDwJECBAgAABAgQIECBAgACB/AIS3l5AAXx7I1cQIECAAAECBAgQIECAwHILmB0BAgQIECBAgAABAgQIECCwI5C4AN5J6ECAAAECBAgQIECAAAECBAgkFhCNAAECBAgQIECAAAECBPYKKID3anifR0ASAgQIECBAgAABAgQIECBAIL+AhAQIECBAgAABAgQIXCegAL6OxAkCBPouYP4ECBAgQIAAAQIECBAgQIBAfgEJCRAgQIAAAQIEbiygAL6xi7MECBAg0E8BsyZAgAABAgQIECBAgAABAgTyC0hIgAABAgQI3EJAAXwLHF8RIECAAAECfRIwVwIECBAgQIAAAQIECBAgQCC/gIQECBAgcDsBBfDthHxPgAABAgQIECCw/AJmSIAAAQIECBAgQIAAAQIECOQXkJAAgX0JKID3xeQiAgQIECBAgAABAgSWVcC8CBAgQIAAAQIECBAgQIAAgfwCEu5fQAG8fytXEiBAgAABAgQIECBAgMByCZgNAQIECBAgQIAAAQIECBAgcI1AwgL4moQ+EiBAgAABAgQIECBAgAABAgkFRCJAgAABAgQIECBAgACBGwkogG+k4lx/BcycAAECBAgQIECAAAECBAgQyC8gIQECBAgQIECAAAECNxVQAN+UxhcECPRNwHwJECBAgAABAgQIECBAgACB/AISEiBAgAABAgQI3FpAAXxrH98SIECAQD8EzJIAAQIECBAgQIAAAQIECBDILyAhAQIECBAgsA8BBfA+kFxCgAABAgQILLOAuREgQIAAAQIECBAgQIAAAQL5BSQkQIAAgf0KKID3K+U6AgQIECBAgACB5RMwIwIECBAgQIAAAQIECBAgQCC/gIQECBxIQAF8IC4XEyBAgAABAgQIECCwLALmQYAAAQIECBAgQIAAAQIECOQXkPDgAgrgg5u5gwABAgQIECBAgAABAgSOV8DTCRAgQIAAAQIECBAgQIAAgZsIJCqAb5LQaQIECBAgQIAAAQIECBAgQCCRgCgECBAgQIAAAQIECBAgcCsBBfCtdHzXHwEzJUCAAAECBAgQIECAAAECBPILSEiAAAECBAgQIECAwG0FFMC3JXIBAQLLLmB+BAgQIECAAAECBAgQIECAQH4BCQkQIECAAAECBPYnoADen5OrCBCK1tttAAAQAElEQVQgQGA5BcyKAAECBAgQIECAAAECBAgQyC8gIQECBAgQIHAAAQXwAbBcSoAAAQIECCyTgLkQIECAAAECBAgQIECAAAEC+QUkJECAAIGDCiiADyrmegIECBAgQIAAgeMXMAMCBAgQIECAAAECBAgQIEAgv4CEBAgcSkABfCg2NxEgQIAAAQIECBAgcFwCnkuAAAECBAgQIECAAAECBAjkF5Dw8AIK4MPbuZMAAQIECBAgQIAAAQIEFivgaQQIECBAgAABAgQIECBAgMBtBBIUwLdJ6GsCBAgQIECAAAECBAgQIEAggYAIBAgQIECAAAECBAgQILAfAQXwfpRcs7wCZkaAAAECBAgQIECAAAECBAjkF5CQAAECBAgQIECAAIF9CyiA903lQgIElk3AfAgQIECAAAECBAgQIECAAIH8AhISIECAAAECBAgcTEABfDAvVxMgQIDAcgiYBQECBAgQIECAAAECBAgQIJBfQEICBAgQIEDgEAIK4EOguYUAAQIECBA4TgHPJkCAAAECBAgQIECAAAECBPILSEiAAAEChxVQAB9Wzn0ECBAgQIAAAQKLF/BEAgQIECBAgAABAgQIECBAIL+AhAQIHElAAXwkPjcTIECAAAECBAgQILAoAc8hQIAAAQIECBAgQIAAAQIE8gtIeHQBBfDRDY1AgAABAgQIECBAgAABAvMVMDoBAgQIECBAgAABAgQIECCwT4EeF8D7TOgyAgQIECBAgAABAgQIECBAoMcCpk6AAAECBAgQIECAAAECBxFQAB9Ey7XLI2AmBAgQIECAAAECBAgQIECAQH4BCQkQIECAAAECBAgQOLCAAvjAZG4gQOC4BTyfAAECBAgQIECAAAECBAgQyC8gIQECBAgQIECAwOEEFMCHc3MXAQIECByPgKcSIECAAAECBAgQIECAAAEC+QUkJECAAAECBI4goAA+Ap5bCRAgQIAAgUUKeBYBAgQIECBAgAABAgQIECCQX0BCAgQIEDiqgAL4qILuJ0CAAAECBAgQmL+AJxAgQIAAAQIECBAgQIAAAQL5BSQkQGAmAgrgmTAahAABAgQIECBAgACBeQkYlwABAgQIECBAgAABAgQIEMgvIOHsBBTAs7M0EgECBAgQIECAAAECBAjMVsBoBAgQIECAAAECBAgQIECAwAEFelgAHzChywkQIECAAAECBAgQIECAAIEeCpgyAQIECBAgQIAAAQIECBxGQAF8GDX3HJ+AJxMgQIAAAQIECBAgQIAAAQL5BSQkQIAAAQIECBAgQODQAgrgQ9O5kQCBRQt4HgECBAgQIECAAAECBAgQIJBfQEICBAgQIECAAIGjCSiAj+bnbgIECBBYjICnECBAgAABAgQIECBAgAABAvkFJCRAgAABAgRmIKAAngGiIQgQIECAAIF5ChibAAECBAgQIECAAAECBAgQyC8gIQECBAjMSkABPCtJ4xAgQIAAAQIECMxewIgECBAgQIAAAQIECBAgQIBAfgEJCRCYqYACeKacBiNAgAABAgQIECBAYFYCxiFAgAABAgQIECBAgAABAgTyC0g4ewEF8OxNjUiAAAECBAgQIECAAAECRxNwNwECBAgQIECAAAECBAgQIHBIgR4VwIdM6DYCBAgQIECAAAECBAgQIECgRwKmSoAAAQIECBAgQIAAAQJHEVAAH0XPvYsT8CQCBAgQIECAAAECBAgQIEAgv4CEBAgQIECAAAECBAgcWUABfGRCAxAgMG8B4xMgQIAAAQIECBAgQIAAAQL5BSQkQIAAAQIECBCYjYACeDaORiFAgACB+QgYlQABAgQIECBAgAABAgQIEMgvICEBAgQIECAwQwEF8AwxDUWAAAECBAjMUsBYBAgQIECAAAECBAgQIECAQH4BCQkQIEBg1gIK4FmLGo8AAQIECBAgQODoAkYgQIAAAQIECBAgQIAAAQIE8gtISIDAXAQUwHNhNSgBAgQIECBAgAABAocVcB8BAgQIECBAgAABAgQIECCQX0DC+QkogOdna2QCBAgQIECAAAECBAgQOJiAqwkQIECAAAECBAgQIECAAIEjCvSgAD5iQrcTIECAAAECBAgQIECAAAECPRAwRQIECBAgQIAAAQIECBCYhYACeBaKxpifgJEJECBAgAABAgQIECBAgACB/AISEiBAgAABAgQIECAwMwEF8MwoDUSAwKwFjEeAAAECBAgQIECAAAECBAjkF5CQAAECBAgQIEBgtgIK4Nl6Go0AAQIEZiNgFAIECBAgQIAAAQIECBAgQCC/gIQECBAgQIDAHAQUwHNANSQBAgQIECBwFAH3EiBAgAABAgQIECBAgAABAvkFJCRAgACBeQkogOcla1wCBAgQIECAAIGDC7iDAAECBAgQIECAAAECBAgQyC8gIQECcxVQAM+V1+AECBAgQIAAAQIECOxXwHUECBAgQIAAAQIECBAgQIBAfgEJ5y+gAJ6/sScQIECAAAECBAgQIECAwK0FfEuAAAECBAgQIECAAAECBAjMSGCJC+AZJTQMAQIECBAgQIAAAQIECBAgsMQCpkaAAAECBAgQIECAAAECsxRQAM9S01izEzASAQIECBAgQIAAAQIECBAgkF9AQgIECBAgQIAAAQIEZi6gAJ45qQEJEDiqgPsJECBAgAABAgQIECBAgACB/AISEiBAgAABAgQIzEdAATwfV6MSIECAwOEE3EWAAAECBAgQIECAAAECBAjkF5CQAAECBAgQmKOAAniOuIYmQIAAAQIEDiLgWgIECBAgQIAAAQIECBAgQCC/gIQECBAgMG8BBfC8hY1PgAABAgQIECBwewFXECBAgAABAgQIECBAgAABAvkFJCRAYCECCuCFMHsIAQIECBAgQIAAAQI3E3CeAAECBAgQIECAAAECBAgQyC8g4eIEFMCLs/YkAgQIECBAgAABAgQIELhawCcCBAgQIECAAAECBAgQIEBgxgJLWADPOKHhCBAgQIAAAQIECBAgQIAAgSUUMCUCBAgQIECAAAECBAgQmIeAAngeqsY8vIA7CRAgQIAAAQIECBAgQIAAgfwCEhIgQIAAAQIECBAgMDeBWgC3Nxl8cpPzThMgQGA+AkYlQIAAAQIECBAgQIAAAQIE8gtISIAAAQIECBAgMF+BZjyexGS885Cu8532wVv1xO5e39oIECBAgMB8BYxOgAABAgQIECBAgAABAgQI5BeQkAABAgQIEFiAQPP2X45oJ7X5bWvz29QnlrP1pWuESz1u1r2er682AgQIECBAgMB8BIxKgAABAgQIECBAgAABAgQI5BeQkAABAgQWJdB8zRMvxTP+6Tje8ubNmFyqj53cXV9W6r5Vm+Hu2BXB9aONAAECBAgQIECAwKwFjEeAAAECBAgQIECAAAECBAjkF5CQAIGFCjQro9Pxu/9lEi94+oPxFY9/f/zmL4yjXR/V8ncSMVm9yWTqdzf5xmkCBAgQIECAAAECBAjsR8A1BAgQIECAAAECBAgQIECAQH4BCRcv0Gyur8eoKdGM747ff9ud8TVPuhBP/+xz8atvPhlt7Xnb8STa7peB6/vw16DDDwECBAgQIECAAAECBAgcWcAABAgQIECAAAECBAgQIECAwJwEmqYZxcrKapT6X8RKrDSn452/fSpe/JXn4xmfcz7+83+orW/XBJeuAa6zqB8jmvqm+9z9W8HdsX488mYAAgQIECBAgAABAgQIECBAIL+AhAQIECBAgAABAgQIECAwT4FmbWUlYlxL3LaNUvdRM4mmHUW7flctgkfx/CdvxDM/q41f+9lxTNYjJht1OvXyaDfrm0t17z7Ug43AUQTcS4AAAQIECBAgQIAAAQIECOQXkJAAAQIECBAgQIAAgbkLNJNa/rbtZPr7v6X7G8/NuYgynn5uJ0207Ur817dPpv9G8DM+/y/i995xsbbAUX9K3bs2uPtt4PrWRoAAgUMKuI0AAQIECBAgQIAAAQIECBDILyAhAQIECBAgQIDAYgSatm13ntQVuaOIrXvq52ZaAI9iNUoZxWjURNm6K/7g7ffE//bZJZ7/xRfij95Rr20fVq/diq43nr7sDlXP2ggQIECAwD4EXEKAAAECBAgQIECAAAECBAjkF5CQAAECBAgQWKBAs/2ssn2Yvl7zfm+p267EeONk/KdfKvHkz3goXnLfQ/HgX67Vu8Z1r/eV7s9C772hnrYRIECAAAECBG4o4CQBAgQIECBAgAABAgQIECCQX0BCAgQIEFi0QC2A6xa1vL3Jk0eliVH9fhRNPdZ9FDGanIqVcmf8whtOxxd++l/FD3zzxbh4NqLdWq0vpe51sK4H7vb61kaAAAECBAgQIEDgKgEfCBAgQIAAAQIECBAgQIAAgfwCEhIgcCwCzdVPreXt1Seu+VS/3y11y0ZEKTHeuDNe/8oT8cR/cDZ+7se3or3lLwFPwg8BAgQIECBAgAABAsMWkJ4AAQIECBAgQIAAAQIECBDILyDh8Qk0pZTa4zZRYhSllIjSNbyTaNtuH+8co/7U76Lu3fd1byYnoqmXjjfXohmtxtn33Rnf+bzNePpnPRTv+LVaBI/HMenK4K7z3aq3R724O0R3YvrGCwECBAgQIECAAAECBAgMS0BaAgQIECBAgAABAgQIECBAYM4CzfXj7xa1e7+pxW9X/u49Nf1c6mvZOVuHak/GO///lXjm4y/Ei59+Me7/y/pVLZLrRfVNd1231+vqpyubdwQIECBAgAABAgQIECBAgEB+AQkJECBAgAABAgQIECBAYBECTbS1lO32y0+rn6eN7d7j5S+ve1NqX9z9JvD2XqKZrMVquTN++U0n44mfvhmvfcVDMV6vF42j/lyKaOv7usXuXs/aBiwgOgECBAgQIECAAAECBAgQIJBfQEICBAgQIECAAAECBBYmcJNfx+3K324Ou8fu/T73dlRL3hKjZiU2Lq3Gj7y8iS/5jIfiN39xPSJO1u/q4fK2twX2p6Evs3hDYCACYhIgQIAAAQIECBAgQIAAAQL5BSQkQIAAAQIECBBYrMDVBXD3m8DdfoQ5lDpit4/qcaVpYzJp4i/+6K74uic/GN/0jAfigT8v0W7UB3R9b+neXNgpheuJutVvbAQIECCQX0BCAgQIECBAgAABAgQIECBAIL+AhAQIECBAgMAxCNSadp5PLVHGp6P7i9Kr5d74xX/bxBd+2oPxhu/fjEvnImJ8ImJyR31jI0CAAAECBIYjICkBAgQIECBAgAABAgQIECCQX0BCAgQIEDgugSZKG9M99vx0vwW8u+85fZi3pY7TdDeOI1bbe2Kyfle85js24r4vOBd//P/W/ndzI9rJekS7EtFcrFe2dbcRIECAAAECBAikFBCKAAECBAgQIECAAAECBAgQyC8gIQECxyrQzP3ppT6hdrpt1JfRpSjNZu2b74g/+q8r8ZTP+qv4/m+8EOOLJ+pFtSFuT9Vjd0M9TDd/E3rK4IUAqgS5vAAAEABJREFUAQIECBAgQIBAAgERCBAgQIAAAQIECBAgQIAAgfwCEh6/wJUCuNSCdu++z7m1ba12b7fX8rdeEu1kre6jmN6ztRajycPjp37odHz54ybx1p/feeBWPdapRNRCOK5Mr561ESBAgAABAgQIECBAgEA/BcyaAAECBAgQIECAAAECBAgQWJDAghvW7rd7u71L1x3rXkvhP3lnxNc8MeJbnnUpzt4f0Xbd72RU33TX2QkQIECAAAECBAgQIECAAIH+Cpg5AQIECBAgQIAAAQIECCxSYMEF8DXR2rJd9o6bWFndiF/8qYgv/8yL8R9/pvs14IhJVwR3vw28dw8/KQSEIECAAAECBAgQIECAAAECBPILSEiAAAECBAgQIECAwMIFblIA18Z1989Bz3NKZRxNM4laA8f0T0TXl/e+Zz2+4Znn48XPeDA+8L768DqV+lq3y2+ueV8/2ggQ6JWAyRIgQIAAAQIECBAgQIAAAQL5BSQkQIAAAQIECBA4HoErBXBbdmbQFa17953TczmUKE1b94gmTsQoVqMpp6JpT8Qv/3SJZz++jbf+0qWI8TiibES0UfdJfdmqx3qop+urjQABAgT6I2CmBAgQIECAAAECBAgQIECAQH4BCQkQIECAAIFjFLhSAF83iWnbWs92x3qYy1bqqN1eD3u37pHtSvzpuy7F1z/lYnzPC8/HpQ+c2L6idAXwKKI7jtZjuwmuBxsBAgQIECCw5AKmR4AAAQIECBAgQIAAAQIECOQXkJAAAQIEjltg+geYJ3GDEnZhM9v77BKj7r8yiqZtotQieLJ+Kt70w6fiaY97KN7x61sRk5WYbE0iut9YnnSl8N77ww8BAgQIECBAgMAyCpgTAQIECBAgQIAAAQIECBAgkF9AQgIElkKgmc6iFq11m75dlpeu1i1dMV2L4Jisxnv+ZC3u+6Kz8fpXXIx2cyWinK97LYKjm3m3Ry2F624jQIAAAQIECBAgQGCpBEyGAAECBAgQIECAAAECBAgQyC8g4fIINFE2ojQ7BWqplWuJKKVEs7OXUi+p70spUcr1e8zsp9SRdva21GeNosRKlFL3Or92vBKTjXvi1d+2El/9hRfjL37/TLRbTb2n+zPQDyp/q4SNAAECBAgQIECAAAECSyZgOgQIECBAgAABAgQIECBAgMCCBZqP+Xtb0ZZaojaT2KmB5zyF/Qxf6kXd3hW83bF+rFuJUoveJt7x9kl8yePeH7/80+OI8cn6zamIsln37jeCww8BAgQIECBAgAABAgQIECBw7AImQIAAAQIECBAgQIAAAQLHIdC8/MdPx7961Sge89hLsTm+PyZtLVWPYybTZ9aCtyt5r9qnX0Qppe5trK6MomzcEeML98Y3f9XF+K6vfTDG59ZisrEabVu2L/a6vAJmRoAAAQIECBAgQIAAAQIECOQXkJAAAQIECBAgQIAAgWMTaLaajfjkz2zi+950Op7/3Sfi9N2bMY5L0e78d2Vm3e8Hd/vkyqm5vOtK3N197wN2zjXnIurb0k1l80y8+cc340sf90C8513jqA1w1Je62wgQWEYBcyJAgAABAgQIECBAgAABAgTyC0hIgAABAgQIECBwvALNyspaRBl1W3zG4++In/zN0/Hlz48YnX4otsoDEbUOnpaqpRas3Z+KrsVwPXlMW4mY3BHTAri+bZr6dnJ3/Nk7z8RT/+n98XOvr3MctzEeb9RZboYfAgQIEFgaARMhQIAAAQIECBAgQIAAAQIE8gtISIAAAQIECCyBQBO1RK1taXSlalvaKKcuxeOfcTJ+9D/eFf/L552MycpDMWm2ItqVunf/3u4ojvenNr9XTaB+rnO79OC98a1ffS6+5b7zMVlfq3Hq+auu84EAAQIECBA4HgFPJUCAAAECBAgQIECAAAECBPILSEiAAAECyyLQ1b+X51JKiVE5GW3bxD2PauK53306Xv0z98RHfuxfxTjOR1m9GJP637htYzl+2jrfSYyazVhdezDWVs7Ef/g/Szz1n2zF+95VC+tJnWV7zV4/2ggQIECAAAECBBYk4DEECBAgQIAAAQIECBAgQIBAfgEJCRBYKoHtAvhyoTuO6H7bt5tiV5yWNj78oyL+9b/9G/GC712Nh33QerRlM6Kej8s/3YX1Q1vqy6K3+uzmXMRkre6nokxWayF8Jt79zogn/KP3xq/9+616/mZz6trhm33nPAECBAgQIECAAAECRxVwPwECBAgQIECAAAECBAgQIJBfQMLlE2iidqhRanlbt2jqS1mJ0tXC3V96bkZRP0ZZjfj0z12LH/qFe+JffGnEiTseiM3JRkzKVrTl0kJTtbWsvrKXaLfuirb7bzKK2PmutKOYXLo3Xvi0C/GD37YeUTvry5PU+16m8IYAAQIECBAgQIAAAQJzEjAsAQIECBAgQIAAAQIECBAgcEwCXdW759F7PtYuePrF7rEWxSfvjHjqC0fxfW+8J/7ep12KNjbqJfWeUkvWMq4FbL34pr8JXC+dy1afPx23Pnt6rC91rlHnUSZn4vWvuhRf/YWb8dd/Vs93W3O+vnaNcHd9nXNohCuIjQABAgQIECBAgAABAgQIzEjAMAQIECBAgAABAgQIECBwnAK77elVc+j606tOdB+6vrTbRxfjw//OKL79R+6KF33PibjzYQ9GO/0V252hrvrz0N2Ni927WezupSuBN++K3/71UTz7C9bjD99W57J5R7Tj7reFt2phXY/RXV3P2+YrYHQCBAgQIECAAAECBAgQIEAgv4CEBAgQIECAAAECBAgcu0ATpc6h2+thf9taveyhiLU2PvWzR/HaX3pUfPaTmpiMzsZk998PrlfUdrW+3rBKrucXtNUCOLq9lrx/8Sdt3PfEB+M//fwkStNEdP+W8STqNI95jnUKNgLZBeQjQIAAAQIECBAgQIAAAQIE8gtISIAAAQIECBAgsBwCtQndmcieErjc6M8idz1pt8eJesOdda831LtP3xvxzG++I17xo3fHf/dR69H9u8BlFFFGF6M0kyj1slJKPd54j3n+lDrhbo96bE/EpbNn4vlPvRD/5qXrEZOT0TYXIkr3J6Ensf2zVQ+77+tbGwECBAgcVcD9BAgQIECAAAECBAgQIECAQH4BCQkQIECAAIElEqgVbXT16A2m1BWhe/cbXLJ7qhbBH/2pJb7v390RT/iKiObE+yMmd9Rva/HavbZttHWvb495K3Fi9Uz8yMvbeOFT1mPz3Mk6nyZqE1z3+ja6vKV7YydAgAABAgSOLGAAAgQIECBAgAABAgQIECBAIL+AhAQIECCwbAK1/dzpPmcws9Uz4/ji5zXxsh97VHzkR7cxbiexVYvfca2Yp3t9P4PHHGmIrfWIpj0Rv/ELq/HMf/5gvPePT9RyehxRNiIm3Z+3LuGHAAECBAgQIEDgiAJuJ0CAAAECBAgQIECAAAECBPILSEiAwFIKTAvgo1ee3W/6btaA07/9HH/7E9p45ZtKPOmr2jhx6lI9vxXTZ5Tuum6vp45lq89u6nzGJTY3SvzB/7caz33ihfi936wMk9WoPfWVWdVLr3zwjgABAgQIECBAgACB/Qq4jgABAgQIECBAgAABAgQIEMgvIOHyCjS1+twuZ6+aY3f2mr1rcLt973WXS9Luzcrlb0odsTkZ8aRnn4zv/alT8ZiPuz9W1jZjZaWNSbO+3bN2t9S9lHr1LfbLg87kTakl71pE08bqqInVcjre/Qd3xLP+5f3xGz/bTSYixnW/vHV/EvryB28IECBAgAABAgQIECBA4NYCviVAgAABAgQIECBAgAABAgSOWaBreQ8/hbJ7azfM5Q+7JyPq6Y98bMR3vvbeeMIz2yirD9TvRtE2mxEltn/a7cPiXuuD67b7vFEtgtutU/H1TzsXP/ryrejK4e2Guruim9xVjXB30k6AAAECBAgQIECAAAECBAhcJ+AEAQIECBAgQIAAAQIECCyDQK1oZzyNUse7ai9x5p5RPOE5J+K7f+yeuPdD12NlZfs3a7t69XIRXG9b+NaWad/bjE/HaHJH/OB3RLzqm89GuxkxLYHbUX3T7fVgO5yAuwgQIECAAAECBAgQIECAAIH8AhISIECAAAECBAgQILA0ArMvgK+LVsveshHtZBwf9fER/+bnz8T//M+3Ytw8GJP63/bl0yp4++0iX8ue55ZxRNmKn3j1OF78zPPX/Cno2P7Zc/n2Ca8ECNxKwHcECBAgQIAAAQIECBAgQIBAfgEJCRAgQIAAAQIElktgAQVw94jViGY03VfvinjOS+6IF33P6bjngx6IGE1iq93YUeka1loY73xayGG3BG5XopmsRTs+FW9580o850l/Gefv72bQzafOr5ta6T7bCRAgQGAfAi4hQIAAAQIECBAgQIAAAQIE8gtISIAAAQIECCyhQLOYOZUopdRHdXstVJs2PvWfrcT//qZHxN/5xEtRRlvRrFyI0mxGW4vWtnupVy9sm5bA3dzqPjkR0Z6It/3ymXjG5z0U7/mjjmgton4VfggQIECAAIF9CLiEAAECBAgQIECAAAECBAgQyC8gIQECBAgsq0DXbi5wbuP6rFoAl9qm1u0RHxrxnT92Op7xgtVYOdnGJJrorhhHG+NaAnd7vWGhWzMZ1VlsxMqoxJ+/82R83ZMuxZ/9bhsxmUTb7XVeCy+oFyrgYQQIECBAgACBIwi4lQABAgQIECBAgAABAgQIEMgvICEBAkst0Cx2dqP6uG7fjJj+1m1ErER83petxbe85kR88Ee+N6Jcitq01mPE5Wti56f2sDvv5nNoaytdt4g6x0mdWJT40z8ax3O+aBK/99YSpTR7njvvyex5lLcECBAgQIAAAQIEeiBgigQIECBAgAABAgQIECBAgEB+AQmXX2Bvo7mg2Zb6nFqudr8FvOfpj/2UlXjNv//Q+MR//IFoTp6t13TbVkzGJSZRug8Rk3qc9q7Tl+1zs36dFtMlmna17qO63xF//f5z8ewn3B9v/cWNiK0SpZSIqCX2pB5sBAgQIECAAAECBAgQIECAAAECBAgQIECAAAECBAgQWBKBZn7zuNXIXYF6zfe10109FfFtP/Ah8WXPvSNO31kL1ljdvqh+V5vXiNFWROn+SHR3ottjtj/T8rcbstSXnb3pWt4mLp27M174tK14+1vq87tTk7Vo6xS6vV5sI0CAAAECBAgQIECAAAECAxUQmwABAgQIECBAgAABAgSWSeCYCuA9BDs9a+weVybxL778ZHzTa0rc+ciz0axtxaQdRymjKE1b94hSmijTvbsp5vTTRpSN6b8H3GzdGaP6qI1Lk3jek8/Gr/5sLaK7Eji6l0ktguu14ecqAR8IECBAgAABAgQIECBAgACB/AISEiBAgAABAgQIECCwdALN0s2orVNqJvGxf381XvUz98RHf9KliNVztQRuatG6GtGu7Ey5K1933s7lUBvfyVrE5OT26N37+uxm/PB48Zg3tOwAABAASURBVFeei594zflaRnfFb71u+4r62n2uBxuBgQuIT4AAAQIECBAgQIAAAQIECOQXkJAAAQIECBAgQGA5BZqlm9a0T63TGkXc++iI7/zRM/H4L12LcZyrBXBEV7G23Z+BLlt16t2nepjXtvsnoXeOzeREbG1GTC7eE6/61q14w/eNIzZLTLbqcTqHD9TXOc+pPsFGgACBJRYwNQIECBAgQIAAAQIECBAgQCC/gIQECBAgQIDAEgvUpnWJZ1enVlYn8fQXnYoXfM+pKKffdaUArpVwxLQtjrn+7JS/MT1OIppaPNd9vHF3vPqll+J1r9yIppQ6hQt1f1jdu/f1YCNAgAABAoMTEJgAAQIECBAgQIAAAQIECBDILyAhAQIECCy7wNIXwE1TC9Uyjn/wOaP4gX/3EfGID7sQbS1cJ3Eq2uZi9d37G7d739evZr21o2gmK9N91NQyePOu+KHv2IjXfXd97vhkdL+i3LZtPdTPs3628QgQIECAAAECyyxgbgQIECBAgAABAgQIECBAgEB+AQkJEOiFQLPcs+yK1Lq3pZaqEY/+7yNe+ZOn4+M+5WxEuVQL4I3Y/qnXxN59++zMX0stfVfunw5bor6v70p7R/zQyy7Fj7xsK2KrltX1XG2Cp6+xc83OBwcCBAgQIECAAAECKQWEIkCAAAECBAgQIECAAAECBPILSNgfgR4UwLVULU2UUURZi3jEh23ES3/43vgn/3IrmmYSk7aJSanl67QAbiLm+meh61zGd9dH1LJ50kRp2+mff27iTPzwy87HT7x6sz69ROmK4uh+mu7FToAAAQIECBAgQIAAgawCchEgQIAAAQIECBAgQIAAAQJLJjCHhnKWCbvple0Bdw4RK9PtvpeciS//2tMRq+/f/n4yinZcop3UC9u6b5+dw2uzZ8xJRBlP92bysPjhl2/Er//cRky26hzDDwECBAgQIECAAAECBAgQyCwgGwECBAgQIECAAAECBAgso8DeNnMZ53eDOdXCtWkj6sw/72kr8e0/+PBYO302xnEp2nq6jUm09dP2jfXE9ps5vJaIdhSlFs9N3Ut95sa5O+L7vnEz1s/X59ZuOLp9Dk9e6iFNjgABAgQIECBAgAABAgQIEMgvICEBAgQIECBAgAABAksrUGvUpZ3bTSbW/XZtLYFrx9oVsB/3P0V8/xvvjQ97TGz3rV0vO/2uu/3ym+7D7PfuTz2vfGA6bn1sdPt7/qSNn//JizH90J0IPwSGIyApAQIECBAgQIAAAQIECBAgkF9AQgIECBAgQIAAgeUW6GEB3LWqo9gtWMtKEx/+2HF8x4+cjI987IPRrIxjPKnF76S7rh5jnj/1GdN/E7h7RplOKcan442vORHjjXG07VZEN4Vu7y6xEyBAIK+AZAQIECBAgAABAgQIECBAgEB+AQkJECBAgACBHgj0sADuVEv3Uvdx3WvJGk088iM241VvPhOf8GlbsbpWv6/J2rYWxdu1bL1uXlt91nTo+sB6bEoTf/7us/Gu3yv1yaWe0f5WBBsBAgQIpBYQjgABAgQIECBAgAABAgQIEMgvICEBAgQI9EVgu7Xsy2yvm2dX8K7Ws1u1bF2J5uQkvuH7T8U//NytaFfPx2RSol10/1qf17Sn4h3/+WK0XT9dZ1YnaCNAgAABAgQI5BSQigABAgQIECBAgAABAgQIEMgvICEBAr0S6HkBvGu9GjHuftt2PU7cdS6+9mVr8aRnrcToxPkopTayl/8Oc/d+9575HLtZxGQ13vvuJspKV1DP5zlGJUCAAAECBAgQIHDcAp5PgAABAgQIECBAgAABAgQI5BeQsH8CTf+mfJMZr3TnT9eXM1Fq7/rE+9biqc8bRVk7HyunLkSUSd0vRUzL4HqY01aqaKkv58/VN+P5F85zimFYAgQIECBAgAABAgQI3ErAdwQIECBAgAABAgQIECBAgMCSCtSWclYzW4Zxyk6/W48rJT7/qSfjRd97Isbtej1fo467grh+N++pdmXzqD6zLOBZ885ifAIECBAgQIAAAQIECBAgcJWADwQIECBAgAABAgQIECCwzAK1FV3m6R10bm1E6X7LdyOmPysRn/yZa/Gtr747RiceiEn9rutkSylRyvY+vW6mL91vGm/EnffUeYxmOvByD2Z2BAgQIECAAAECBAgQIECAQH4BCQkQIECAAAECBAgQWHqBZAVwqeAn6z6Oy3/puZawf/fT23jpa++JOx9Wy9nLX9TLrnrffT7q3kbbbNWieSv+9mPvieged9Qh3U+gBwKmSIAAAQIECBAgQIAAAQIECOQXkJAAAQIECBAgQKAfAskK4F30UxFdFxz1p41oRqvxMZ/UxMvfWOJhH3IhNsdbMe1+m0vbF9TXWWxtKXXYcUzKOD7649di+98djrg8l/BDgACBdAICESBAgAABAgQIECBAgAABAvkFJCRAgAABAgR6JJC0AN6zAmX7fVkt8ejHnIyXvf5MfMjfejC6crYdd78tXGJWP7VrrkOdir/7KW084kPaaMt6/bx9tr6xESBAgACBZALiECBAgAABAgQIECBAgAABAvkFJCRAgACBvgnkL4C7Fek63trDllGJD/5bES993Zl4+N/882hXLsSktNH9pebdvbv8KHtZOR+f+8RT0yG6x07feCFAgAABAgQIZBOQhwABAgQIECBAgAABAgQIEMgvICEBAr0UGEYBvLs0tQSejCfxNz5iNb73DR8Wj/yQs/WbrvqtX0S314/Xbd35vfu1F2x/13b3l834xE9r4pP/YS2AJ139u1Yv7o71YCNAgAABAgQIECCQREAMAgQIECBAgAABAgQIECBAIL+AhP0VGE4B3PWwNW1T6pva+T7i0SW+/bV31xK4fljZikk7ibbukyjR7dtLul3uRlfuXrXXb9s6Tv26bS7FpO7dn5R++IfeH/e95GRE7X0no+6u+lIvtREgQIAAAQIECBAgQCCJgBgECBAgQIAAAQIECBAgQIDAkgvUSvSoM+zZ/bW3ja4ErtN+9GPuiFe8YS0eWYvb0mxEV+LGAX9qB1zvWInTd1+KF77sEfHIR5Uo9YyNAAECBAgQIECAAAECBAjkEpCGAAECBAgQIECAAAECBPogMLwCuKn1bN12F+feR0e8/Mc/OD76E9poV/56+lvAu9/t5zhuL8QHf/jZeNmPn4yP+aTKWceuW9R3wyiC94PkGgIECBAgQIAAAQIECBAgQKDfAmZPgAABAgQIECBAgEBvBLqesjeTnf1Eu9L3Ytz76EvxXW84HV/8lQ+PlVPrMSndPqnHuPEebUyazZisPBj/7ItW41U//cj4m48ZRTSVs8x+lkYksKwC5kWAAAECBAgQIECAAAECBAjkF5CQAAECBAgQIECgXwK1sezXhGc72xJNnIwSazFaa+OJz16LH/uVU/GlX7MRj/6o8zFuHoj18UMRo40Yx6XYai/U4vfB+KCPmMTnfNmFeN2v3hX3veSuOHlPRLMW2z/bfxM6ake8vW+f9UqAAIFsAvIQIECAAAECBAgQIECAAAEC+QUkJECAAAECBHoo0PRwzjOecqnjlSil1GPE3R8U8b9+1Z3xA//XnfHGtz0iXvnGe+LrXrFV9834ztefite95Z547a9GPPMbTsa9HxaxOZnEuJa+7fbt0zGm5e/2O68ECBAgQCChgEgECBAgQIAAAQIECBAgQIBAfgEJCRAgQKCvAk1fJz7LeZdSpgVwPUSz0o28GaPV9XjYoyI+9u9H/KPPujP+8WffEx//P67EBz+6+7775d42SrMZzahEUxVLie2f7rh3b+vpbq8HGwECBAgQIECg9wICECBAgAABAgQIECBAgAABAvkFJCRAoNcCtbrs9fxnO/kyqeN1+2o9dn/T+XzEbpnbSXX7tMzdPlliNZp6QRN+CBAgQIAAAQIECOQXkJAAAQIECBAgQIAAAQIECBDILyBh/wV0l1etYcfR7d3J7ng6ar873Uv9ON1H9WMZ1dNdQVzqMW79U+rX3V4PNgIECBAgQIAAAQIECPRUwLQJECBAgAABAgQIECBAgACBngjUWvOwMx3Cfbdqbm/13RBsZCRAgAABAgQIECBAgACBYQhISYAAAQIECBAgQIAAAQJ9ElAA92m1lmmu5kKAAAECBAgQIECAAAECBAjkF5CQAAECBAgQIECAAIHeCSiAe7dkJkzg+AXMgAABAgQIECBAgAABAgQIEMgvICEBAgQIECBAgEA/BRTA/Vw3syZAgMBxCXguAQIECBAgQIAAAQIECBAgkF9AQgIECBAgQKDHAgrgHi+eqRMgQIAAgcUKeBoBAgQIECBAgAABAgQIECCQX0BCAgQIEOi7gAK47yto/gQIECBAgACBRQh4BgECBAgQIECAAAECBAgQIJBfQEICBFIIKIBTLKMQBAgQIECAAAECBOYnYGQCBAgQIECAAAECBAgQIEAgv4CEeQQUwHnWUhICBAgQIECAAAECBAjMWsB4BAgQIECAAAECBAgQIECAQM8EDlEA9yyh6RIgQIAAAQIECBAgQIAAAQKHEHALAQIECBAgQIAAAQIECPRRQAHcx1U7zjl7NgECBAgQIECAAAECBAgQIJBfQEICBAgQIECAAAECBHoroADu7dKZOIHFC3giAQIECBAgQIAAAQIECBAgkF9AQgIECBAgQIAAgX4LKID7vX5mT4AAgUUJeA4BAgQIECBAgAABAgQIECCQX0BCAgQIECBAIIGAAjjBIopAgAABAgTmK2B0AgQIECBAgAABAgQIECBAIL+AhAQIECCQRUABnGUl5SBAgAABAgQIzEPAmAQIECBAgAABAgQIECBAgEB+AQkJEEgloABOtZzCECBAgAABAgQIEJidgJEIECBAgAABAgQIECBAgACB/AIS5hNQAOdbU4kIECBAgAABAgQIECBwVAH3EyBAgAABAgQIECBAgAABAj0VOEAB3NOEpk2AAAECBAgQIECAAAECBAgcQMClBAgQIECAAAECBAgQINBnAQVwn1dvkXP3LAIECBAgQIAAAQIECBAgQCC/gIQECBAgQIAAAQIECPReQAHc+yUUgMD8BTyBAAECBAgQIECAAAECBAgQyC8gIQECBAgQIECAQA4BBXCOdZSCAAEC8xIwLgECBAgQIECAAAECBAgQIJBfQEICBAgQIEAgkYACONFiikKAAAECBGYrYDQCBAgQIECAAAECBAgQIEAgv4CEBAgQIJBNQAGcbUXlIUCAAAECBAjMQsAYBAgQIECAAAECBAgQIECAQH4BCQkQSCmgAE65rEIRIECAAAECBAgQOLyAOwkQIECAAAECBAgQIECAAIH8AhLmFVAA511byQgQIECAAAECBAgQIHBQAdcTIECAAAECBAgQIECAAAECPRfYRwHc84SmT4AAAQIECBAgQIAAAQIECOxDwCUECBAgQIAAAQIECBAgkEFAAZxhFeeZwdgECBAgQIAAAQLtmJC4AAAQAElEQVQECBAgQIBAfgEJCRAgQIAAAQIECBBII6AATrOUghCYvYARCRAgQIAAAQIECBAgQIAAgfwCEhIgQIAAAQIECOQSUADnWk9pCBAgMCsB4xAgQIAAAQIECBAgQIAAAQL5BSQkQIAAAQIEEgoogBMuqkgECBAgQOBoAu4mQIAAAQIECBAgQIAAAQIE8gtISIAAAQJZBRTAWVdWLgIECBAgQIDAYQTcQ4AAAQIECBAgQIAAAQIECOQXkJAAgdQCCuDUyyscAQIECBAgQIAAgf0LuJIAAQIECBAgQIAAAQIECBDILyBhfgEFcP41lpAAAQIECBAgQIAAAQK3E/A9AQIECBAgQIAAAQIECBAgkETgFgVwkoRiECBAgAABAgQIECBAgAABArcQ8BUBAgQIECBAgAABAgQIZBJQAGdazVlmMRYBAgQIECBAgAABAgQIECCQX0BCAgQIECBAgAABAgTSCSiA0y2pQASOLmAEAgQIECBAgAABAgQIECBAIL+AhAQIECBAgAABAjkFFMA511UqAgQIHFbAfQQIECBAgAABAgQIECBAgEB+AQkJECBAgACBxAIK4MSLKxoBAgQIEDiYgKsJECBAgAABAgQIECBAgACB/AISEiBAgEB2AQVw9hWWjwABAgQIECCwHwHXECBAgAABAgQIECBAgAABAvkFJCRAYBACTUxqzrbu1203PHndVU4QIECAAAECBAgQINBvAbMnQIAAAQIECBAgQIAAAQIE8gtIOByB5gVf9kCcfV9EO94J3R277rct9eTOOQcCBAgQIECAAAECBAgQyCggEwECBAgQIECAAAECBAgQIJBMoPm1nzsTz/r8C/GePx5vl8Cj9YjSNcCx89P9ivDOWwcCBAgQIECAAAECBAgQIEAgiYAYBAgQIECAAAECBAgQIJBRoGknW/GeP1yLpz7ur+Ltv7QVsXkiYlL2ZPXPBO/ByP9WQgIECBAgQIAAAQIECBAgQCC/gIQECBAgQIAAAQIECKQVqO3uOKJsxsb5u+OFT1+PN79+I8aXIqJs1CI4InZ/GXj3WE/ZCBDIKSAVAQIECBAgQIAAAQIECBAgkF9AQgIECBAgQIAAgdwCTTNZi9KuRrvVxMXza/E9L4h43StrKTxei7ZZj7ZcjMv/PnBuC+kIECAwZAHZCRAgQIAAAQIECBAgQIAAgfwCEhIgQIAAAQIDEGi6jNt/8LlEiSbGW2vxA9/1YDzvSx6IrXMnItq6jzbCDwECBAgQIJBVQC4CBAgQIECAAAECBAgQIEAgv4CEBAgQIDAUgaaptW9pI7o92km0sR6rcVe89f++I178FRfi/AP1u5jUIjjqz8V6rBfXrV5Y39dTNgIECBAgQIAAgf4KmDkBAgQIECBAgAABAgQIECCQX0BCAgQGJdBELYCj/pRSX2qr25YL9c0oJu2leOuvtPGcL9qM9/7xyXqu207Ul+mF9WgjQIAAAQIECBAgQKDPAuZOgAABAgQIECBAgAABAgQI5BeQcHgCTVv73La2v93elFGMJndGacbRlNOxtXEi3vmOEs/6gg/Ee98V0Y4r0KTuZat+qMfuN4O7g50AAQIECBAgQIAAAQIE+iRgrgQIECBAgAABAgQIECBAgEBSgabUArjLVsrOm53fCI56LNHE1vpq3P8Xd8R9T3gg3v07zXbx2462j6Vrg7u/Bx1+CBAgQIAAAQIECBAgQIAAgV4ImCQBAgQIECBAgAABAgQIZBaoje5u8XslZlM73W4vbRtrJybTfx/4/e++K579RRfjd966WcvfcURX/o5X6vt6f70+/PRbwOwJECBAgAABAgQIECBAgACB/AISEiBAgAABAgQIECCQXqAWwLfJOBlFjC5GKSUeeuBEPO+Lt+J3fqPe1nb73nsnez94T4BAjwRMlQABAgQIECBAgAABAgQIEMgvICEBAgQIECBAgMAwBGqLe03Q6Z93rqXv7rH7enxntNPf8i2xfuFUfM2T/zre8ZttTOJixPR8d9HlN90HOwECBAj0Q8AsCRAgQIAAAQIECBAgQIAAgfwCEhIgQIAAAQIDEri+AL42fOlOTF9qCVxL30nExvl747lfci7e/ivdn4Duvq97VxjHuL6pF9RXGwECBAgQILDsAuZHgAABAgQIECBAgAABAgQI5BeQkAABAgSGJlAL4K7c3d33xC9tRLfH1T/dbwK3WxGb587E85/yvvj9t29FOzlX91r8TkvgOuTVt/hEgAABAgQIECCwbALmQ4AAAQIECBAgQIAAAQIECOQXkJAAgUEK1Lb2BuXvHoru2ysfa8lbNiPqXW2UmFz60HjuEyfx+791Ksqknux+AfjKxd4RIECAAAECBAgQILCEAqZEgAABAgQIECBAgAABAgQI5BeQcLgCtbXdDV/qm52Pe3/zd1Kr3uketeQtdR9Fadto67m2Hs8/NIqv+sKH4rfeshHR1IK4Xa/fRURbdxsBAgQIECBAgAABAgQILJOAuRAgQIAAAQIECBAgQIAAAQLJBZqI/SYs9cLdvb7ttloUdyXw5sUz8dLnPRTv/r16cnJiu/ytXbASuHrYCBAgQIAAAQIECBAgQIDAUgiYBAECBAgQIECAAAECBAgMQaCJtpa6u3uXuJa6ETdrb+u13TV1735XuGkjmnIhuuN733UmXvCUjXj/n9Yvy0ZECT99EDBHAgQIECBAgAABAgQIECBAIL+AhAQIECBAgAABAgQIDEagia7w7fbLkWure/n9bd60TcT4rmhrgdy0J+Ldf9jGV37Be2sJvBbTArhshR8CBJZXwMwIECBAgAABAgQIECBAgACB/AISEiBAgAABAgQIDEugNrhd4Vv3Uvdp9u5Xd3f36Ymbv3T31L3Uy0szidXmZLz3XffG1z95PR54T8RkYyViOuzGzcfwDQECBAgch4BnEiBAgAABAgQIECBAgAABAvkFJCRAgAABAgQGKHClAN5uancIaqO78+72h2nDG6WO1F3bNE384TtG8aKvOBfjrvcd17OTtfrSfagHGwECBAgQIHDMAh5PgAABAgQIECBAgAABAgQI5BeQkAABAgSGKrBT294gfltL4G6/wVdXn6rXbf+953q6jWb0UKyUlfjdt63FC592NtbPdwVxt3cl8Nl6jY0AAQIECBAgQODYBDyYAAECBAgQIECAAAECBAgQyC8gIQECgxa4eQF8IJauBN65YXIq2rIR4621+C+/vhIvf9G5aMe1AK5bxOrORQ4ECBAgQIAAAQIECCxawPMIECBAgAABAgQIECBAgACB/AISEmji8m/v7ilxo/6U2th2e327/60bo6kjrsSo3ju+eCp+4SdLvO7lk4itiHbjdER9u//xXEmAAAECBAgQIECAAAECMxAwBAECBAgQIECAAAECBAgQIJBfYJqwiVrXbu8xo5+uBO72iLZt617i/3jFevzsj25EW7bb33p6Rs8yDAECBAgQIECAAAECBAgQIHBrAd8SIECAAAECBAgQIECAwJAEagE8v7il1OG3TsVk41S88hvPxm/9P9sFcNnuh+f3YCPfXsAVBAgQIECAAAECBAgQIECAQH4BCQkQIECAAAECBAgQGJxAbWjnm7nresvowdi4cHf8q2etxx/+7rlot3vg+T7Y6AQI3FTAFwQIECBAgAABAgQIECBAgEB+AQkJECBAgAABAgSGKTD/ArgpUdq7om1Hcf7sWrzwKREPvC+iVQIP8/84qQkQOG4BzydAgAABAgQIECBAgAABAgTyC0hIgAABAgQIDFhg7gXwtm3ZPkQT73lXE9903/0xGdcGuN057UCAAAECBAgsQMAjCBAgQIAAAQIECBAgQIAAgfwCEhIgQIDA0AUWVABHNKWJUkqMylr89lvujpd89QMRCuDwQ4AAAQIECBBYiICHECBAgAABAgQIECBAgAABAvkFJCRAgEAVaOq+Z5vseT+vtyXaSYlffNNm/Ni/fjBiEY+cVxTjEiBAgAABAgQIEOiBgCkSIECAAAECBAgQIECAAAEC+QUkJLArsF0At6V+rk3syvu2j/V1HlsT3XNKfa0l8Ma98epva+NtvzSJduxXgefhbUwCBAgQIECAAAECBAYvAIAAAQIECBAgQIAAAQIECBDIL3BVwtrJno8omxHtKGLrURHR1H2O27Rs7savzxnfGd/8nEvx/j8t9cTWzl4PNgIECBAgQIAAAQIECBAgQOCIAm4nQIAAAQIECBAgQIAAgSEKNN/wvSdjtHYhLpfAsfvT/Vbu3n33/NGOtfaNpg7bVb4lSpz7q5Px9U8ex/jiynYJ7R8GPhrw7e72PQECBAgQIECAAAECBAgQIJBfQEICBAgQIECAAAECBAYr0PwPj2viuS+9IyajczEptZmdUnTHSX3X7d373b2emtU2HbKN9fVJ/Mk7N+I7vu5cHbk7Weqxbt3berARIDA7ASMRIECAAAECBAgQIECAAAEC+QUkJECAAAECBAj8N/buLcauqgDj+LfWPufMpaWlECFi8BZRoomoDwomJpAQH7wk3gKJIUrFoE9AQxoJRKRcA6hcCoqRCCHEB4QYBRJtEB8ImsCLD7yoiVq8BJSaMtPO7Zy9l9/aM6cztMP0THtOhD3/07X2Xnvtvdfl9/plTxHY2AIxxKjzvlDo0p1bFGJPKQUHwT0plK5dSTmQ7VcN7Vd/Ceyx2+2WqrLQnkcrPfGQ58zBb655ypw/D21GBkIAAQQ2tACbRwABBBBAAAEEEEAAAQQQQACB5guwQwQQQAABBBBAQNF5r1II+uI3gy663Knr2D4pdUyTI9qcxLrpoDYfh189fliQ4oxitUU/uHlaL/yuUun8Wb6lOOspc8MnCgIIIIAAAggcowCvIYAAAggggAACCCCAAAIIIIBA8wXYIQIIIIAAAosC0cmrFJKKIuqrOwpdcMmYYntaKUhVKDTSX4qKqa1YTThiTlo4sFW3X3VQ81Oetc5960P/wmcKAggggAACCCCAwLoEeBgBBBBAAAEEEEAAAQQQQAABBJovwA4RQACBFQL5M19fOmh1kWPY7Vds1tnnjktxxrnwmOQ+9X8p9FvDOYdKKvZ5rODqtsd/ae+4bt2ZPwHOtXB/Lm7X68ttKgIIIIAAAggggAACCAwiwDMIIIAAAggggAACCCCAAAIIINB8AXaIwOECMah0xFtK0SGra2tSuu6+tj740UJl/beYfa9+y+ehh7BBKrdJqeUZgmJeSa+tZ/f09IsHPV/pALqesz5IzojFDwEEEEAAAQQQQAABBBBA4GgC3EcAAQQQQAABBBBAAAEEEEAAgeYLrLrDeKg3OGTN1R2xI11/z2adfsa0r9xfTEnBAfHSfQ31Fz2ag2CHv5LnirNSNa57b5zXn//gWzn1TV5Qnt8BtW/mTioCCCCAAAIIIIAAAggggAACCKwqQCcCCCCAAAIIIIAAAggggMBGFohKDmAP1eJQvrrpVOnm+7dp6yldEodT8gAACzFJREFUKW11PNtWKOYVnNWGEHxerMPFC4rlhKJz4KobdNOOKc1NF0rJa1DL63CV1yt+6xbgBQQQQAABBBBAAAEEEEAAAQQQaL4AO0QAAQQQQAABBBBAAIENL3BYmpqUWpXkHFhhXm97r3TdD9vqTB5UFedVpXGDBdcRFoe/SZWqstJLL05q9w37FHLo636FGTkFdqUggMB6BHgWAQQQQAABBBBAAAEEEEAAAQSaL8AOEUAAAQQQQAABBBDIAg6AXXLA6prqbLeOXx3BOgUOpT5wTls7bx9XUk/KIXBIWnwuvz6CGpNCCCriFpW9lvY8sknP/ybHvg6mNamU3M4H8UMAAQQQGECARxBAAAEEEEAAAQQQQAABBBBAoPkC7BABBBBAAAEEEDgkkNPfQxe5UQUHrI5/czspKLnxic8UunjHhHt77lnsc/eIS70QdefGdMu3XtHL/4hey7znzCvyqS45FK4bHBBAAAEEEEDgCAE6EEAAAQQQQAABBBBAAAEEEECg+QLsEAEEEEAAgdcKOAB20OpYV3X1pfIv9+XAtVrsLaSLLm/rvM8mVaHrIDaplyqVo/4S18toxaCpl7fp7mv3KaQxpdd8flzlxVIRQAABBBBAAAEEDhfgGgEEEEAAAQQQQAABBBBAAAEEmi/ADhFAAIFVBPqJ7yq3+l29xYbD2Ku/t1nvObOtuflZheCOsPJr3MXHhnX06B7K47empdTRc0939NRjc24v3vFNF993HO0GBQEEEEAAAQQQQAABBJYEOCGAAAIIIIAAAggggAACCCCAQPMF2CECrycQlSPgpRpCUOF/UWGpO0pqubpEKU5INz0gnfaOpJQcvoauKofAI/kOt0oKeeBqk5TnWJjUvbtaeuXvWhECB1/k6hMFAQQQQAABBBBAAAEEEEAAAQQQQAABBBBAAAEEEEAAAQQQaL7Amjt0rLvW/SNvn/xW6Zo7O4rtA1LV9ssjDmDzn3xOUoxRr/631O7rDzie9rR18Y36zAEBBBBAAAEEEEAAAQQQQACBjS7A/hFAAAEEEEAAAQQQQAABBBBwrroaQlj6/ler/Yqksz7e1iU7HQKP7/cTow1hcwRdV08TU0fPPBn11KM9Lf7l58LzU9YU4CYCCCCAAAIIIIAAAggggAACCDRfgB0igAACCCCAAAIIIIAAAksCOVtdag56ClJMuvDScZ1zfqUQu1rxSa5G/et0JnTndw7oX38tHQIfw/JHvUDGR+ANJMBSEEAAAQQQQAABBBBAAAEEEECg+QLsEAEEEEAAAQQQQACBlQLHmKAGhZZ05S0n6dTTDyjGnlQFKf+55pWjD7ldL9bzzB/YpB/f7KvKEyTXflnZ7vdxRgABBDamALtGAAEEEEAAAQQQQAABBBBAAIHmC7BDBBBAAAEEEEDgCAGnqEf0DdbhN7ecGLVr98mK7YNS/hJ4sDeP4yknvHFOKtt6+slZPfOEg2d3LQ7oNDhMuXmow20KAggggAACG1GAPSOAAAIIIIAAAggggAACCCCAQPMF2CECCCCAAAKrCzjGXf3GQL2F9O4PdXXZrklVxbTKMKfkf8vv5jA21+We422FqqMYkkLV0v23VZp/1SOWM1KVtzLmi+BKQQABBBBAAAEENqgA20YAAQQQQAABBBBAAAEEEEAAgeYLsEMEEEBgDYGcmq5x+2i3khRn9akvd3TupycUQlD+t/iW74Wum5Wr2z4eX/EYebxcU56l0It/mdWPbt3vYSflRFjSnKuf85GCAAIIIIAAAggggMBGE2C/CCCAAAIIIIAAAggggAACCCDQfAF2iMDRBI4zAJZCCFIxoytuGNcpp88oKahylY8a6i9Iqa1UuXqWdhHVDifoVz8L+uNzkkpXTeSDa1pR3aQggAACCCCAAAIIIIAAAs0WYHcIIIAAAggggAACCCCAAAIIINB8gYF2eJwBsENZbXIwO6nNb5GuveNEFWPTUnAaW3+p25KUpwg+D6PkcXJdHmv2YKHv7/q3erOeJ3WWb9BCAAEEEEAAAQQQQAABBBBAYEMIsEkEEEAAAQQQQAABBBBAAAEElgWcmi5fHFurP0RXZ35M+tLXCpVpn4dKDoYLn18b2LpjqKVTTOpvL2zVrx/pLX0FPNTh37yDsXIEEEAAAQQQQAABBBBAAAEEEGi+ADtEAAEEEEAAAQQQQAABBA4T6Ke3h3Wv57JS/cVv/vo2BW3fOan3f2SzqhBVxVJOgV1HWOovjdv6yXeD5qdWztMPnr2+ld20EdgAAmwRAQQQQAABBBBAAAEEEEAAAQSaL8AOEUAAAQQQQAABBBBYTWAIAfDSsDlvLaRivKtr7phUa2xKIVQOgqXRRrDJE0Tt3z+te26cXlpMntH99cxhqY8TAgggsCEE2CQCCCCAAAIIIIAAAggggAACCDRfgB0igAACCCCAAAKvKzCEADgP4eR3aYqqijrtjKTtO7apm+bdO6oANge8rqmj4CWMdU7Unp8v6IXf5768njx3z/NTEEAAAQQQ2CgC7BMBBBBAAAEEEEAAAQQQQAABBJovwA4RQAABBBBYW8DR6doPrO+uw9fg0LUKuuAbbZ119oKq1F3fEAM/7WA55aA3yrOq9DRp4WQ9cHupqpf/9LTvpTGP5ud8pCCAAAIIIIAAAo0WYHMIIIAAAggggAACCCCAAAIIINB8AXaIAAIIDCAw5AA4KIa25FFDq9LVt52kznj+EjdHtJJS8GFYxWOGHPQujRd8Xczo+Wen9eyTnqfyOty1dJcTAggggAACCCCAAAKNFWBjCCCAAAIIIIAAAggggAACCCDQfAF2iMCgAo5qB3100Of6Q0ad+k5p+5VOYVOpKlVKroOOsv7nkkI5oU7cpgfvXtDslEdIrpUPubpJQQABBBBAAAEEEEAAAQQaJsB2EEAAAQQQQAABBBBAAAEEEECg+QLr2mE/rV3XSwM/7NEv/PoWnfnhUkpRKXT9qgNZH4+/BA+Rq0918WTydQja+6dKjz/suaKrhjVfPQkHBBBAAAEEEEAAAQQQQAABBN4gAiwDAQQQQAABBBBAAAEEEEAAgSMFcmp6ZO8Qe6pK+vZd49q8bb9CcEBbj90PZfM517rzGA798ZZfjSoVe5N67IFKB1/Jfwb6yGeWn25giy0hgAACCCCAAAIIIIAAAggggEDzBdghAggggAACCCCAAAIIIPA6AiMPgEM76ZS3S5//yrh66YCXkQPffnU6XH+hm699a1jFme++l4N+ep/nG+r/OzysBTIOAqMRYFQEEEAAAQQQQAABBBBAAAEEEGi+ADtEAAEEEEAAAQQQQGAtgdEFwA5h5RpipdDp6aLLJvSu9xWq4oyqUC6uKVQ++6H8oFvDKCEEBe8qqqNfPlzon3u7Ugyqc2bl+XIdxkyMgQACCLyhBFgMAggggAACCCCAAAIIIIAAAgg0X4AdIoAAAggggAACRxVwVHrUZ47jgaQUu0qppWJCuvSqzb6e93iFFHpS1ZGGGP6q/i1uKX9TPD/T1kN3zaoqHQLX9zzn0OerB+aAAAIIIIDA/1GAqRFAAAEEEEAAAQQQQAABBBBAoPkC7BABBBBAAIHBBBbT0sGePYankuPWjkLwq65nn1/ok58bU9Kc+wpX94+w5OD5t4+39Z+9bc+ZJ/Ii8omKAAIIIIAAAgg0RYB9IIAAAggggAACCCCAAAIIIIBA8wXYIQIIILAOgdEGwMnD5xqS6gTW+evFl52gE7a6vyokX2ukv6SFhZ4e3D3l+b0GtTzbyCf1HBQEEEAAAQQQQAABBEYvwAwIIIAAAggggAACCCCAAAIIINB8AXaIwHoF/gcAAP//Zi5EBgAAAAZJREFUAwDB2PPr80APCwAAAABJRU5ErkJggg=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12866" y="131009"/>
            <a:ext cx="5730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5400" dirty="0" smtClean="0">
                <a:solidFill>
                  <a:srgbClr val="4518FC"/>
                </a:solidFill>
                <a:latin typeface="Arial Black" panose="020B0A04020102020204" pitchFamily="34" charset="0"/>
                <a:ea typeface="Golos Text" pitchFamily="34" charset="-122"/>
                <a:cs typeface="Golos Text" pitchFamily="34" charset="-120"/>
              </a:rPr>
              <a:t>Технологии</a:t>
            </a:r>
            <a:endParaRPr lang="en-US" sz="5400" dirty="0">
              <a:latin typeface="Arial Black" panose="020B0A04020102020204" pitchFamily="34" charset="0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1058" y="1063668"/>
            <a:ext cx="7057471" cy="2674950"/>
          </a:xfrm>
          <a:prstGeom prst="rect">
            <a:avLst/>
          </a:prstGeom>
        </p:spPr>
      </p:pic>
      <p:pic>
        <p:nvPicPr>
          <p:cNvPr id="1034" name="Picture 10" descr="Picture backgroun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144" y="6934710"/>
            <a:ext cx="6015354" cy="2083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9959" y="3103135"/>
            <a:ext cx="3778923" cy="3778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icture backgroun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203" y="4576006"/>
            <a:ext cx="4056896" cy="169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Picture backgroun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880" y="1288552"/>
            <a:ext cx="6663817" cy="3748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Picture background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3614" y="5276610"/>
            <a:ext cx="4863081" cy="269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bright-minimalism/columns-3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9eYBsaV0f/n+eU73ddYYZZhgQRMQ9GuMSNCBGFkFFURRRZHPBCMiOCCIgKIqKGwiIaBQRcZe4RMGoPyP6U4NbRGOikSg7A8Nsd+ulzvl+nurumXtn7ty53V3VXXXqVXOeOqfO8jzP5/X0f++puk3nRYAAAQIECBAgQIAAAQIECPRdQH0ECBAgQIAAAQIECOxFoM2H27Z71Ys+3H3enbrufnfayLbe3f/Kc9sD8nxtD7xq2H3+nWtrc7/TNuy+/N+sdcOTddDrc+AzXZeHw2ztMA+zdduvPLd9WE9vt+1z87mvKJtmf/0np7svuOep7kEfebp70F277sF36boHjVpdm41cm7pvc7/Vruq6z6/tzlufL2qffXzEidFzD7zLie55X32i69a6rl3vuq69puuGXb6GuTu7bZ3OK+dsbX6qLXd72ZrwmmMBpRMgQIAAAQIECBAgQIAAAQL9F1AhAQIECBAgQIDAuAQe9NA7RBunYzAYjFrTNHF2K6VEKZstosRuX9dffyr+4q3rEd3hbLl12S6ys92PepEDTP1tKdAuR5RT8an3Wop/f7+Tsb66HMNhxLCNaEct32KMr3Zl1FnpluPP33om/vA3zkTJNYuS69esja7t51uzn4MZiwCBKRIwFQIECBAgQIAAAQIECBAgQKD/AiokQIAAAQIExiOQmWKUjbjnv4m4+8fWZC/TxPH0fN5emrIY/+3X6hgL0XVN1BHPe+NZJ+sUa/BX92edns/DChGHoyw08Q3fclkMlq/JoD4Vc8sIOEqpN1Sp2vZKVPsYRJQMlbuFaDYuj1d/z4lYW42IDIQj6lh5vI/b/o+4j8UZigABAgTOL+AsAQIECBAgQIAAAQIECBAg0H8BFRIgQIDAuAQy2Iua5g1H3x69zwPzc5MtA79SIkopt2qxx9f6+jD+5Pe6OHlN7aiJUne11a+V1laPtdsWyOXpYhjdsI2PvEcTD/7y5VjbuDa6PF+/Gbz54E2qmx9rzF5ta9s6c3G7mirXsL6JKLkfnI5rrz4cr3jBqYg2r7ULEaMVrOONJhD1VT/V/TmtnqztnJM7/5Az2flDniBAgAABAgRmVsDECRAgQIAAAQIECBAgQIAAgf4LqJAAgbEKZIg36q/EYCXiAV/exOrqiYgMGDP7jVLKrVpe3MNWoomVWDtT4o/fvJp912+X5hwymGxLZoq1RdS4MiKPY+tVooaLWx/mfZcJaIl0i4gy6OKxTz0Wl1w2iGZxPUpzFlq3fZy+I9HtfezgVfuorT6b+/qt3+GheMsvLsfb/qCNrqbOuXAl+2+y1/p97rrPO7cWMU/mVp/O3Vi22v9YOtIJAQIECBAgQIDAtAuYHwECBAgQIECAAAECBAgQINB/ARWOX6BGdfVbnIvRDbv4mE86HB/50UuxsLAYUTYimtNxTpKXn/a8dTlWtt/+lTPRbXQZHdZwt7bb67neU9vt3Tcf10spUUPyKz8y4hHfsBxlcCZKdyiinozzvWoMu93Od/22zuU4o0t1X6Pe2gbx8udHnPxwxrHNqRwx/1ZGofQw76xj5O6srZ6pK1f3Z53e1WGOuKvnPESAAAECBAgQIECAwCwJmCsBAgQIECBAgAABAgQIECCwS4GM07r6bdImSpPxXNPG/R/axfrG6ejyY9fW0G+XXd/GYyW7LLEQ/+uvu3jfO/LDTd9U3XygyV2ezfdbbD6eKzCCTKkE+8pvWok73PlUdE0GsNWztpjs64PvK/GDz7sxYng4B1qKTPOzLeRxzinfMxXOcL8e3NzyT+rmD7s8ynJ3+aTHCBAgQIAAAQIECBAgQGAmBEySAAECBAgQIECAAAECBPYgsJ3I1X3N7cp63O8hR2OweDqizVBvuJKd1wu5G8uWAzXr2VMXw7VD8V/ecDJqSljq26jV74nmZduOBJYyg/1Pzz6ewf3qeZ5L8/Oc3d2p7GtwbT6a67fexFvfsh6/+8trEZk7R/7txASD5xx0tAmARwzeCBAgQIAAAQIECBAgQIBALwUURYAAAQIECBAgQIDAXgVqtrvdal/dUtzj30bc7R71J6Az1avfCq7nx9hql/Xfih3EYvz33zwUsZaRXttEk+FhM0oSM2Ss423tNg/znthu9YxWv2E7apWiGcb9v+JQfMq92mjLMFs9mS1N832MW4lmeHy0EtG10a0fjx97yUZc/d7M8Yf5N9NsLtrme56LiHFH+vWvILu1zZeAagkQIECAAAECBAgQIECAAIH+C6iQAAECBAgQIEBg7AJdjdbK6NucX/SIQUQGiaNvdcZ2nBdjeGX/MYj689LDdhgfvmYt/ugtaxF17LGHlWOY7ix0UXJ9ukG062vxlG8/HovLZzZnXc/Xo7xWd+Nr9e8ke6tLmQn0DR8exHc95YbYWMu/majfQM755OVJbVujT6p7/RIgMHUCJkSAAAECBAgQIECAAAECBAj0X0CFBAgQIECAwMQF/uMXHYlhed8oqB3/YCXqP1/blCbaYRO/92vrUb84WvPK0maIWIPgyWaI4y/pQHsso9GbpS4+9jPbeMgjMwyOE7EZ3keMgvwY/6uu3yDXsAyX4+/fthI/+yOno1tfiahf+a0J//iHHPUoAB4xeCNAgMB8CKiSAAECBAgQIECAAAECBAgQ6L+ACgkQIEBgHwQyg738bm18+n0ui9Is5ICbAWMejHHLPnOLbhB/+Scb8d5/zdRwFPqK93aMXN2qZdSfYG7jcU9fieNXrGYOW2LYnIku/9txnzt5IMcuw6X4pZ88EX/z1mFEDfBHz9eJjQ7G+uYvZKycOiNAgAABAlMrYGIECBAgQIAAAQIECBAgQIBA/wVUSIDApAUyyIvatsZ5wEMzy4v1aPPcTZne1rVx7La/Qbp+5nC85ZdO1cGy2wwNc7zRPOo+z9TtrMP6UbuVQAboUaPRQRy7MuLJzz8WzaCNpluJaPJ8U6KUzXarR/d4omm6GGQbrl4R3/P0iA++O0ZjRayOZpSjn7OPPb5qf3vswuMECBAgQIAAAQLTLWB2BAgQIECAAAECBAgQIECAQP8FVLjvAhkW3v9LjsXhO5zOoSf3HdLac1MW4zd+PgPgNoey7Vyg1Ee2Y9H80EXc/2FL8e8+dzXa/C+iRJ6KSb+6tsR1H+7ipc++LtrVOtpKvo1/Ubcrzc5tBAgQIECAAAECBAj0TkBBBAgQIECAAAECBAgQIECAwIQEhrF4tIvPffAgomxEfWW+F+P+JnDJcLJ0ESeuvTR+79dPxujbqvm5jndTqwf13Harn7XbFigRTS7bU19wLFYuuTrvG2bbn63rBvEPf35JvOrFN0Ss1zHHH9eOv8c6T40AAQIECBAgQIAAAQIEDlzABAgQIECAAAECBAgQIEBgQgKlfmtzGN2wxIMedjiirGVMG/lqo6shbB6Nb8sOM2Au5XT89i9kalmz5rLde84jL29/st+ZwF0/tsTjn3lZRDP6Om4+vA+YOcT6mRK/+cZh/PFvZwKcn3PgPW23fFgAfEsRnwkQIECAAAECBAgQIECAwOwLqIAAAQIECBAgQIAAgYkKZPAag2gWu/iUz27iirudjI2oIWKeH3ugVyK6hSgbl8Tb33Y6/unvcoysrRv9dHGT1/JD3fK2utMuUqB6Jd/Dvm4p7vEJZzK4z2S91G8ClyiliVLq/vztIke41W1Nnqmt5L49c2l8z7NW4x1/n2N2OXaei/wrijH8/dQxRt15mwcBNRIgQIAAAQIECBAgQIAAAQL9F1AhAQIECBAgQIDA5AVqxFZbpnW5++KvWoloFyPqN4ObPBdjfm1mvjFcOxxvet2Z7Hwtc8K1yLeIHD9GYXCetu1cYBDxrS+9Qywup2vJIHbcv+F9qxnlYi5ekwHzMLr1o/EdT7oxPvjOhRitZQ2Ab3X/zk+M/iR2/pgnCBCYOQETJkCAAAECBAgQIECAAAECBPovoEICBAgQIEBgfwS6jNi2W5T4wocfj4WVG6Nrm8zxVqMtm9/PHctkaiBZMh/MNhgsx+++aS0+8C9LMcqZM0uMrn7zOC9OIHcey/ynvZOk+5hPa+KxTyvRpufa+unoum7Uxj/1zUUq7aX5V7MQG2vDeO8/HYuXPuvaWL2xjraUb222vW3517m3DjxNgAABAtMvYIYECBAgQIAAAQIECBAgQIBA/wVUSIAAAQIHJ3DplRH3vv9KTiDTxHwf35aBYf1Z4u1ua7LXrcSbfyXTwi7DwgyaY/MrwOMbcg576ro2HvnNx+KjP3k9moXFWwjUQLa2W5ze1ceST9WW/ZWNDJkH+bmLv/nThXj5i05GDPNauW50Lt9yy/XfxbeC659JPmwjQIAAAQIEeiqgLAIECBAgQIAAAQIECBAgQKD/AiokQOCABcpCxBd85SDacn00pYZ6455QGyW7rN/6HQyX4tded0OsncyYrzkdo5+drjlheO1WYLRkyfkdrzgey0evj67ZiLZ2NnLNC/V4bK2u5ObfSJOHg9Lk38xivPnnl+PnfzRHXb8sos0Lo7HP7GrUcc94V5PwEAECBAgQIECAwCQE9EmAAAECBAgQIECAAAECBAj0X0CF0yDQdWvxmZ+zEHe7x2JEl2nwKK4dx8wyCBz1dXak18SZE5fFH/xmhr9d/dbx7kLCccyuP31sRGW+y8eXeNwzcg1LNU373GIUxJ7tH2N41Y6zzzLqPP9mMgRuSvznHz4df/ibOZc6aMl9dyiv1b+nnQ2ZPe/sAXcTIECAAAECBAgQIDADAqZIgAABAgQIECBAgAABAgQI7JtA6bpYWBnGgx/eRFvWN8fdDvc2P+3hvYaF5z6+sTqIX3zNYqyfqOeP59ut78mTtosWqD+nXW/u4quecDzu9YD1KM16dG3mr9nyPS/Wg+22Fdzm2d1vW2vWZfjbLkXTDSKGg/juZ9wQb39r9rqewW8dbhdDCYDTz0aAAAECBAgQIECAAIE+CaiFAAECBAgQIECAAAECBPZZoFvOAQfxkK86Es3SjXlcU7th7rdCvjwa19Zl2Nx1C/HOd5yIt77lTMT6LceoY49rtHnqp6atGxHNWjz9hZfFZVdk7ZWy5L5+I7fuJtG2/0eBOlZ7KLq1y+IFT7oh3vOOnE8du7bRuPl5tK83jg7itt4FwLcl4zwBAgQIECBAgAABAgQIEJg9ATMmQIAAAQIECBAgQGA/BGood3ariVu2Y5dFPOiLD0UpNfytQV3uu7yxtj3MazP07aLuazeDaGKhvTR+43VLeS4i6reOc5gYte0AOrx2JNDE6Oe7u6W4/K4RT3tpG7F0Koa5jPWf5N1ue1zK88+ohsDZmgyam9yfuO5wPP/xXXzgHXl7fo7IueSa56fcbsiWk8r329qyktu65Hx/BFRCgAABAgQIECBAgAABAgQI9F9AhQQIECBAgAABAgcmMPr3WiOahS6+5FGHchptZrELEWUtMtPL/YUDu9jhq9lK+N7+N++Pv//zkJZifQAAEABJREFUNp8eZNve/CT0tsTO92X0SJOc9/785fjir+miDDZG57bfuu2D0cLe9GG8B91ivOufm3j+E66P667OEbutBR+Nckm+b84zD867nX33eW9wkgCBGRcwfQIECBAgQIAAAQIECBAgQKD/AiokQIAAAQIEDlAgA7rYCglLiY//zC4+9bPz3OibmzmtC2d1ecPut0FcFq97xYmIYRP136sd9ZRDj/bedi8wyFA91+2JLzgSH/9p10X994Bj9C3c7S4r8nbbPjeufRdNORVNdv/uf1yO537t1bFxJvvu8kRueXS7mwD4doncQIAAgdkVMHMCBAgQIECAAAECBAgQIECg/wIqJECAAIGDFqipXP22b86jHkYTD3tcxPrw+jwxiGhG6V0ej2OrA7QRJUavdmMl/vbPF+Ptf5rn6qVYi9G3jif57dSYh1d6Nm0sHFqP7/jRO8bSSnWtwHn+piC4LkJt4/bIPtvDEYMTceZ0if/7t3eIb3vcqVg/VW5joDqvcy8JgM/18IkAAQIECPRFQB0ECBAgQIAAAQIECBAgQIBA/wVUSIDAVAjUuK0GwBnE1Ywu230+fyXucvc8GP10b54f2zyzz630t/ZaShPDjYX4qZefiNIMc5ScRyzlvt6XO9vOBCpbbRniR7ZSFuLKu0c874ePxFr7oYiu+tb1LtlvbbmbxFa/Pd4eicEgx8v1/fu3rcQLvvH6GJ7JKbQZQo9aDlz/COKG7YPcb251hptH3gkQIECAAAECBHoioAwCBAgQIECAAAECBAgQIECg/wIqnD6B7UAwU7mVNh70pRnENqsR7aGc6va1PNzztt1XjlO/jZoh89/8aRf/83+sReRx1G8B+wbwnpSrbG1R0jrT1Hs/uInHPvkOEc36lnHZU/8X93AZDR8lYvVMG3/51qV40ZOvjfWTOaG2tq1eukvyIG/K9+0tr24f2hMgQIAAAQIECBAgMPMCCiBAgAABAgQIECBAgAABAgQOWKCGcU084puOxNFLlqIt7VnzGcWKZ33e5WE+VkqJUmprYmXhkvjV12713S3Vq9lsuxXoojk3Qh9EfMOzV+IzPnc9NuLGvLZlPRrg7OPRibG9ldJEk2u8MGijzuhP37IS3/7466LdiGiHw4jccjK3Gk8AfCsSJwgQIECAAAECBAgQIDCbAmZNgAABAgQIECBAgAABAlMi0EUcviTiP37RRuZzq1uTypPR5nHd525MW+aDsb6xGm99y1q842+z03ar/61d5AzyrG0HAiXvrS13uSVkbjGIeNpLDsdH3L0G7HUd89JoqxdrG30Y/1v9VncN9buF6IaL8dd/fDi+/etWo9vICd3GaALg24BxmgABAgQIECBAgAABAgQIzJCAqRIgQIAAAQIECBAgMA0CNTUctWFE08Ujn3goFldORzssGf2WiJLnY3yvUko0UaJ0y7EQx+LHvmctuppFdmuRA8Zm9nsitg5yb7sYgZI31Za73BK0Sc9cu6s+IuLFP95Fs3J1DNtc01zXkXfeNbGtdLmm2drFGJRB/lktxP/4o9V4wROui9M35qhNtrrQbd1vttGpzUPv/RNQEQECBAgQIECAAAECBAgQINB/ARUSIECAAAECBAhMnUC3+e3MK+8a8cCHLkc0bYZ4w2x1pjWpy1CxHo6plVE/Jf76Lz4Qb/+zDJnr+JsnM/s9lle3P+ShbRcCdT3TMNfxnp+0Et/5yjtFDDJ9bTayr7LVcrcPWw2ch+sr8Rd/eDy+9dGn4sPvqYPm31SdRu7qJwFwVdAI9FFATQQIECBAgAABAgQIECBAgED/BVRIgAABAgQITK9ADeSWIh76mCPRLb4/2ljNALhEFzU0HO+0S/bedE20q0fj9T96Q3TrGVjW8bfbeIebs95qnJqe9bvWCwk6aOOzHjSIxz5tMQaLp6IMVqPk6VJK7jfbJIFKKbE4yD+szPn/6W8X42kPPxXXvHMQG8NrI0qMXnXGowNvBAgQINAfAZUQIECAAAECBAgQIECAAAEC/RdQIQECBAhMqcBNX+6tB8P4uH+3EZ/x2XeMZpTK5VsGteOd+dbXPrPTQRyPv/zjEv/zz/JcHT5yH5kU5jXbHgRGltvPb0RX2njs01fiPg9ejLK5sBnun3PT9s0T2HdRynpEcyaGa4tx9bsOxVMecV28/58vjejqcF3kX1k90AgQIECAAIGeCCiDAAECBAgQIECAAAECBAgQ6L+ACgkQmGaBkpOrLXejRK5ZiK97+lIMNzKWK6t5aiGv3HRDHo9r66JrSzTdkfjZV52M0WsUNg9Gh972IHDOcjUx+tbvwjCe8wMr8Qmf2sRGOxxF7V1bxxilsPVggq2JaFciFzvaYRcfeu9KfNOXvife9t/Woz3TCYAnKK9rAgQIECBAgMA+CxiOAAECBAgQIECAAAECBAgQ6L+ACmdKoKthb8Qn/vuIz7xvhnbdSpSS+7EWsdlfl7ljbhHdIP7qT4fxJ285NdZRdFYFSr7lmnaHomvWY/mS1Xjxaxfjqo9cjS7D/dHSDm7Me0YrkftJbHUO262NUg9zuI0zR+LFTz0db35jJwCeBLs+CRAgQIAAAQIECOy7gAEJECBAgAABAgQIECBAgACBKRPYDGYzkY1uYTW+7HELMSw3RAwyrdvtTG/zuSaDwBKj/0oTsXY0XveDG9Ft5AOTGC67nfetxErEcCUuvTLiZW84Epfe6WR0g/Xo2mMRuRIx0VcZ9V7qWndNlJxHrF8aGyePxCte0AiARzreCBAgQIAAAQIECBAgMMMCpk6AAAECBAgQIECAAAEC0yxQosRyfM4XDOKT/t3hKIMzOdnJpbKlRDRNE//8D8P47V9YzbHO/jeA67i15Wnb7gVKfTQdBycimrW46h5r8V2vujwGyx+K+k3sGvrXO0b7ruQu2+aJPb2f9+GS86gX2jIau4tWAFw9NAIECBAgQIAAAQIECBAgMKMCpk2AAAECBAgQIECAwDQL1NyvtliPWDgTj3pSidWNa6Nmgu0e5t1lyni+1mSfJa9FczpKtxKvf/lqnLxmkGe7bHWrk/G14Cqx91Ytj0SUxWgWmvikz27jhT96aQwOvzu6wWq0pZrvZZXjol9d5H85Xpd/WLXVv4OLftiNsyJgngQIECBAgAABAgQIECBAgED/BVRIgAABAgQIECAwMwLdYkS3EP/h85fiHh+f8VyZZDCYwWR7KDIBjhs+vBy/9lP1G8B1vBpIRr5qAJw72xgE0jqy5dpGrul/+IJD8dTnXzVa64h0bhc2x8hwdvNg0u85l5xP/oVNeiD9EyCwrwIGI0CAAAECBAgQIECAAAECBPovoEICBAgQIEBgtgRGuVyGgQvDeOxTLovS1FB2u4TtYHb78x73XYlBNDHolmN4Zine8GMn4/p3DSIyGIzRUBlGh9fYBWoIHCfiix69GI952jCawcbmEM2p3I/gc1+3elxbPZ5MaybTrV4JECBA4CAEjEmAAAECBAgQIECAAAECBAj0X0CFBAgQIDBrAm3U7DXyVQaDuN9Dl+JjPm45yk3fCq1hYG15w5637KdkuFz77jL0zTB4uLYSP/UjZ6Jb2+48g+ioifT2Z/uxCCR9ZPAeg5PxmGcsxpc/vo124WS0sbTVfb2htvx7GCXx9Xjr0ph3AuAxg+qOAAECBAgckIBhCRAgQIAAAQIECBAgQIAAgf4LqJAAgZkU2IrjSk6+raFfF49+xmosHTqdJ+pWr9eL9XivrfZT21Y/GQQ33WL81i8O4x/+chhRh6+X6r62eqztXaCS1xaHsq/DUcognvC8IxkCn4mN9rpoS4bB2fJi1J+KzreIGD0Qk3jVv6hJ9KtPAgQIECBAgACBfRMwEAECBAgQIECAAAECBAgQINB/ARX2RiBzv3s/aDk++hOzorKeoWyeyMPxbVv9Zfi73WfTHorXfP/VOdb2GfuxC4zY61u23GJQ4gnPvTzu96X5octIdli/eZ2jjn4qOs/l4aS2HG1SXeuXAAECBAgQIECAAIGJCxiAAAECBAgQIECAAAECBAgQmB2BksFfbrHYxuOefijKwjDaZi3nfztfx8079rKVDCD/99uOxFt+8YaIdi89efb2BRK42VzPZjHiO15xedz7i05Et7geudoxbCcfz05+hNtXcAcBAgQIECBAgAABAgQI7ELAIwQIECBAgAABAgQIECAwqwJdfOZ9m/i3n51hYdm4uYiupsM3fxzbUclx2pX46ZdfG6euy+PacZchZW71UBunQI1fcx3rv8VcD5c24kWvPhafcZ/ELhn256WbR8tzN3+4zaOdXqjD7vQZ9xMgQIAAAQIECBAgQIAAAQIHK2B0AgQIECBAgAABAgRmUaCGf7V1GQQOIr7mSQsRzUa0zZloYzJhYNR+RyHzYnzo3VfGG340x67hbwaUXd3nyLNIOf1zzgUudZaDaBZLfN/rluLen78RzSDXO4P+zRh+a83zc71zXK0ZV0f6mQYBcyBAgAABAgQIECBAgAABAgT6L6BCAgQIECBAgACB2RbIVLA9FDE4GZ/2OctxnwetRuTnElux3ZjDwIgSMfp3ZzNs7A7Fr73+VLz3H0t0wxJl9PPTGQjXkDi8JiNQ0j+iLHfxnT9+PD7vobnezemIui6Rr8G1EWUzDo4xvbb+ksbUm24IEDg4ASMTIECAAAECBAgQIECAAAEC/RdQIQECBAgQINAPgUEt40hE6eLrnnVZDFaujcFCbL7GHAaOOu0yEqwt2tg4dVl837dmCDmsgXBOpF3JWzKkzHfbhAQqbzmVIfBafPsrjsTnf0UXXbk+oq3+h24xaK5L1HaL0zv4mKu9g7vdSoAAAQJTKWBSBAgQIECAAAECBAgQIECAQP8FVEiAAAECPRIYfeEz35oSH/Xxg3jgly7G6vq10eWpGH07dG8B4LlS2Vf9CejcRf3G7+B0/O3bVuP/96aMCdvt1PncJ3was0C1jxr0ZhK8cCKe8/JD8YgnLEe3dH20dU22vw08Cn7rzdttd/PIld3dg54iQIAAAQIEpkLAJAgQIECAAAECBAgQIECAAIH+C6iQAIG+CYwSutFb1F9+/rqnH4tDR4YRg9WstIZ/uRvrVqJmjE0Gvk27FINmIV713cM4c11E163nW3hNUiD5oy50LOYoR7KV+KZvX4pHP3kl2uFCthLtKPzNv4E8irpYoxa7em39Ze3qWQ8RIECAAAECBAgcqIDBCRAgQIAAAQIECBAgQIAAgf4LqHAeBC6/a8Sjn3Q4unI6oj2UJZds49pqXxkJlhos574Gkd1KXP/hYbzyJScjSv3acb0WXpMSqEtwU99bH3IpHveti/HUF+d6L94Yo7y3y4C4ttGH2PUru971sx4kQIAAAQIECBAgQOCgBIxLgAABAgQIECBAgAABAgQI9EagRoJf8fjDccXd1qJt6rdAtwLZqK96XFs93murI0U0XZNtOX7rjevx9j+uoWPZa8eev7C2oQ8AABAASURBVCiBGrZnK9m27v+yx0e87PXHYnDouhg2J6M969rWLTveCYB3TOYBAgQIECBAgAABAgQIHKyA0QkQIECAAAECBAgQIECgfwLLhyK+9qmHoxkFgFuBbFf3NfzdbmOsO/teWTweP/zCE7F+egL9j3Gqve2qrVFtE592v4gf+blL4/K7nI6uLkV0+V8bke+bbWcCtdedPeFuAgQIECBAgAABAgQIECBA4KAEjEuAAAECBAgQIECAQB8Fas67MIwHf9XRuOcnn4quWYubvyM6oTivdNG2Jd71T0vxMz/UxsbGxm6yxj6uxgRrqmtZ29YQ9bCufdmIT/z3TfzYm+4YH/VJq9EtnIzVjWuja7qtVqIrmy1yX0rJ3W232u3WCHazK2DmBAgQIECAAAECBAgQIECAQP8FVEiAAAECBAgQINBbgQz6IgYRZRjf/LxLI5rViCijLZO/DGbzWv0cE3h1i/ELP/2++N9/lePVb5/WNoFhdHlbAhV8bXTx8rueiR/91eX49PueieVDuR71fwNoc+3rLaM78k9ha3+hnQD4QjquEZgFAXMkQIAAAQIECBAgQIAAAQIE+i+gQgIECBAgQKDnAhn25RbNMD75c0o84KGDGLZr0bYxalHOSgDHIXFOfznw2pXxyhedjhwyuuE4BtDHhQVqRFtbvSv943Bs5vuDOHxJEy/9ySviq564lPHv6SiZ/0Yu/+ZPQ8dFvbZ7vqib3USAAAEC0yVgNgQIECBAgAABAgQIECBAgED/BVRIgAABAvMksBg17P36Zx3JIHCt5n7R1XwwJvvqhoP4x7d38cbXnIgiPZws9oV6H9b1X4tY3oive9bRePFrDsXi0Q/k38DOUnlLeCFk1wgQIECAwPQKmBkBAgQIECBAgAABAgQIECDQfwEVEiAwdwI17W3ijnft4lHf3EVZOD0SaPO9ttyNfasjRmTvG4fi9S8fxP/92zyODBy77aHq5+1j+4kKDGrvi1EyhS+DLu7zRQvx2t8+Hne6x4fzb2G4+e3sm9al3nv+JgA+v4uzBAgQIECAAIEpFjA1AgQIECBAgAABAgQIECBAoP8CKpxngTIo8YhvOhZXfOSN0TWZ+G2mtBMhGXVdSpRuMdZXm/je534g2tVMIst6jldb7myTFyjbQ5Rocz26pkTJ9hH3OBSv++0r4gFfthZlYW37pgvuBcAX5HGRAAECBAgQIECAwJQJmA4BAgQIECBAgAABAgQIECDQe4HSDGNhKeJZ331JlKVropSIGgaWUvK4xPheXXbVxSBKDLLbhbIU//p3V8SPf//1ERuLEXm5i9UYHeS7bX8ESq5HbdujLR7t4rk/dCie/tJhLBy9JlY31qLNxWlLrky27fs2910IgDclvBMgQIAAAQIECBAgQGDqBUyQAAECBAgQIECAAAECBOZFoIsoXXzm5y3GvR+wkMcbkVFfdG2+t3ktP41nq+lhtvpt32Y1h8zjbiF+7afX4+1vW49oFzJmzP14BtPLRQrkKmQEfNbNGfzHwno85FGH4tW/cnl87CcsRZTNv4nIV9d10dU/jjyOMhQAVweNAAECBAgQIECAAAECBAhMuYDpESBAgAABAgQIECAwVwJNZPIaUZp42ncdjUsuz3B2cDpDvogYfe0z92PbSkSXgWK3mD12GQK30a0eie//ljNx6toSTXs84tw4MrwmK5Arcq54PRH1fwSIuMcnR/zY70Q85NGr0SyciDI4k38qJdoM8LtumH8j6wLgyS7PpHvXPwECBAgQIECAAAECBAgQINB/ARUSIECAAAECBAjMq0C7sRF3vMtCPPIJGfCtL0RXMuBr1iJT2hjvqyaMtdVeS4aPK/G+d67HK19yOvJD1FdX37QDFCibY+euZBb89Jccje9/3ZG49Mrrox1cE91wOaI5k/cUAXB4EZhVAfMmQIAAAQIECBAgQIAAAQIE+i+gQgIECBAgQGBOBZqIUqIZZNLXRnzF1x+JT/iMk9HFmehGIV/k6+xI9uzjvLTHretKRHss3vzLa/Hnb8m+c8sze+zV43sWqItQ2mgWN/LvIOJT79vEz/7eneIBDzkWMbg+Rj8DXfwE9J6ddUCAAIGDEDAmAQIECBAgQIAAAQIECBAg0H8BFRIgQIAAgZFA6aJbXI0nveBYDJbyuMtQOKPgqK0GtXV/Uxs9MZ63bjEWBovx3c+6Md7/rrXx9KmXMQg02UeJqN8EbzZiKbPf571yKZ7/I8fjkiuGMYzWN4BTyEaAAAECBGZJwFwJECBAgAABAgQIECBAgACB/guokAABApsCJXelRInF+KRPX4gvfWyJ+u3ctjkdbQbDeTW3km2cWxdRhtkyYm6X4/QNy/E9z7wm2tORr7yW77aDFShlECX/JqIsxCjtzUz4fg8bxM/90aXxJY9dG5062BkanQABAgQIECBA4CIF3EaAAAECBAgQIECAAAECBAj0X0CFBM4jUPLcIOLxzzkSd/6oDGeHRzOdzfCvhsD1W8BdXsxIMO8a45bj1D67xfinv7k83viaMzlm7X413wTBiXDAW/2j2JpCBsAx6GLp+Go87bsuFwBvsdgRIECAAAECBAgQmG4BsyNAgAABAgQIECBAgAABAgT6L3DeCmvYuhFR1mL5SMSTnr8csfih6LqNbBkCljav1bC23hcTeJXYOLUUr//hLv7Xn+VYbY4/Cp0nMJQudylQ177NuH45SgbBzS578RgBAgQIECBAgAABAgQI7JOAYQgQIECAAAECBAgQIEBgngUy5O2WEmAp2nYj7n3/xfiiRxyKsnBj1C8AR1nPa3lPvsck/i3g2md2320cihc9+UTc+KHRQFtvNXjcOrTbs8CuO2hzgeJEPl7/Fm70DeCUsBEgQIAAAQIECBAgQIAAgWkVMC8CBAgQIECAAAECBAhE1HwvIppmIcpKxDc+50hc9VER7WAYbTRR/z3gs1vU0Dbv391Woum2W5PHteXYEXHNh9bju5913Wb3bZ7Ynlg91A5OYPSV3+M5/kK2Y/kXkTvbrAmYLwECBAgQIECAAAECBAgQINB/ARUSIECAAAECBAgQOL/AsSsinvr8SzKVvTFvGKV/uR/nVrKz2nIXmfQ26xHNRgzXl+PP/vBU/MIr6k9O12va9AiUnMpmm8RfRHZuI0BgYgI6JkCAAAECBAgQIECAAAECBPovoEICBAgQIECAwIUE2i7u9YAmHvwVC7G4lOHsnr7xe6GB6rWME7tBjrARg1iKwcZd4mdePoy//sMuYiPytZbNNk0CuWLTNB1zIUCAAIELCbhGgAABAgQIECBAgAABAgQI9F9AhQQIECBA4HYFmgxfBxFPfsHRuOSK4Vm312+A1o/b+3o8hjbMSLFbiFK7zaHXVpt42fNujHf/v/zQbZ2s3xTOmHgMo+lijwK5WnvsweMECBAgQIDAfggYgwABAgQIECBAgAABAgQIEOi/gAoJECBwYYGatZYMXWMtopyJlUsjnvk9S1GaEm2biXANY+s+xvzKrkssRJMh8KBpo2mauPo9i/GDz16L1ROLOdjpbDWIrhPMQ9uBCgiAD5Tf4AQIECBAgACBixFwDwECBAgQIECAAAECBAgQINB/ARUSuFiBEl2sjFrbRdzrgYvx0EcPoyycjCjDbG1M7lUD3hy/rfsu/ufbbojXvPSGiOGhHHKQzTYNAgLgaVgFcyBAgAABAgQIECBwWwLOEyBAgAABAgQIECBAgAABAv0X2GGFXca/mf3GYKE+uBbf9Lyl+Ih7RHTNWrb1rav1Wr2r7sfTSmmiZPY7KG0MoonFuDx+6w0l/vubMnTeaGL0K9CxHpEzyDfbAQnkShzQyIYlQIAAAQIECBAgQIAAgQsKuEiAAAECBAgQIECAAAECBG4t0EWJ67J1sfnqYvFQF9/2Q0ubgXC7nKczpc07otQwNj+Obcsxa5/1m8bdUvbaRNk4Ft/7nOvi//ztWn7OrRts5r95a8RGnrDdnsC4rzfj7lB/BAgQIECAAAECBAgQIECAwJ4FdECAAAECBAgQIECAAIHbECgZ7V6arWxdX46yMIxP/PTF+PqnL2QIvBZdXm1rSFvvqP8ucN3vonVdF+e2zHbb+rXjGjFujl+/Ebxx+vL4zicO44PviRiu5fk6ZlcHHMbmt4LrsbZfAnV19mss4+xZQAcECBAgQIAAAQIECBAgQIBA/wVUSIAAAQIECBAgQOD2BDJkPfuWLkPZPPXwbxzEJ9/rVESzGlFORdcubQawozA2xvQqEfVbvhkyb3dYMnG8+r0RL3nyRnQbeb3kgLmLek9TvxmcQXB47ZdALsd+DWUcAgT2JOBhAgQIECBAgAABAgQIECBAoP8CKiRAgAABAgQI7EZg9LPMEQuHB/Hcl10aR+5wdUavKzEKghfORNRANsb5Kud0VrtvhofiH/4q4oe//XQGxCW6+m8BjwLoDKFHgfE5j/gwQYFmgn3rmgABAgTGJKAbAgQIECBAgAABAgQIECBAoP8CKiRAgAABArsT6PKx+i3b3OXhlfeIePb3XBHRrEUpw81vAUfJi5Pa2oitAHp9rcSbf3kjfunVp6N0ixFNXot8lWy2fRMQAO8btYEIECBAgMCuBDxEgAABAgQIECBAgAABAgQI9F9AhQQIENiDQE1Xj2w+nwFwtF3c5wuW4iFfNYhSlqIbNrkv57TNm8f5XqLrulhocpz2ULzm+z4cf/UHw4gcO5ocp84rd7b9Eajk+zOSUQgQIECAAAECBHYo4HYCBAgQIECAAAECBAgQIECg/wIqJDBOgc2ktSw28ZQXrsTdP3ohFhbH2f/5+sq48RY/8TwoR+MFTzwZ//S361ED6fM95dzkBHJFJte5ngkQIECAAAECBAgQ2KWAxwgQIECAAAECBAgQIECAAIH+C4y7wlIiassceHC0ixe+JmL5+MnoShdtXqqty32M/VVy2M3WlEE0w2OxceJ4vOgb27jm3SUi53NOG/v4OjxboDn7g2MCBAgQIECAAAECBAgQOHgBMyBAgAABAgQIECBAgAABAnsWyKT3rp9Q4lkvXY5oTmV3mylsRsFbx7mbxFaHqT/9PNiID72/iWc/7obo1rYHqhe3j+0nJSAAnpSsfgkQIECAAAECBAgQIECAwM4FPEGAAAECBAgQIECAAIHdC5R8tLbcxdb+c79kIR7yNU0Mo4bAw3oluiYjwvrv9ZYSpdy6jW66wFv9937P10aPlHwfZKs/C90txnv+6VA893FnNkPgsjn+Td8Gztts4xfI1R1/p3oct4D+CBAgQIAAAQIECBAgQIAAgf4LqJAAAQIECBAgQIDABAQyDfzmFx6Kj/uUmsrWlidymMl/F7cmwXWgxXjbHy7F9z6tjRjW8fOcbaICmys80SF0ToDAngQ8TIAAAQIECBAgQIAAAQIECPRfQIUECBAgQIAAgXEK1Oz1rNasbMTzX7UYRy67MaLpYvTt3bZGwLXFxF+LCyWv/0taAAAQAElEQVR+/9c34sdfcjJy8ImPN+8DCIDn/S9A/QQITLWAyREgQIAAAQIECBAgQIAAAQL9F1AhAQIECBCYrEAXpXRxl7tHPOf7jkaU+lPQka82otSfZM59TPjVlRiUpfiVnyzxxpevRezDkDHHLwHwHC++0gkQIEBgqgVMjgABAgQIECBAgAABAgQIEOi/gAoJECCwDwIlSixGMyjxH76gicc+PYcsq9GVjei6msTuQ1xY6pgRpTsSr/vh9fij39qI6GLrVeewdWg3FoF9WNGxzFMnBAgQIECAAIE5ElAqAQIECBAgQIAAAQIECBAg0H8BFRLYZ4EuY8EyjEd+0+G47xeuRSlt1GD45iB28vOpmW/XHomXPvuG+B9/sB6j/DnqN5LrlcmPPy8j5ErPS6nqJECAAAECBAgQIDADAqZIgAABAgQIECBAgAABAgQI9F9gXyvciChrm60dxMKhEs/63uNx53sMIwbD6Jrc72cKnLHzxqk7xAufcE38xe/n2BkId5n/dvUtvMYh0IyjE30QIECAAAECBAgQIECAwN4F9ECAAAECBAgQIECAAAECBMYvsBDRLmW3GQRn0Fqz3iN3GMZLf+pwNEvX5/lbxIX1njw7ia2MOs0BypkYrh+K73jKh+Lv/qyN6PJKnh5dnoO3SZd4ixWd9HD6J0CAAAECBAgQIECAAAECBM4j4BQBAgQIECBAgAABAgQmJzBKBA9FDHKIpovSnIm73qOJF73qSHSD66Nt1qLLS5FZbN2VUqKU2271ngu1+m3e87Vouyg5RtcuR7dxLDZOXhnf+eQm3vV/uhhulM0uu82d990LjJZ79497crICeidAgAABAgQIECBAgAABAgT6L6BCAgQIECBAgAABAvshsBWwRu67pai7z7rfSnzDM45G5IfRLzDXn4Mu+5DAjr7xW6LNMPjaD0Z8y2NviGveE/nKE2U997a9CAiA96LnWQKTFNA3AQIECBAgQIAAAQIECBAg0H8BFRIgQIAAAQIEDkKgLMbo28ALXXz1Exbi8x6yEV1zJqLJ8LUMc0aTDYFrQDlqOUyXme/V7zwUz31cxAf+XxNdW6/kFGy7FiC4azoPEiBAYHICeiZAgAABAgQIECBAgAABAgT6L6BCAgQIECBwoAIZvkaUiOUuvvUHDsfH/9tBtN1StkHUbwN3UYPgyNfoxtxPaMsEuGm6eMc/nYynPer9cfW7ck4TGmpeuhUAz8tKq5MAAQIEZkXAPAkQIECAAAECBAgQIECAAIH+C6iQAAECBy9Qc9aaFOZ+8egwXvjqxbjyrvVbwKsx7EoGwW1kNhtdc23OdXIhcBNNxtALMYiVuPqdd4ynPbyL974jx97oossJdNs5dM7CdnECzcXd5i4CBAgQIECAAIHJCxiBAAECBAgQIECAAAECBAgQ6L+ACglMo8Ba3OmjIr7npw9FWTwdkXlvbpsT3bgs95kS5/sktzrCwmAhPvi+Lp77ddfG+/6lnslZNO0kh+1l3wLgXi6roggQIECAAAECBGZOwIQJECBAgAABAgQIECBAgACB/gtMZYUZtLaHRqHv3T+xi+/7qWOxfPTGiHYx2ljPLDhbNxx9G3dS0x+UJmobrg2j/vL0e/55MZ772PV4/zsGUUKcGTt8EdshmNsJECBAgAABAgQIECAwbgH9ESBAgAABAgQIECBAgACBAxXIDLjLuLdrIz7tvgvx+G85FN3gw6MQuOsWc2p5Q77vx1ZKiYWFJt7zztPxjEe/P97//7qbh62Htd18ZqaO9muyAuD9kjYOAQIECBAgQIAAAQIECBC4tYAzBAgQIECAAAECBAgQOHiBzHdLaaJkq1+4/fL/tBBf88RLIhZWo2tOR1vabBkR577LFjGZFLZ+C7jJCXQbR/L9WHzwXy+PF3xdiff8wxbR9rB1X9vWabtzBZpzP/o0HQJmQYAAAQIECBAgQIAAAQIECPRfQIUECBAgQIAAAQIEplAgg9Uu22OfWeLzvjhiYWEpJ5kJcb7XrasX68FEWx2vRNMsxjv+cT2+5XHXxz//dZu5c05sX8aPmX41Mz17kyfQRwE1ESBAgAABAgQIECBAgAABAv0XUCEBAgQIECBAYFoFMnstTRtLh5p43iuW41PvfTKaQRc1+O3adrSf9NRL5rzNVlvIEPiadx+PJz/8XfF3f5In25xgDYFrm/REZrR/AfCMLpxpEyDQTwFVESBAgAABAgQIECBAgAABAv0XUCEBAgQIEJh6gZIRYtmIYbkxXvzjx+Kj7rkQi4tNZAy82TKH3b8auijNRrRn7hrf9o2n4y/+cC2iyxD4pgl0Nx052BTI1ds88E6AAAECBAgcqIDBCRAgQIAAAQIECBAgQIAAgf4LqJAAAQLTLVBz1dpGs8zQd+FYHDpa4ntfH3HF3U5F261HF2fy6n6GrjmhbiHHHMTqycPx/G88E7/7phvyc56PjdyvZtvP+eRwU74JgKd8gUyPAAECBAgQmAcBNRIgQIAAAQIECBAgQIAAAQL9F1AhgdkRqHHqTS1z1kuvinj5zx+NO91lOaI9FKV+Q3hfy8lJ5HhdlBiuH4vve1Ybv/jq+k3gQZ7NOeX5PLBtCQiAtyDsCBAgQIAAAQIECByIgEEJECBAgAABAgQIECBAgACB/gvMWIVdzre2mvPW1iyux2V36+I7f6KJS648E/WnoPOWA9pKNMNj8ZPftx6vecn1Mdz+AnCd8HaL+X4JgOd7/VVPgAABAgQIECBAgMABChiaAAECBAgQIECAAAECBAhMo0D9vm1tN89tcXT4cZ9S4tt+KI8H1+XnNtt24nrLfV6awHbTnLpBRHc4fum1TXznkzKQXjvPYHVKo5+IPs+1fT6138MJgPdb3HgECBAgQIAAAQIECBAgQCCCAQECBAgQIECAAAECBKZWoAattZ07wTyzEHGv+y/HD7zhWDSHPhjt4MZom7VoS5utu6llOnvuozv81HVdnK9F20XJtnktommPxp+8pYlvfcyN8eF3RwzX6nPDzeG7Omge15y6Hs5REwBP1WKbDAECBAgQIECAAAECBAgQINB/ARUSIECAAAECBAgQmGGBEvGp912IF7/yjlEGpyLaA/o3eGvA2+Vk2qX4n39yNJ76lWfinf+8EVHPZSC9KZzXM6DOaHjz45y8C4DnZKGVOQMCpkiAAAECBAgQIECAAAECBAj0X0CFBAgQIECAAIGZF8jktTkVn/WghXjByy+LbnB1VpTn8n2/thpwnt2iLXH1v67EE7746viL32szBM6rTYbBw6XMfrPVn4zer8lNwThZ/RTMwhQIECAw5wLKJ0CAAAECBAgQIECAAAECBPovoEICBAgQINAPgZJlHI7IlPFzH7ocT37RJXl8Is+dHQKX/LyPW8mxyzDa9cvi+U+4Nt74ilPRnRlE5Lmor3o98p5Ry4C4nutxy6XpcXVKI0CAAAEC0y9ghgQIECBAgAABAgQIECBAgED/BVRIgACBfgjUXLe2yLfcalEP+9qVePJ3HImFlfX8mCfbDF7zaP+3knnvcnSrl8drXxrx0meeiWENgZsa/N6Q0e/pnNIwW/83AXD/11iFBAgQIECAwNQKmBgBAgQIECBAgAABAgQIECDQfwEVEuifQI1Ua6s5cP0m8Jc+djEe/c0LEc2NB1hsybE329LCYvzur7bxzEd08d5/znPD4xHdYl6v3/7tfzza/wpzKW0ECBAgQIAAAQIEpk7AhAgQIECAAAECBAgQIECAAIH+C/S0whr+1jYqL/PVsnQmHv3UxXjsMwax0XwouvxvdG3f3+qsNjLsjVhsjsTf/cVaPPOrNuKv/ng1YqMGwDnZesvZbd/nOPkBm8kPYQQCBAgQIECAAAECBAgQOFvAMQECBAgQIECAAAECBAgQmGWBjFFHX/69uYZBRG6PfcbR+PpnHI9oTuWlmrLmbhQG1+OzWz0/iVay05xItzCaX1MW4kPvH8S3PPqG+KXXrG+GwGUt76lzyd2Et4PqXgB8UPLGJUCAAAECBAgQIECAAIF5FFAzAQIECBAgQIAAAQIEZl6gxqy13VzIQsTWicc+Yym+4VtWIhavj/qDy21zJtrSZutuaqOv6MakXlsTKVshb9tGaY/Ea793I57zuKvj1IeWIkqGwTWYznnVXeSr3t1u7XM301sz07PvzeQVQoAAAQIECBAgQIAAAQIECPRfQIUECBAgQIAAAQIE+iqwFbrW8jJ9/OonLsSTnn84YvH9sRm2xsG+2uWI9lD8zVsviW/8kuvif79tEN1GzrltYirmF+N9ZVXj7VBvBAjsUMDtBAgQIECAAAECBAgQIECAQP8FVEiAAAECBAgQmCeBxYgv+/rlePZLroiVwxsHVnkpTTTZBt1CDOpPP3fD+NC7jsYzH/X++NXXrmcoHLFxZnG0jzaiBqflwGY7voFrHePrTU8ECBAgsCMBNxMgQIAAAQIECBAgQIAAAQL9F1AhAQIECBCYO4Em09TByXjwowbxjJccj4Xlk0lQf2Q5d9u/uVwP96N1GenmFjGIyCC4y89rJ+4cr37JajznMdfHjR/KSWxPLQ9v3s578ubLU3wkAJ7ixTE1AgQIEOi1gOIIECBAgAABAgQIECBAgACB/guokAABAvMlULLc2kbfpT0SUUo84MsX48WvXYlu8dpo2/U8ly32+VVqmJsT6xajZBBcMiEdDA7H///3SjzxS7v46z/eyPP1ntMZEke+MsCOjc3jYX6csS3Lm7EZmy4BAgQIECBAYOYFFECAAAECBAgQIECAAAECBAj0X0CFBOZXoEaptWWqGjUL/qwHLsdLX3tpXHrlDdEOFxOmRNeN7sjjCW+j8LeOUfKtttxtbSvLR+OaD7TxjEeejh98zg1x8tqVvFIT39oWIkoGwYMMgqN+jpl5CYBnZqlMlAABAgQIECBAoBcCiiBAgAABAgQIECBAgAABAgT6LzDnFdZot7YRQ81cuzbu9fkL8UM/d8e44m43xNrGakaqXbT156CbEqXUFlv7Evv5KplQL5Zj8eY3HotnfOVqvPPvBxFthtS1gC7n0mUQHHkuZuclAJ6dtTJTAgQIECBAgAABAgRmXMD0CRAgQIAAAQIECBAgQIDAPAhkbBq13VRrBryRZz7qkyNe/vOXxT0/fiWG7XqUpqkRcER9L8PRbustz01uO3tuXR27DtU18X//10Z808Oujp/5gROxcSLvKidj9C3g2NnroO8WAB/0ChifAAECBAgQIECAAAECBOZBQI0ECBAgQIAAAQIECBCYG4GMTjPuPbvcPJNbdCWuukfES98Q8Ymfvh7tsI3hcDWG5XQMY23zgeZklLy3lJL787fNG3f+Xn92urZoY5Tr1l94HrWuixJdNOVwrJ+6Y7zhRwfxjEddH//814cjhhmnZjadl+PmV3fz4RQe5YyncFZzMyWFEiBAgAABAgQIECBAgAABAv0XUCEBAgQIECBAgAABugGIrQAAEABJREFUApsCJTJpjSvvGvHqNx2Lf3+/DHsHbUS3GKXktcjX8Gi+bR3n0WS22v/ZbWuUDKhr0NsND8X//qvD8ZQvH8bP/sh6nDmR10eZ73oenMlW/13g0Yk8nr5NADx9a2JG8yKgTgIECBAgQIAAAQIECBAgQKD/AiokQIAAAQIECBC4WWA7c82EslmOeOnPHI0vecx6NAuno4lD0TWnIwY3pa03P7dPR/UHqZsYxqB00bSLMVxdjNf/yDCe/BXXxT/+ZUS7USK6lZzNYrY8zvdp3JJ3GqdlTgQIEOi3gOoIECBAgAABAgQIECBAgACB/guokAABAgQIELiAQNmIKCWe/j3H4jFPXYnh4NroYinaWIibX/Vbtu3NH/flqManGe7Wocsw8ije+45j8c0PPx0/9uJhDDOjzomeZyb1gf2e63mmkadqBbmzESBAgAABAvskYBgCBAgQIECAAAECBAgQIECg/wIqJECAAIELCdRUtQa9gwxNMwR+zNOX4jtfczRWjp7MpwbRdiW6DF+jrOXn/dzqxGrLMUcp6iCiXY7VMyXataX49dcN4mvuM4w/+vWc10be03XRdasR3Xp0cSpPCIATwUaAAAECBAgQmCcBtRIgQIAAAQIECBAgQIAAAQL9F1AhAQIXK1DKVtg62Ih7P3gxvvdnDsVVd89AtWmj2w5/u1ESe7FdjuG+rTlt91Qz6q3j4UaJaz5Q4kVPHMaLvnE1PvQvZfQz0RGZBnfLeVf99vIw9we77bfYwVZrdAIECBAgQIAAAQIHJWBcAgQIECBAgAABAgQIECBAoP8CKtydQJfBaVmPf/NZC/H9P3M0PuZTz8TCchNthqrdLfLYiExkdzfKrp4qpUQTJQalGbV6vNgcij/9b4N4/BeeiDf88Fp0q4dyWk1EZPjbDfI4D+s0a8vD/d7qTPZ7TOMRIECAAAECBAgQIEBgrgQUS4AAAQIECBAgQIAAAQIECFxYoBsuxnBjNe58z2G84pcOxb0fdCaibNw67q0/DX3rs7Evr5pGj1qO1i7EqRuX4ud/bBCPut/74o9+cxgx3Ap/83Ic1BxzbAFwItgIECBAgAABAgQIECBAgMCEBHRLgAABAgQIECBAgAABArcnUCJKppaDhZWIaGLxyHq84EcuiSd8Wxdtc3UM27Pj1BKlRLZymy32+OpG/7ZvF9v7m7orXcSoRUSJnNRCdBsLcfW/3im+60ldPO3hH45/eXuerxOu99UQOOded/lktPlf3ecdE92ScqL96/y8Ak4SIECAAAECBAgQIECAAAEC/RdQIQECBAgQIECAAAECFy1QA9XRzXnQLUUsrcdXPHExXvazl8Rld74x2nIqA9e8oRtkMFuy7UeUmuNdcKtzrS0j124x/s9fXRKPf8iJ+IFvuzGuf2+eq/82cA2Caxv1U9PgM3m0nm1y868j5wA2AgT2TcBABAgQIECAAAECBAgQIECAQP8FVEiAAAECBAgQILB7gcxUR2lvWY9Pv+9SvPJXj8WnfPqhKM1GrK+3o/B3+9u5db/7gfb2ZMl5lsEwBrVFhtLrgxh0R+K//uyhePTnrcZrXrgWazeUGK5FvRpNLETpViIyLI48ExN6NRPqV7cECBAgcB4BpwgQIECAAAECBAgQIECAAIH+C6iQAAECBAgQ2KtA/aZsxphlI2JwIq78qIiXvbHEAx++FmXxZHSRIXC2vY6y9+dLhrnZckZRcs61ZbC7MFiK0yeX4ld/ehBf/bkn4zd+9lSsn6r3rUde3mxRX119G3tLubH3qUMCBAgQIEDg1gLOECBAgAABAgQIECBAgAABAv0XUCEBAgQIjEWgRpgL2VP9tuzRqFnvwtEz8ayXHo7n/sByLF/y/miWTmeWWqJ+CzdvPMAt59plu2kGm0FwKV103SBu+NBivPyFw3jcA2+IX/+pjVg9maFvbu2wPpCBcB7X/Lh+GhVaP29+2PX72bPZdSceJECAAAECBAgQuJCAawQIECBAgAABAgQIECBAgED/BVRIgMD4BUqMEt5B5GshSubBn/+IpfiJ/3LXuMvdM2ityXCX9+TVg91q5Frb+WZRYlCOxPv/5Xi88sVd/KcvvjZ+91fOxMZqRHRLESUPMiyO0StrKifzaG8p8G3NJDu2ESBAgAABAgQIECCwZwEdECBAgAABAgQIECBAgAABAv0XUOEEBTIUrUFvLETUoHSwGnf5uIif/J1L4v4PPxXdYD1qBtxmDlxbPY4peZUyiJKt6QYxqHPaOBzv/adL4nufcSKe+JD1eMsvZhB8cjmD4Jx8V0PfrLE9knfm53zf7dbs9kHPESBAgAABAgQIECBAgMCFBVwlQIAAAQIECBAgQIAAAQIE9ipQ48za6m8mZzA6zMA0M+HBShvPednReNGrmyiLN+QgG9kyS40apNaWH/cpDc6Rztlylmd9zrk06xEZXEfJiY/C4OPxrndsxA9825l4/BffEL/6kzfG+smSz2QNdZdHm1s+e1M99bgabF650HtzoYuuESBAgAABAgQIECBAgAABArsS8BABAgQIECBAgAABAgQIjFVg9B3aGH2VtumilBKxFHHvhwziZ3//eHzyfziRUempWMpzbXNm9J3hsQ5/Vmdd18X5W+T5vDFz3pr1ljbnWY+HgyjDxbyWc85ZRrcY7UYG2WvH493/eCRe+cJBPPb+N8Yv/9harJ7I52vOm8+13Zm8ezVP1HY69122298EwLdvNMY7dEWAAAECBAgQIECAAAECBAj0X0CFBAgQIECAAAECBAjsm0Bmqld+dBcv/anj8ZinlGiba3LojECbDE1LJqn1W8C15dnJbzmZ2G63HC3PZ36b2XEGwXkt59RlK9Fkpn04rnn3sXj1dzXxyP/4vnjtS2+Ia98X2VP9SegMiqO+6j4/R9Z0Oy2rrw9oBAhMXMAABAgQIECAAAECBAgQIECAQP8FVEiAAAECBAgQIDB5gSbD1NpylylpdG2J5SNNPO5bD8UP/vzxuPNH1pB0PefRZMutZPKau/3dtiZXJzhqkVHvrVvJuQ9KRJ3ioF2JG95/Vfzyj5d4xL0/GD/4Lavxjr/rottYiehqLW3uB7duGSHHWa3eGV4ECBAgMFkBvRMgQIAAAQIECBAgQIAAAQL9F1AhAQIECBAgcEAC9Zu+o2/8dvEJn9HFT/zXI/HFjxpEO7g+2mbjgCZVhy35VlvubmsrGU7XW5oMrUfJbYlueCy69TvGb//iQnzDF304nvmItfizN7fRruYNeXuc3Wq/Z3/O47yrntUIECBAgACBCQnolgABAgQIECBAgAABAgQIEOi/gAoJECBA4AAFShlEiaWcQYmmWY6V4xFP/+7D8bKfPhZX3u3D0UaGwE2JkiFr6UpM1ysT25xhRBOD0o5aadqcaxdNN4iF7ni8/c8H8fxvKPGY/3gmfuEVZ+KGq7OCzIu7jS66LmurAXie2t6a7QN7AgQIECBAgACBcQvojwABAgQIECBAgAABAgQIEOi/gAoJEJgOgXLzNGoCuhDxaQ8YxE/81yvjQQ/fiMHyDRFtnhys5X1dtmnZ6rzrhOt+c043H9XP+SmD4Oia+OA7V+LHX1ri4fc6Gd/5xNPxV3+0EaXLmrqsJ8PjKBsRZTWj5PAiQIAAAQIECBAgQGDsAjokQIAAAQIECBAgQIAAAQIE+i+gwukUyMx0+2eSj9xhPb71hw7Fd732UNzhLqdj2A2jLZkF58zbrZa7s7YMU8/6dBCHJafQZBtE/W8hBnliMFjPktZisVnOnPdI/MmbF+NbHn1DfM1nr8Uvv2ojPvTOJrph/fnoEAAfxKIZkwABAgQIECBAgACBfguojgABAgQIECBAgAABAgQIEDhggdE3YldzEoOIQRefef/F+Ln/fige+phhRHNjZIqaLSIyXI3RKxPXjFgj8vpoPzp5wbfJX8w5lbWI2rrFKO1SjF7Neu7aWF64PK5531L855ctxiM+54PxvK89E3/4pkUBcOrYCBAgQIAAAQIECBAgQIDAuAT0Q4AAAQIECBAgQIAAAQLTIlCWMuxtbprN4HDEU7/7aLzyTUfiYz7twxHldJQMituuRNtk0Bolz2XoGvv76rr6b/nWFpGH57Z2Mbra6oX6teAMrLt2MDrXtvlMto31Jprh5fG2P1iK7376mgB4f5bPKAQIECBAgAABAgQIECBAgED/BVRIgAABAgQIECBAgMD0CNTgNwPd0YS29/khT3/CZwziR37+ivhPz1mMhUPXRQxWIzZW8mKJGH3LNvf5af+3Ou52O3v0eu5Cn/NahthR/z3gdlkAnBw2ApMV0DsBAgQIECBAgAABAgQIECDQfwEVEiBAgAABAgQITK9AzU/PaSVWjjbxlU8exE//zh3jcx80iGZxPdbX16Npbq+M/fqG8NkTvvCc6pRv2S78hKsECBAgsGsBDxIgQIAAAQIECBAgQIAAAQL9F1AhAQIECBAgMGsCbXRlNaJt46qPGcZzXtHEC141iLt+7DBiMc9HDXm3W9a2fVi/ZRvt1oncTXyrIfDOB2l2/ognCBAgQIAAgYsQcAsBAgQIECBAgAABAgQIECDQfwEVEiBAgMBMCjRRYinKYCFn38Ty0Yj7PnQ1/vPvrMTXPqPNz2sRg2Feq8lv7tqSYXG2PJyFrZmFSZojAQIECBAgQGC2BMyWAAECBAgQIECAAAECBAgQ6L+ACgkQmG2B7UA3912NTFdi8VgbX/2UQ/Ha31qJ+37hekRzOtv1EYMMgmsgXNqIrobGZapLr9VM9QRNjgABAgQIECBAgMBMCZgsAQIECBAgQIAAAQIECBAg0H8BFfZIYBhRNiKT3Sglg91mI+58z4gXvGYlXv7Lh+KjP7mJbrAaXWmijWxN3p9333rrtk5t77c+HsBOAHwA6IYkQIAAAQIECBAgQKCfAqoiQIAAAQIECBAgQIAAAQIEZkygG0S0CxH1W8CjIDjnP6jf/m3jEz6zi9f816Px3O9fikuv+kBEWcu2GpFRcNz0qoHvVusyQI6t45uu7/+BAHj/zY1IgAABAgQIECBAgAABAv0TUBEBAgQIECBAgAABAgQIzKJAzWxrYlr3kUFwZCBcf+Y5g+GykMdNEw94ZBNv+O9XxRNfeDqWj10TZenGWO9OR9fWhzYiypm4+XVTZzef2uejOoN9HnKehlMrAQIECBAgQIAAAQIECBAg0H8BFRIgQIAAAQIECBAg0A+BGujestXK2lg+2sWXf90l8fO/f7d42KMPxeGjG1Ga9Yh2KWJ4OCID4yhd7vP50TeB63MH0wTAB+Nu1HkQUCMBAgQIECBAgAABAgQIECDQfwEVEiBAgAABAgQI9E8gM9y4qW1kfW22EmUh4vhVEU940XK87nePxxd81XosHrk22sH10Qy2wt+S95Zh3p+f8/0gNgHwQagbkwCB3gsokAABAgQIECBAgAABAgQIEOi/gAoJECBAgACBeRDI1O9MNoAAABAASURBVLf+LHRkqFu/4VtLLhFXfGTEM192OP7z79wh7v+wLtqFD0X9Reh2cGpzn/dlFBy1xejfBc4To23ywbAAeATtjQABAgQIjE1ARwQIECBAgAABAgQIECBAgED/BVRIgAABAnMlkIlv/UpwyX1NV5uMdWtb6OKqj+viea84Fq/81Svivl98YzSLaxGLN8ZG10abiXCXeW/brGYQnAejn4bOIPmcQHj8kM34u9QjAQIECBAgQGBeBdRNgAABAgQIECBAgAABAgQI9F9AhQQIzKfAWbFq5sA1D950yGC3aeLjPj3iha86Fq/+9UvigQ9bjOXjH4qu2diMettDcdP97WLEKAiOib3OmunExtAxAQIECBAgQIAAgf4LqJAAAQIECBAgQIAAAQIECBDov4AKCdxKYCsNrruFiHv+m0E85wcPx2t/68r4im+8IZpD74thORNRSnSDDIsXT+Vx7uO2Xhe6dlvPnHteAHyuh08ECBAgQIAAAQIECBDYsYAHCBAgQIAAAQIECBAgQIAAgf4LnL/CTH5rZtvm1dyXTF9L08bdP3YYT/6Oy+KX/+Qu8WWPW4/Dl5yI6LrIWzZvHB3VT7XlqZu2+rm2m07s+CCnsONnPECAAAECBAgQIECAAAECBAhsCngnQIAAAQIECBAgQIAAgbkTqBFrbRn+1trrLj/W8Ld+jBjkbjEiz93hqoinvvhY/MIfH4snveiGuOyqG2I4uD42uvpN4PWIki3y1ZYMiLNFbTUAri3P72LLYXfxlEduR8BlAgQIECBAgAABAgQIECBAoP8CKiRAgAABAgQIECBAgMDtC5TMgw9dEvGwr700fvb3rooXveJ4fNy/bfPBbGVjM/htMgguq3mubjUErq0e77wJgHdu5gkCFxZwlQABAgQIECBAgAABAgQIEOi/gAoJECBAgAABAgQIXIxAzXFrq/dmELx0rI37fslCvOa3jser3rQc9/mCU7F09JpYXT8RXddEF+vRdu2o1Ucu3Oq3hLfbzXcKgG+2cESAAIE9C+iAAAECBAgQIECAAAECBAgQ6L+ACgkQIECAAAECOxGoEW2UfG82IurvRNeEdjHiY+/VxHf8+BXxc390eTzhuYfiirudiW7xg9GVYeTd0UZkq0d5cPbWZaJc20131Xtq27ypdr955J0AAQIECBDYi4BnCRAgQIAAAQIECBAgQIAAgf4LqJAAAQIECOxYoGReW2oAHIOIPB617bw2T11yVcQjn7ESr/+DY/HiH7syPv1z2yjL1+e9wyhNG10pGQRH5EFEmx1sPxt5UNp6IdvNmwD4ZgtHBAgQIECAAIFdCniMAAECBAgQIECAAAECBAgQ6L+ACgkQILAXgRrLZnhbu6i72upxbfU4g96FoxH3+cKl+P43rsQv//ll8cin3BhX3i2ia05ENGciyjBbxChAjvoq9WIe5D7ft7c60vaxPQECBAgQIECAAAECOxVwPwECBAgQIECAAAECBAgQINB/ARUSmKhAl71vxbZlNUqzHpde2cU3PPvS+Lm3DuJ7X7cS9/vSNsryyVjvTkU32MhWvxk8iK4sZMt900TXlFHb6in7tBEgQIAAAQIECBAgQIDAjgTcTIAAAQIECBAgQIAAAQIECPRfYPIVrkfUDLi2WM7hFvJz/VZvtqaLz/i8hfjWlx2O//K24/HcH+ziEz5lIZqFUxFlI25+1YdrixAA36ziiAABAgQIECBAgAABAgQIXKyA+wgQIECAAAECBAgQIECAwJgEFmP0s84ltl5NlCYPB9maZnS8eKjEocsiHvzII/Hy31iP1//B0fj6Z6/FR3z8+2M9romNuCHashptZsBNPmYbm4COCBAgQIAAAQIECBAgQIAAgf4LqJAAAQIECBAgQIAAAQLjFLgp+b1wp/W20kaz0MSd7hHxyKcejp9+853iZ/7b5fHob+7ibh+9EF2cCQHwhRldJXDxAu4kQIAAAQIECBAgQIAAAQIE+i+gQgIECBAgQIAAAQL7LTAKfnPQ0T7j3ZIHZRhR1qMsrcfdP2k9vuG5x+Knf38hfuLNywLg8CJAgMAYBHRBgAABAgQIECBAgAABAgQI9F9AhQQIECBAgACBAxfocgZdhsDtIKJbzLaULfcxiC5z4Xt+SgiAk8hGgAABAgT2IuBZAgQIECBAgAABAgQIECBAoP8CKiRAgAABAtMhULamkRlw1OOzWlPP5cnRbus2OwIECBAgQIAAgR0JuJkAAQIECBAgQIAAAQIECBDov4AKCRAgMGUCNfQ935S2zguAz4fjHAECBAgQIECAAIHbE3CdAAECBAgQIECAAAECBAgQ6L+ACgnMoIAAeAYXzZQJECBAgAABAgQIEDhYAaMTIECAAAECBAgQIECAAAEC/ReY1QoFwLO6cuZNgAABAgQIECBAgAABAgchYEwCBAgQIECAAAECBAgQIDDVAgLgsSyPTggQIECAAAECBAgQIECAAIH+C6iQAAECBAgQIECAAAEC0y8gAJ7+NTLDaRcwPwIECBAgQIAAAQIECBAgQKD/AiokQIAAAQIECBAgMCMCAuAZWSjTJEBgOgXMigABAgQIECBAgAABAgQIEOi/gAoJECBAgAABArMkIACepdUyVwIECBCYJgFzIUCAAAECBAgQIECAAAECBPovoEICBAgQIDBzAgLgmVsyEyZAgAABAgQOXsAMCBAgQIAAAQIECBAgQIAAgf4LqJAAAQKzKSAAns11M2sCBAgQIECAAIGDEjAuAQIECBAgQIAAAQIECBAg0H8BFRKYYQEB8AwvnqkTIECAAAECBAgQILC/AkYjQIAAAQIECBAgQIAAAQIE+i8w6xUKgGd9Bc2fAAECBAgQIECAAAECBPZDwBgECBAgQIAAAQIECBAgQGAmBATAe1omDxMgQIAAAQIECBAgQIAAAQL9F1AhAQIECBAgQIAAAQIEZkdAADw7a2Wm0yZgPgQIECBAgAABAgQIECBAgED/BVRIgAABAgQIECBAYMYEBMAztmCmS4DAdAiYBQECBAgQIECAAAECBAgQINB/ARUSIECAAAECBGZRQAA8i6tmzgQIECBwkALGJkCAAAECBAgQIECAAAECBPovoEICBAgQIDCzAgLgmV06EydAgAABAgT2X8CIBAgQIECAAAECBAgQIECAQP8FVEiAAIHZFhAAz/b6mT0BAgQIECBAgMB+CRiHAAECBAgQIECAAAECBAgQ6L+ACgn0QEAA3INFVAIBAgQIECBAgAABApMV0DsBAgQIECBAgAABAgQIECDQf4G+VCgA7stKqoMAAQIECBAgQIAAAQIEJiGgTwIECBAgQIAAAQIECBAgMFMCAuBdLZeHCBAgQIAAAQIECBAgQIAAgf4LqJAAAQIECBAgQIAAAQKzJyAAnr01M+ODFjA+AQIECBAgQIAAAQIECBAg0H8BFRIgQIAAAQIECBCYUQEB8IwunGkTIHAwAkYlQIAAAQIECBAgQIAAAQIE+i+gQgIECBAgQIDALAsIgGd59cydAAECBPZTwFgECBAgQIAAAQIECBAgQIBA/wVUSIAAAQIEZl5AADzzS6gAAgQIECBAYPICRiBAgAABAgQIECBAgAABAgT6L6BCAgQI9ENAANyPdVQFAQIECBAgQIDApAT0S4AAAQIECBAgQIAAAQIECPRfQIUEeiQgAO7RYiqFAAECBAgQIECAAIHxCuiNAAECBAgQIECAAAECBAgQ6L9A3yoUAPdtRdVDgAABAgQIECBAgAABAuMQ0AcBAgQIECBAgAABAgQIEJhJAQHwjpbNzQQIECBAgAABAgQIECBAgED/BVRIgAABAgQIECBAgACB2RUQAM/u2pn5fgsYjwABAgQIECBAgAABAgQIEOi/gAoJECBAgAABAgQIzLiAAHjGF9D0CRDYHwGjECBAgAABAgQIECBAgAABAv0XUCEBAgQIECBAoA8CAuA+rKIaCBAgQGCSAvomQIAAAQIECBAgQIAAAQIE+i+gQgIECBAg0BsBAXBvllIhBAgQIECAwPgF9EiAAAECBAgQIECAAAECBAj0X0CFBAgQ6JeAALhf66kaAgQIECBAgACBcQnohwABAgQIECBAgAABAgQIEOi/gAoJ9FBAANzDRVUSAQIECBAgQIAAAQJ7E/A0AQIECBAgQIAAAQIECBAg0H+BvlYoAO7ryqqLAAECBAgQIECAAAECBHYj4BkCBAgQIECAAAECBAgQIDDTAgLgi1o+NxEgQIAAAQIECBAgQIAAAQL9F1AhAQIECBAgQIAAAQIEZl9AADz7a6iCSQvonwABAgQIECBAgAABAgQIEOi/gAoJECBAgAABAgQI9ERAANyThVQGAQKTEdArAQIECBAgQIAAAQIECBAg0H8BFRIgQIAAAQIE+iQgAO7TaqqFAAECBMYpoC8CBAgQIECAAAECBAgQIECg/wIqJECAAAECvRMQAPduSRVEgAABAgQI7F1ADwQIECBAgAABAgQIECBAgED/BVRIgACBfgoIgPu5rqoiQIAAAQIECBDYrYDnCBAgQIAAAQIECBAgQIAAgf4LqJBAjwUEwD1eXKURIECAAAECBAgQILAzAXcTIECAAAECBAgQIECAAAEC/Rfoe4UC4L6vsPoIECBAgAABAgQIECBA4GIE3EOAAAECBAgQIECAAAECBHohIAC+4DK6SIAAAQIECBAgQIAAAQIECPRfQIUECBAgQIAAAQIECBDoj4AAuD9rqZJxC+iPAAECBAgQIECAAAECBAgQ6L+ACgkQIECAAAECBAj0TEAA3LMFVQ4BAuMR0AsBAgQIECBAgAABAgQIECDQfwEVEiBAgAABAgT6KCAA7uOqqokAAQIE9iLgWQIECBAgQIAAAQIECBAgQKD/AiokQIAAAQK9FRAA93ZpFUaAAAECBAjsXMATBAgQIECAAAECBAgQIECAQP8FVEiAAIF+CwiA+72+qiNAgAABAgQIELhYAfcRIECAAAECBAgQIECAAAEC/RdQIYE5EBAAz8EiK5EAAQIECBAgQIAAgQsLuEqAAAECBAgQIECAAAECBAj0X2BeKhQAz8tKq5MAAQIECBAgQIAAAQIEzifgHAECBAgQIECAAAECBAgQ6JWAAPi8y+kkAQIECBAgQIAAAQIECBAg0H8BFRIgQIAAAQIECBAgQKB/AgLg/q2pivYq4HkCBAgQIECAAAECBAgQIECg/wIqJECAAAECBAgQINBTAQFwTxdWWQQI7E7AUwQIECBAgAABAgQIECBAgED/BVRIgAABAgQIEOizgAC4z6urNgIECBDYiYB7CRAgQIAAAQIECBAgQIAAgf4LqJAAAQIECPReQADc+yVWIAECBAgQIHD7Au4gQIAAAQIECBAgQIAAAQIE+i+gQgIECMyHgAB4PtZZlQQIECBAgAABArcl4DwBAgQIECBAgAABAgQIECDQfwEVEpgjAQHwHC22UgkQIECAAAF4Yo6jAAAQAElEQVQCBAgQOFfAJwIECBAgQIAAAQIECBAgQKD/AvNWoQB43lZcvQQIECBAgAABAgQIECBQBTQCBAgQIECAAAECBAgQINBLAQHwOcvqAwECBAgQIECAAAECBAgQINB/ARUSIECAAAECBAgQIECgvwIC4P6urcp2KuB+AgQIECBAgAABAgQIECBAoP8CKiRAgAABAgQIECDQcwEBcM8XWHkECFycgLsIECBAgAABAgQIECBAgACB/guokAABAgQIECAwDwIC4HlYZTUSIECAwIUEXCNAgAABAgQIECBAgAABAgT6L6BCAgQIECAwNwIC4LlZaoUSIECAAAECtxZwhgABAgQIECBAgAABAgQIEOi/gAoJECAwXwIC4Plab9USIECAAAECBAhsC9gTIECAAAECBAgQIECAAAEC/RdQIYE5FBAAz+GiK5kAAQIECBAgQIDAvAuonwABAgQIECBAgAABAgQIEOi/wLxWKACe15VXNwECBAgQIECAAAECBOZTQNUECBAgQIAAAQIECBAgQKDXAgLg0fJ6I0CAAAECBAgQIECAAAECBPovoEICBAgQIECAAAECBAj0X0AA3P81VuHtCbhOgAABAgQIECBAgAABAgQI9F9AhQQIECBAgAABAgTmREAAPCcLrUwCBM4v4CwBAgQIECBAgAABAgQIECDQfwEVEiBAgAABAgTmSUAAPE+rrVYCBAgQOFvAMQECBAgQIECAAAECBAgQINB/ARUSIECAAIG5ExAAz92SK5gAAQIECBCIYECAAAECBAgQIECAAAECBAj0X0CFBAgQmE8BAfB8rruqCRAgQIAAAQLzK6ByAgQIECBAgAABAgQIECBAoP8CKiQwxwIC4DlefKUTIECAAAECBAgQmDcB9RIgQIAAAQIECBAgQIAAAQL9F5j3CgXA8/4XoH4CBAgQIECAAAECBAjMh4AqCRAgQIAAAQIECBAgQIDAXAjMeQA8F2usSAIECBAgQIAAAQIECBAgMOcCyidAgAABAgQIECBAgMD8CAiA52etVXpLAZ8JECBAgAABAgQIECBAgACB/guokAABAgQIECBAgMCcCQiA52zBlUuAwKaAdwIECBAgQIAAAQIECBAgQKD/AiokQIAAAQIECMyjgAB4HlddzQQIEJhvAdUTIECAAAECBAgQIECAAAEC/RdQIQECBAgQmFsBAfDcLr3CCRAgQIDAPAqomQABAgQIECBAgAABAgQIEOi/gAoJECAw3wIC4Plef9UTIECAAAECBOZHQKUECBAgQIAAAQIECBAgQIBA/wVUSIBACID9ERAgQIAAAQIECBAg0HsBBRIgQIAAAQIECBAgQIAAAQL9F1DhpoAAeNPBOwECBAgQIECAAAECBAj0U0BVBAgQIECAAAECBAgQIEBgrgTmNACeqzVWLAECBAgQIECAAAECBAgQmFMBZRMgQIAAAQIECBAgQGD+BATA87fmKiZAgAABAgQIECBAgAABAgQI9F9AhQQIECBAgAABAgTmVEAAPKcLr2wC8yqgbgIECBAgQIAAAQIECBAgQKD/AiokQIAAAQIECMyzgAB4nldf7QQIEJgvAdUSIECAAAECBAgQIECAAAEC/RdQIQECBAgQmHsBAfDc/wkAIECAAAEC8yCgRgIECBAgQIAAAQIECBAgQKD/AiokQIAAgSogAK4KGgECBAgQIECAQH8FVEaAAAECBAgQIECAAAECBAj0X0CFBAjcJCAAvonCAQECBAgQIECAAAECfRNQDwECBAgQIECAAAECBAgQINB/ARWeKyAAPtfDJwIECBAgQIAAAQIECBDoh4AqCBAgQIAAAQIECBAgQIDAXArMWQA8l2usaAIECBAgQIAAAQIECBAgMGcCyiVAgAABAgQIECBAgMD8CgiA53ft569yFRMgQIAAAQIECBAgQIAAAQL9F1AhAQIECBAgQIAAgTkXEADP+R+A8gnMi4A6CRAgQIAAAQIECBAgQIAAgf4LqJAAAQIECBAgQCBCAOyvgAABAgT6LqA+AgQIECBAgAABAgQIECBAoP8CKiRAgAABAgS2BATAWxB2BAgQIECAQB8F1ESAAAECBAgQIECAAAECBAj0X0CFBAgQIHC2gAD4bA3HBAgQIECAAAEC/RFQCQECBAgQIECAAAECBAgQINB/ARUSIHArAQHwrUicIECAAAECBAgQIEBg1gXMnwABAgQIECBAgAABAgQIEOi/gArPLyAAPr+LswQIECBAgAABAgQIECAwmwJmTYAAAQIECBAgQIAAAQIE5lpgTgLguV5jxRMgQIAAAQIECBAgQIAAgTkRUCYBAgQIECBAgAABAgQICID9DfRfQIUECBAgQIAAAQIECBAgQIBA/wVUSIAAAQIECBAgQIDASEAAPGLwRoBAXwXURYAAAQIECBAgQIAAAQIECPRfQIUECBAgQIAAAQI3CwiAb7ZwRIAAAQL9ElANAQIECBAgQIAAAQIECBAg0H8BFRIgQIAAAQK3EBAA3wLERwIECBAgQKAPAmogQIAAAQIECBAgQIAAAQIE+i+gQgIECBA4n4AA+HwqzhEgQIAAAQIECMyugJkTIECAAAECBAgQIECAAAEC/RdQIQECtykgAL5NGhcIECBAgAABAgQIEJg1AfMlQIAAAQIECBAgQIAAAQIE+i+gwgsLCIAv7OMqAQIECBAgQIAAAQIECMyGgFkSIECAAAECBAgQIECAAAECKdDzADgrtBEgQIAAAQIECBAgQIAAAQI9F1AeAQIECBAgQIAAAQIECGwLCIC3Jez7J6AiAgQIECBAgAABAgQIECBAoP8CKiRAgAABAgQIECBA4BwBAfA5HD4QINAXAXUQIECAAAECBAgQIECAAAEC/RdQIQECBAgQIECAwK0FBMC3NnGGAAECBGZbwOwJECBAgAABAgQIECBAgACB/guokAABAgQIELgNAQHwbcA4TYAAAQIECMyigDkTIECAAAECBAgQIECAAAEC/RdQIQECBAhcSEAAfCEd1wgQIECAAAECBGZHwEwJECBAgAABAgQIECBAgACB/guokACB2xUQAN8ukRsIECBAgAABAgQIEJh2AfMjQIAAAQIECBAgQIAAAQIE+i+gwosTEABfnJO7CBAgQIAAAQIECBAgQGA6BcyKAAECBAgQIECAAAECBAgQOEugpwHwWRU6JECAAAECBAgQIECAAAECBHoqoCwCBAgQIECAAAECBAgQuKWAAPiWIj7PvoAKCBAgQIAAAQIECBAgQIAAgf4LqJAAAQIECBAgQIAAgfMKCIDPy+IkAQKzKmDeBAgQIECAAAECBAgQIECAQP8FVEiAAAECBAgQIHDbAgLg27ZxhQABAgRmS8BsCRAgQIAAAQIECBAgQIAAgf4LqJAAAQIECBC4HQEB8O0AuUyAAAECBAjMgoA5EiBAgAABAgQIECBAgAABAv0XUCEBAgQIXIyAAPhilNxDgAABAgQIECAwvQJmRoAAAQIECBAgQIAAAQIECPRfQIUECFy0gAD4oqncSIAAAQIECBAgQIDAtAmYDwECBAgQIECAAAECBAgQINB/ARXuTEAAvDMvdxMgQIAAAQIECBAgQIDAdAiYBQECBAgQIECAAAECBAgQIHAegZ4FwOep0CkCBAgQIECAAAECBAgQIECgZwLKIUCAAAECBAgQIECAAIHbEhAA35aM87MnYMYECBAgQIAAAQIECBAgQIBA/wVUSIAAAQIECBAgQIDABQUEwBfkcZEAgVkRME8CBAgQIECAAAECBAgQIECg/wIqJECAAAECBAgQuH0BAfDtG7mDAAECBKZbwOwIECBAgAABAgQIECBAgACB/guokAABAgQIELhIAQHwRUK5jQABAgQIEJhGAXMiQIAAAQIECBAgQIAAAQIE+i+gQgIECBDYiYAAeCda7iVAgAABAgQIEJgeATMhQIAAAQIECBAgQIAAAQIE+i+gQgIEdiwgAN4xmQcIECBAgAABAgQIEDhoAeMTIECAAAECBAgQIECAAAEC/RdQ4e4EBMC7c/MUAQIECBAgQIAAAQIECByMgFEJECBAgAABAgQIECBAgACBCwj0JAC+QIUuESBAgAABAgQIECBAgAABAj0RUAYBAgQIECBAgAABAgQI3J6AAPj2hFyffgEzJECAAAECBAgQIECAAAECBPovoEICBAgQIECAAAECBC5KQAB8UUxuIkBgWgXMiwABAgQIECBAgAABAgQIEOi/gAoJECBAgAABAgQuXkAAfPFW7iRAgACB6RIwGwIECBAgQIAAAQIECBAgQKD/AiokQIAAAQIEdiggAN4hmNsJECBAgACBaRAwBwIECBAgQIAAAQIECBAgQKD/AiokQIAAgd0ICIB3o+YZAgQIECBAgACBgxMwMgECBAgQIECAAAECBAgQINB/ARUSILBrAQHwruk8SIAAAQIECBAgQIDAfgsYjwABAgQIECBAgAABAgQIEOi/gAr3JiAA3pufpwkQIECAAAECBAgQIEBgfwSMQoAAAQIECBAgQIAAAQIECFyEwIwHwBdRoVsIECBAgAABAgQIECBAgACBGRcwfQIECBAgQIAAAQIECBC4WAEB8MVKuW/6BMyIAAECBAgQIECAAAECBAgQ6L+ACgkQIECAAAECBAgQ2JGAAHhHXG4mQGBaBMyDAAECBAgQIECAAAECBAgQ6L+ACgkQIECAAAECBHYuIADeuZknCBAgQOBgBYxOgAABAgQIECBAgAABAgQI9F9AhQQIECBAgMAuBQTAu4TzGAECBAgQIHAQAsYkQIAAAQIECBAgQIAAAQIE+i+gQgIECBDYi4AAeC96niVAgAABAgQIENg/ASMRIECAAAECBAgQIECAAAEC/RdQIQECexYQAO+ZUAcECBAgQIAAAQIECExaQP8ECBAgQIAAAQIECBAgQIBA/wVUOB4BAfB4HPVCgAABAgQIECBAgAABApMR0CsBAgQIECBAgAABAgQIECCwA4EZDYB3UKFbCRAgQIAAAQIECBAgQIAAgRkVMG0CBAgQIECAAAECBAgQ2KmAAHinYu4/eAEzIECAAAECBAgQIECAAAECBPovoEICBAgQIECAAAECBHYlIADeFZuHCBA4KAHjEiBAgAABAgQIECBAgAABAv0XUCEBAgQIECBAgMDuBQTAu7fzJAECBAjsr4DRCBAgQIAAAQIECBAgQIAAgf4LqJAAAQIECBDYo4AAeI+AHidAgAABAgT2Q8AYBAgQIECAAAECBAgQIECAQP8FVEiAAAEC4xAQAI9DUR8ECBAgQIAAAQKTE9AzAQIECBAgQIAAAQIECBAg0H8BFRIgMDYBAfDYKHVEgAABAgQIECBAgMC4BfRHgAABAgQIECBAgAABAgQI9F9AheMVEACP11NvBAgQIECAAAECBAgQIDAeAb0QIECAAAECBAgQIECAAAECuxCYsQB4FxV6hAABAgQIECBAq+aLigAAEABJREFUgAABAgQIEJgxAdMlQIAAAQIECBAgQIAAgd0KCIB3K+e5/RcwIgECBAgQIECAAAECBAgQINB/ARUSIECAAAECBAgQILAnAQHwnvg8TIDAfgkYhwABAgQIECBAgAABAgQIEOi/gAoJECBAgAABAgT2LiAA3ruhHggQIEBgsgJ6J0CAAAECBAgQIECAAAECBPovoEICBAgQIEBgTAIC4DFB6oYAAQIECBCYhIA+CRAgQIAAAQIECBAgQIAAgf4LqJAAAQIExikgAB6npr4IECBAgAABAgTGJ6AnAgQIECBAgAABAgQIECBAoP8CKiRAYOwCAuCxk+qQAAECBAgQIECAAIG9CnieAAECBAgQIECAAAECBAgQ6L+ACicjIACejKteCRAgQIAAAQIECBAgQGB3Ap4iQIAAAQIECBAgQIAAAQIE9iAwIwHwHir0KAECBAgQIECAAAECBAgQIDAjAqZJgAABAgQIECBAgAABAnsVEADvVdDzkxcwAgECBAgQIECAAAECBAgQINB/ARUSIECAAAECBAgQIDAWAQHwWBh1QoDApAT0S4AAAQIECBAgQIAAAQIECPRfQIUECBAgQIAAAQLjExAAj89STwQIECAwXgG9ESBAgAABAgQIECBAgAABAv0XUCEBAgQIECAwZgEB8JhBdUeAAAECBAiMQ0AfBAgQIECAAAECBAgQIECAQP8FVEiAAAECkxAQAE9CVZ8ECBAgQIAAAQK7F/AkAQIECBAgQIAAAQIECBAg0H8BFRIgMDEBAfDEaHVMgAABAgQIECBAgMBOBdxPgAABAgQIECBAgAABAgQI9F9AhZMVEABP1lfvBAgQIECAAAECBAgQIHBxAu4iQIAAAQIECBAgQIAAAQIExiAw5QHwGCrUBQECBAgQIECAAAECBAgQIDDlAqZHgAABAgQIECBAgAABAuMSEACPS1I/4xfQIwECBAgQIECAAAECBAgQINB/ARUSIECAAAECBAgQIDBWAQHwWDl1RoDAuAT0Q4AAAQIECBAgQIAAAQIECPRfQIUECBAgQIAAAQLjFxAAj99UjwQIECCwNwFPEyBAgAABAgQIECBAgAABAv0XUCEBAgQIECAwIQEB8IRgdUuAAAECBAjsRsAzBAgQIECAAAECBAgQIECAQP8FVEiAAAECkxQQAE9SV98ECBAgQIAAAQIXL+BOAgQIECBAgAABAgQIECBAoP8CKiRAYOICAuCJExuAAAECBAgQIECAAIHbE3CdAAECBAgQIECAAAECBAgQ6L+ACvdHQAC8P85GIUCAAAECBAgQIECAAIHzCzhLgAABAgQIECBAgAABAgQIjFFgSgPgMVaoKwIECBAgQIAAAQIECBAgQGBKBUyLAAECBAgQIECAAAECBMYtIAAet6j+9i6gBwIECBAgQIAAAQIECBAgQKD/AiokQIAAAQIECBAgQGAiAgLgibDqlACB3Qp4jgABAgQIECBAgAABAgQIEOi/gAoJECBAgAABAgQmJyAAnpytngkQIEBgZwLuJkCAAAECBAgQIECAAAECBPovoEICBAgQIEBgwgIC4AkD654AAQIECBC4GAH3ECBAgAABAgQIECBAgAABAv0XUCEBAgQI7IeAAHg/lI1BgAABAgQIECBw2wKuECBAgAABAgQIECBAgAABAv0XUCEBAvsmIADeN2oDESBAgAABAgQIECBwSwGfCRAgQIAAAQIECBAgQIAAgf4LqHB/BQTA++ttNAIECBAgQIAAAQIECBDYFPBOgAABAgQIECBAgAABAgQITEBgygLgCVSoSwIECBAgQIAAAQIECBAgQGDKBEyHAAECBAgQIECAAAECBCYlIACelKx+dy7gCQIECBAgQIAAAQIECBAgQKD/AiokQIAAAQIECBAgQGCiAgLgifLqnACBixVwHwECBAgQIECAAAECBAgQINB/ARUSIECAAAECBAhMXkAAPHljIxAgQIDAhQVcJUCAAAECBAgQIECAAAECBPovoEICBAgQIEBgnwQEwPsEbRgCBAgQIEDgfALOESBAgAABAgQIECBAgAABAv0XUCEBAgQI7KeAAHg/tY1FgAABAgQIECBws4AjAgQIECBAgAABAgQIECBAoP8CKiRAYN8FBMD7Tm5AAgQIECBAgAABAgQIECBAgAABAgQIECBAgAABAv0XUOHBCAiAD8bdqAQIECBAgAABAgQIEJhXAXUTIECAAAECBAgQIECAAAECExSYkgB4ghXqmgABAgQIECBAgAABAgQIEJgSAdMgQIAAAQIECBAgQIAAgUkLCIAnLaz/2xdwBwECBAgQIECAAAECBAgQINB/ARUSIECAAAECBAgQILAvAgLgfWE2CAECtyXgPAECBAgQIECAAAECBAgQINB/ARUSIECAAAECBAjsn4AAeP+sjUSAAAEC5wr4RIAAAQIECBAgQIAAAQIECPRfQIUECBAgQIDAPgsIgPcZ3HAECBAgQIBAFdAIECBAgAABAgQIECBAgACB/guokAABAgQOQkAAfBDqxiRAgAABAgQIzLOA2gkQIECAAAECBAgQIECAAIH+C6iQAIEDExAAHxi9gQkQIECAAAECBAjMn4CKCRAgQIAAAQIECBAgQIAAgf4LqPBgBQTAB+tvdAIECBAgQIAAAQIECMyLgDoJECBAgAABAgQIECBAgACBfRA44AB4Hyo0BAECBAgQIECAAAECBAgQIHDAAoYnQIAAAQIECBAgQIAAgf0SEADvl7Rxbi3gDAECBAgQIECAAAECBAgQINB/ARUSIECAAAECBAgQILCvAgLgfeU2GAEC2wL2BAgQIECAAAECBAgQIECAQP8FVEiAAAECBAgQILD/AgLg/Tc3IgECBOZdQP0ECBAgQIAAAQIECBAgQIBA/wVUSIAAAQIECByQgAD4gOANS4AAAQIE5lNA1QQIECBAgAABAgQIECBAgED/BVRIgAABAgcpIAA+SH1jEyBAgAABAgTmSUCtBAgQIECAAAECBAgQIECAQP8FVEiAwIELCIAPfAlMgAABAgQIECBAgED/BVRIgAABAgQIECBAgAABAgQI9F9AhdMhIACejnUwCwIECBAgQIAAAQIECPRVQF0ECBAgQIAAAQIECBAgQIDAPgocUAC8jxUaigABAgQIECBAgAABAgQIEDggAcMSIECAAAECBAgQIECAwH4LCID3W9x4EQwIECBAgAABAgQIECBAgACB/guokAABAgQIECBAgACBAxEQAB8Iu0EJzK+AygkQIECAAAECBAgQIECAAIH+C6iQAAECBAgQIEDg4AQEwAdnb2QCBAjMm4B6CRAgQIAAAQIECBAgQIAAgf4LqJAAAQIECBA4YAEB8AEvgOEJECBAgMB8CKiSAAECBAgQIECAAAECBAgQ6L+ACgkQIEBgGgQEwNOwCuZAgAABAgQIEOizgNoIECBAgAABAgQIECBAgACB/guokACBqREQAE/NUpgIAQIECBAgQIAAgf4JqIgAAQIECBAgQIAAAQIECBDov4AKp0tAADxd62E2BAgQIECAAAECBAgQ6IuAOggQIECAAAECBAgQIECAAIEDENjnAPgAKjQkAQIECBAgQIAAAQIECBAgsM8ChiNAgAABAgQIECBAgACBgxIQAB+U/DyOq2YCBAgQIECAAAECBAgQIECg/wIqJECAAAECBAgQIEDgQAUEwAfKb3AC8yOgUgIECBAgQIAAAQIECBAgQKD/AiokQIAAAQIECBA4eAEB8MGvgRkQIECg7wLqI0CAAAECBAgQIECAAAECBPovoEICBAgQIEBgSgQEwFOyEKZBgAABAgT6KaAqAgQIECBAgAABAgQIECBAoP8CKiRAgACBaRIQAE/TapgLAQIECBAgQKBPAmohQIAAAQIECBAgQIAAAQIE+i+gQgIEpk5AADx1S2JCBAgQIECAAAECBGZfQAUECBAgQIAAAQIECBAgQIBA/wVUOJ0CAuDpXBezIkCAAAECBAgQIECAwKwKmDcBAgQIECBAgAABAgQIECBwgAL7FAAfYIWGJkCAAAECBAgQIECAAAECBPZJwDAECBAgQIAAAQIECBAgcNACAuCDXoF5GF+NBAgQIECAAAECBAgQIECAQP8FVEiAAAECBAgQIECAwFQICICnYhlMgkB/BVRGgAABAgQIECBAgAABAgQI9F9AhQQIECBAgAABAtMjIACenrUwEwIECPRNQD0ECBAgQIAAAQIECBAgQIBA/wVUSIAAAQIECEyZgAB4yhbEdAgQIECAQD8EVEGAAAECBAgQIECAAAECBAj0X0CFBAgQIDCNAgLgaVwVcyJAgAABAgQIzLKAuRMgQIAAAQIECBAgQIAAAQL9F1AhAQJTKyAAntqlMTECBAgQIECAAAECsydgxgQIECBAgAABAgQIECBAgED/BVQ43QIC4OleH7MjQIAAAQIECBAgQIDArAiYJwECBAgQIECAAAECBAgQIDAFAhMOgKegQlMgQIAAAQIECBAgQIAAAQIEJiygewIECBAgQIAAAQIECBCYFgEB8LSsRB/noSYCBAgQIECAAAECBAgQIECg/wIqJECAAAECBAgQIEBgqgQEwFO1HCZDoD8CKiFAgAABAgQIECBAgAABAgT6L6BCAgQIECBAgACB6RMQAE/fmpgRAQIEZl3A/AkQIECAAAECBAgQIECAAIH+C6iQAAECBAgQmFIBAfCULoxpESBAgACB2RQwawIECBAgQIAAAQIECBAgQKD/AiokQIAAgWkWEABP8+qYGwECBAgQIEBglgTMlQABAgQIECBAgAABAgQIEOi/gAoJEJh6AQHw1C+RCRIgQIAAAQIECBCYfgEzJECAAAECBAgQIECAAAECBPovoMLZEBAAz8Y6mSUBAgQIECBAgAABAgSmVcC8CBAgQIAAAQIECBAgQIAAgSkSmFAAPEUVmgoBAgQIECBAgAABAgQIECAwIQHdEiBAgAABAgQIECBAgMC0CQiAp21F+jAfNRAgQIAAAQIECBAgQIAAAQL9F1AhAQIECBAgQIAAAQJTKSAAnsplMSkCsytg5gQIECBAgAABAgQIECBAgED/BVRIgAABAgQIECAwvQIC4OldGzMjQIDArAmYLwECBAgQIECAAAECBAgQINB/ARUSIECAAAECUy4gAJ7yBTI9AgQIECAwGwJmSYAAAQIECBAgQIAAAQIECPRfQIUECBAgMAsCAuBZWCVzJECAAAECBAhMs4C5ESBAgAABAgQIECBAgAABAv0XUCEBAjMjIACemaUyUQIECBAgQIAAAQLTJ2BGBAgQIECAAAECBAgQIECAQP8FVDhbAgLg2VovsyVAgAABAgQIECBAgMC0CJgHAQIECBAgQIAAAQIECBAgMIUCYw6Ap7BCUyJAgAABAgQIECBAgAABAgTGLKA7AgQIECBAgAABAgQIEJhWAQHwtK7MLM7LnAkQIECAAAECBILapsAAABAASURBVAgQIECAAIH+C6iQAAECBAgQIECAAIGpFhAAT/XymByB2REwUwIECBAgQIAAAQIECBAgQKD/AiokQIAAAQIECBCYfgEB8PSvkRkSIEBg2gXMjwABAgQIECBAgAABAgQIEOi/gAoJECBAgACBGREQAM/IQpkmAQIECBCYTgGzIkCAAAECBAgQIECAAAECBPovoEICBAgQmCUBAfAsrZa5EiBAgAABAgSmScBcCBAgQIAAAQIECBAgQIAAgf4LqJAAgZkTEADP3JKZMAECBAgQIECAAIGDFzADAgQIECBAgAABAgQIECBAoP8CKpxNAQHwbK6bWRMgQIAAAQIECBAgQOCgBIxLgAABAgQIECBAgAABAgQITLHAmALgKa7Q1AgQIECAAAECBAgQIECAAIExCeiGAAECBAgQIECAAAECBKZdQAA87Ss0C/MzRwIECBAgQIAAAQIECBAgQKD/AiokQIAAAQIECBAgQGAmBATAM7FMJklgegXMjAABAgQIECBAgAABAgQIEOi/gAoJECBAgAABAgRmR0AAPDtrZaYECBCYNgHzIUCAAAECBAgQIECAAAECBPovoEICBAgQIEBgxgQEwDO2YKZLgAABAgSmQ8AsCBAgQIAAAQIECBAgQIAAgf4LqJAAAQIEZlFAADyLq2bOBAgQIECAAIGDFDA2AQIECBAgQIAAAQIECBAg0H8BFRIgMLMCAuCZXToTJ0CAAAECBAgQILD/AkYkQIAAAQIECBAgQIAAAQIE+i+gwtkWEADP9vqZPQECBAgQIECAAAECBPZLwDgECBAgQIAAAQIECBAgQIDADAjsMQCegQpNkQABAgQIECBAgAABAgQIENijgMcJECBAgAABAgQIECBAYFYEBMCzslLTOE9zIkCAAAECBAgQIECAAAECBPovoEICBAgQIECAAAECBGZKQAA8U8tlsgSmR8BMCBAgQIAAAQIECBAgQIAAgf4LqJAAAQIECBAgQGD2BATAs7dmZkyAAIGDFjA+AQIECBAgQIAAAQIECBAg0H8BFRIgQIAAAQIzKiAAntGFM20CBAgQIHAwAkYlQIAAAQIECBAgQIAAAQIE+i+gQgIECBCYZQEB8CyvnrkTIECAAAECBPZTwFgECBAgQIAAAQIECBAgQIBA/wVUSIDAzAsIgGd+CRVAgAABAgQIECBAYPICRiBAgAABAgQIECBAgAABAgT6L6DCfggIgPuxjqogQIAAAQIECBAgQIDApAT0S4AAAQIECBAgQIAAAQIECMyQwC4D4Bmq0FQJECBAgAABAgQIECBAgACBXQp4jAABAgQIECBAgAABAgRmTUAAPGsrNg3zNQcCBAgQIECAAAECBAgQIECg/wIqJECAAAECBAgQIEBgJgUEwDO5bCZN4OAEjEyAAAECBAgQIECAAAECBAj0X0CFBAgQIECAAAECsysgAJ7dtTNzAgQI7LeA8QgQIECAAAECBAgQIECAAIH+C6iQAAECBAgQmHEBAfCML6DpEyBAgACB/REwCgECBAgQIECAAAECBAgQINB/ARUSIECAQB8EBMB9WEU1ECBAgAABAgQmKaBvAgQIECBAgAABAgQIECBAoP8CKiRAoDcCAuDeLKVCCBAgQIAAAQIECIxfQI8ECBAgQIAAAQIECBAgQIBA/wVU2C8BAXC/1lM1BAgQIECAAAECBAgQGJeAfggQIECAAAECBAgQIECAAIEZFNhhADyDFZoyAQIECBAgQIAAAQIECBAgsEMBtxMgQIAAAQIECBAgQIDArAoIgGd15Q5i3sYkQIAAAQIECBAgQIAAAQIE+i+gQgIECBAgQIAAAQIEZlpAADzTy2fyBPZPwEgE/j/27jzMtrWuD/zvXbuqznDPHRguGpVoGzqPjwafqNEnbTt0ko79GBKnSIw28CgiAoLtBUXEB5A4Ig6AomkQNS2IYosJimk1rW3EIQYkbTdxQkVUFNB7OfeeqYa9V961q+qcOnMNe+/a67c+ddfaa++113rX+/2897/vU3UIECBAgAABAgQIECBAgAABAvkFJCRAgAABAgT6L6AA7v8aSkCAAAECBOYtYHwCBAgQIECAAAECBAgQIEAgv4CEBAgQIJBEQAGcZCHFIECAAAECBAjMR8CoBAgQIECAAAECBAgQIECAQH4BCQkQyCSgAM60mrIQIECAAAECBAgQmKWAsQgQIECAAAECBAgQIECAAIH8AhKmE1AAp1tSgQgQIECAAAECBAgQIHB0ASMQIECAAAECBAgQIECAAAEC/RQ4SAHcz4RmTYAAAQIECBAgQIAAAQIECBxEwLUECBAgQIAAAQIECBAg0GMBBXCPF2+xU/c0AgQIECBAgAABAgQIECBAIL+AhAQIECBAgAABAgQI9F1AAdz3FTR/AosQ8AwCBAgQIECAAAECBAgQIEAgv4CEBAgQIECAAAECKQQUwCmWUQgCBAjMT8DIBAgQIECAAAECBAgQIECAQH4BCQkQIECAAIE8AgrgPGspCQECBAgQmLWA8QgQIECAAAECBAgQIECAAIH8AhISIECAQDIBBXCyBRWHAAECBAgQIDAbAaMQIECAAAECBAgQIECAAAEC+QUkJEAgo4ACOOOqykSAAAECBAgQIEDgKALuJUCAAAECBAgQIECAAAECBPILSJhWQAGcdmkFI0CAAAECBAgQIECAwMEF3EGAAAECBAgQIECAAAECBAj0W2A/BXC/E5o9AQIECBAgQIAAAQIECBAgsB8B1xAgQIAAAQIECBAgQIBAAgEFcIJFnG8EoxMgQIAAAQIECBAgQIAAAQL5BSQkQIAAAQIECBAgQCCLgAI4y0rKQWAeAsYkQIAAAQIECBAgQIAAAQIE8gtISIAAAQIECBAgkEpAAZxqOYUhQIDA7ASMRIAAAQIECBAgQIAAAQIECOQXkJAAAQIECBDIJ6AAzremEhEgQIAAgaMKuJ8AAQIECBAgQIAAAQIECBDILyAhAQIECCQVUAAnXVixCBAgQIAAAQKHE3AXAQIECBAgQIAAAQIECBAgkF9AQgIEMgsogDOvrmwECBAgQIAAAQIEDiLgWgIECBAgQIAAAQIECBAgQCC/gITpBRTA6ZdYQAIECBAgQIAAAQIECNxewBUECBAgQIAAAQIECBAgQIBADoFbFcA5EkpBgAABAgQIECBAgAABAgQI3ErAdwQIECBAgAABAgQIECCQSEABnGgxZxvFaAQIECBAgAABAgQIECBAgEB+AQkJECBAgAABAgQIEMgmoADOtqLyEJiFgDEIECBAgAABAgQIECBAgACB/AISEiBAgAABAgQIpBRQAKdcVqEIECBweAF3EiBAgAABAgQIECBAgAABAvkFJCRAgAABAgTyCiiA866tZAQIECBA4KACridAgAABAgQIECBAgAABAgTyC0hIgAABAskFFMDJF1g8AgQIECBAgMD+BFxFgAABAgQIECBAgAABAgQI5BeQkACBIQgogIewyjISIECAAAECBAgQuJWA7wgQIECAAAECBAgQIECAAIH8AhIORkABPJilFpQAAQIECBAgQIAAAQLXCzhDgAABAgQIECBAgAABAgQI5BK4UQGcK6E0BAgQIECAAAECBAgQIECAwI0EnCNAgAABAgQIECBAgACBhAIK4ISLerRI7iZAgAABAgQIECBAgAABAgTyC0hIgAABAgQIECBAgEBWAQVw1pWVi8BhBNxDgAABAgQIECBAgAABAgQI5BeQkAABAgQIECBAILWAAjj18gpHgACB/Qu4kgABAgQIECBAgAABAgQIEMgvICEBAgQIECCQX0ABnH+NJSRAgAABArcT8D0BAgQIECBAgAABAgQIECCQX0BCAgQIEBiIgAJ4IAstJgECBAgQIEDgxgLOEiBAgAABAgQIECBAgAABAvkFJCRAYEgCCuAhrbasBAgQIECAAAECBPYKeE+AAAECBAgQIECAAAECBAjkF5BwcAIK4MEtucAECBAgQIAAAQIECBCIYECAAAECBAgQIECAAAECBAjkFNhbAOdMKBUBAgQIECBAgAABAgQIECCwV8B7AgQIECBAgAABAgQIEEgsoABOvLgHi+ZqAgQIECBAgAABAgQIECBAIL+AhAQIECBAgAABAgQIZBdQAGdfYfkI7EfANQQIECBAgAABAgQIECBAgEB+AQkJECBAgAABAgQGIaAAHsQyC0mAAIGbC/iGAAECBAgQIECAAAECBAgQyC8gIQECBAgQIDAcAQXwcNZaUgIECBAgcK2AzwQIECBAgAABAgQIECBAgEB+AQkJECBAYGACCuCBLbi4BAgQIECAAIFtAa8ECBAgQIAAAQIECBAgQIBAfgEJCRAYooACeIirLjMBAgQIECBAgMCwBaQnQIAAAQIECBAgQIAAAQIE8gtIOFgBBfBgl15wAgQIECBAgAABAgSGKCAzAQIECBAgQIAAAQIECBAgkFugK4BzJ5SOAAECBAgQIECAAAECBAgQ6ATsBAgQIECAAAECBAgQIDAAAQXwABb51hF9S4AAAQIECBAgQIAAAQIECOQXkJAAAQIECBAgQIAAgaEIKICHstJyEriRgHMECBAgQIAAAQIECBAgQIBAfgEJCRAgQIAAAQIEBiWgAB7UcgtLgACBKwLeESBAgAABAgQIECBAgAABAvkFJCRAgAABAgSGJ6AAHt6aS0yAAAECBAgQIECAAAECBAgQIECAAAEC+QUkJECAAIGBCiiAB7rwYhMgQIAAAQJDFZCbAAECBAgQIECAAAECBAgQyC8gIQECQxZQAA959WUnQIAAAQIECBAYloC0BAgQIECAAAECBAgQIECAQH4BCQcvoAAe/P8CAAgQIECAAAECBAgQGIKAjAQIECBAgAABAgQIECBAgEB+gS6hArhTsBMgQIAAAQIECBAgQIAAgbwCkhEgQIAAAQIECBAgQIDAgAQUwANa7Kuj+kSAAAECBAgQIECAAAECBAjkF5CQAAECBAgQIECAAIGhCSiAh7bi8hLoBOwECBAgQIAAAQIECBAgQIBAfgEJCRAgQIAAAQIEBimgAB7ksgtNgMCQBWQnQIAAAQIECBAgQIAAAQIE8gtISIAAAQIECAxXQAE83LWXnAABAgSGJyAxAQIECBAgQIAAAQIECBAgkF9AQgIECBAYuIACeOD/A4hPgAABAgQIDEVATgIECBAgQIAAAQIECBAgQCC/gIQECBCIUAD7v4AAAQIECBAgQIBAdgH5CBAgQIAAAQIECBAgQIAAgfwCEhLYEVAA70A4ECBAgAABAgQIECBAIKOATAQIECBAgAABAgQIECBAgEB+gb0JFcB7NbwnQIAAAQIECBAgQIAAAQJ5BCQhQIAAAQIECBAgQIAAgQEKKIAHt+gCEyBAgAABAgQIECBAgAABAvkFJCRAgAABAgQIECBAYKgCCuChrrzcwxSQmgABAgQIECBAgAABAgQIEMgvICEBAgQ8PUazAAAQAElEQVQIECBAgMCgBRTAg15+4QkQGJKArAQIECBAgAABAgQIECBAgEB+AQkJECBAgAABAgpg/w8QIECAAIH8AhISIECAAAECBAgQIECAAAEC+QUkJECAAAECUwEF8JTBCwECBAgQIEAgq4BcBAgQIECAAAECBAgQIECAQH4BCQkQIHBFQAF8xcI7AgQIECBAgAABArkEpCFAgAABAgQIECBAgAABAgTyC0hI4BoBBfA1ID4SIECAAAECBAgQIEAgg4AMBAgQIECAAAECBAgQIECAQH6BGyVUAN9IxTkCBAgQIECAAAECBAgQINBfATMnQIAAAQIECBAgQIAAgQELKIAHs/iCEiBAgAABAgQIECBAgAABAvkFJCRAgAABAgQIECBAYOgCCuCh/x8g/zAEpCRAgAABAgQIECBAgAABAgTyC0hIgAABAgQIECBAoAoogCuCjQABApkFZCNAgAABAgQIECBAgAABAgTyC0hIgAABAgQIENgVUADvSjgSIECAAIF8AhIRIECAAAECBAgQIECAAAEC+QUkJECAAAECVwkogK/i8IEAAQIECBAgkEVADgIECBAgQIAAAQIECBAgQCC/gIQECBC4XkABfL2JMwQIECBAgAABAgT6LWD2BAgQIECAAAECBAgQIECAQH4BCQncREABfBMYpwkQIECAAAECBAgQINBHAXMmQIAAAQIECBAgQIAAAQIE8gvcKqEC+FY6viNAgAABAgQIECBAgAABAv0RMFMCBAgQIECAAAECBAgQIBAK4PT/EwhIgAABAgQIECBAgAABAgQI5BeQkAABAgQIECBAgAABAtsCCuBtB68EcgpIRYAAAQIECBAgQIAAAQIECOQXkJAAAQIECBAgQIDAHgEF8B4MbwkQIJBJQBYCBAgQIECAAAECBAgQIEAgv4CEBAgQIECAAIFrBRTA14r4TIAAAQIE+i8gAQECBAgQIECAAAECBAgQIJBfQEICBAgQIHBDAQXwDVmcJECAAAECBAj0VcC8CRAgQIAAAQIECBAgQIAAgfwCEhIgQODmAgrgm9v4hgABAgQIECBAgEC/BMyWAAECBAgQIECAAAECBAgQyC8gIYHbCCiAbwPkawIECBAgQIAAAQIECPRBwBwJECBAgAABAgQIECBAgACB/AL7SagA3o+SawgQIECAAAECBAgQIECAwPIKmBkBAgQIECBAgAABAgQIELgsoAC+TJHtjTwECBAgQIAAAQIECBAgQIBAfgEJCRAgQIAAAQIECBAgcLWAAvhqD58I5BCQggABAgQIECBAgAABAgQIEMgvICEBAgQIECBAgACBGwgogG+A4hQBAgT6LGDuBAgQIECAAAECBAgQIECAQH4BCQkQIECAAAECNxNQAN9MxnkCBAgQINA/ATMmQIAAAQIECBAgQIAAAQIE8gtISIAAAQIEbimgAL4ljy8JECBAgAABAn0RME8CBAgQIECAAAECBAgQIEAgv4CEBAgQuL2AAvj2Rq4gQIAAAQIECBAgsNwCZkeAAAECBAgQIECAAAECBAjkF5CQwD4FFMD7hHIZAQIECBAgQIAAAQIEllHAnAgQIECAAAECBAgQIECAAIH8AgdJqAA+iJZrCRAgQIAAAQIECBAgQIDA8giYCQECBAgQIECAAAECBAgQuE5AAXwdSd9PmD8BAgQIECBAgAABAgQIECCQX0BCAgQIECBAgAABAgQI3FhAAXxjF2cJ9FPArAkQIECAAAECBAgQIECAAIH8AhISIECAAAECBAgQuIWAAvgWOL4iQIBAnwTMlQABAgQIECBAgAABAgQIEMgvICEBAgQIECBA4HYCCuDbCfmeAAECBAgsv4AZEiBAgAABAgQIECBAgAABAvkFJCRAgAABAvsSUADvi8lFBAgQIECAAIFlFTAvAgQIECBAgAABAgQIECBAIL+AhAQIENi/gAJ4/1auJECAAAECBAgQILBcAmZDgAABAgQIECBAgAABAgQI5BeQkMABBRTABwRzOQECBAgQIECAAAECBJZBwBwIECBAgAABAgQIECBAgACB/AKHSagAPoyaewgQIECAAAECBAgQIECAwPEJeDIBAgQIECBAgAABAgQIELipgAL4pjR9+8J8CRAgQIAAAQIECBAgQIAAgfwCEhIgQIAAAQIECBAgQODWAgrgW/v4lkA/BMySAAECBAgQIECAAAECBAgQyC8gIQECBAgQIECAAIF9CCiA94HkEgIECCyzgLkRIECAAAECBAgQIECAAAEC+QUkJECAAAECBAjsV0ABvF8p1xEgQIAAgeUTMCMCBAgQIECAAAECBAgQIEAgv4CEBAgQIEDgQAIK4ANxuZgAAQIECBAgsCwC5kGAAAECBAgQIECAAAECBAjkF5CQAAECBxdQAB/czB0ECBAgQIAAAQIEjlfA0wkQIECAAAECBAgQIECAAIH8AhISOKSAAviQcG4jQIAAAQIECBAgQIDAcQh4JgECBAgQIECAAAECBAgQIJBf4CgJFcBH0XMvAQIECBAgQIAAAQIECBBYnIAnESBAgAABAgQIECBAgACB2woogG9LtOwXmB8BAgQIECBAgAABAgQIECCQX0BCAgQIECBAgAABAgQI7E9AAbw/J1cRWE4BsyJAgAABAgQIECBAgAABAgTyC0hIgAABAgQIECBA4AACCuADYLmUAAECyyRgLgQIECBAgAABAgQIECBAgEB+AQkJECBAgAABAgcVUAAfVMz1BAgQIEDg+AXMgAABAgQIECBAgAABAgQIEMgvICEBAgQIEDiUgAL4UGxuIkCAAAECBAgcl4DnEiBAgAABAgQIECBAgAABAvkFJCRAgMDhBRTAh7dzJwECBAgQIECAAIHFCngaAQIECBAgQIAAAQIECBAgkF9AQgJHFFAAHxHQ7QQIECBAgAABAgQIEFiEgGcQIECAAAECBAgQIECAAAEC+QVmkVABPAtFYxAgQIAAAQIECBAgQIAAgfkJGJkAAQIECBAgQIAAAQIECOxbQAG8b6plu9B8CBAgQIAAAQIECBAgQIAAgfwCEhIgQIAAAQIECBAgQOBgAgrgg3m5msByCJgFAQIECBAgQIAAAQIECBAgkF9AQgIECBAgQIAAAQKHEFAAHwLNLQQIEDhOAc8mQIAAAQIECBAgQIAAAQIE8gtISIAAAQIECBA4rIAC+LBy7iNAgAABAosX8EQCBAgQIECAAAECBAgQIEAgv4CEBAgQIEDgSAIK4CPxuZkAAQIECBAgsCgBzyFAgAABAgQIECBAgAABAgTyC0hIgACBowsogI9uaAQCBAgQIECAAAEC8xUwOgECBAgQIECAAAECBAgQIJBfQEICMxJQAM8I0jAECBAgQIAAAQIECBCYh4AxCRAgQIAAAQIECBAgQIAAgfwCs0yoAJ6lprEIECBAgAABAgQIECBAgMDsBIxEgAABAgQIECBAgAABAgQOLKAAPjDZcd/g+QQIECBAgAABAgQIECBAgEB+AQkJECBAgAABAgQIECBwOAEF8OHc3EXgeAQ8lQABAgQIECBAgAABAgQIEMgvICEBAgQIECBAgACBIwgogI+A51YCBAgsUsCzCBAgQIAAAQIECBAgQIAAgfwCEhIgQIAAAQIEjiqgAD6qoPsJECBAgMD8BTyBAAECBAgQIECAAAECBAgQyC8gIQECBAgQmImAAngmjAYhQIAAAQIECMxLwLgECBAgQIAAAQIECBAgQIBAfgEJCRAgMDsBBfDsLI1EgAABAgQIECBAYLYCRiNAgAABAgQIECBAgAABAgTyC0hIYMYCCuAZgxqOAAECBAgQIECAAAECsxAwBgECBAgQIECAAAECBAgQIJBfYB4JFcDzUDUmAQIECBAgQIAAAQIECBA4vIA7CRAgQIAAAQIECBAgQIDAoQUUwIemW/SNnkeAAAECBAgQIECAAAECBAjkF5CQAAECBAgQIECAAAECRxNQAB/Nz90EFiPgKQQIECBAgAABAgQIECBAgEB+AQkJECBAgAABAgQIzEBAATwDREMQIEBgngLGJkCAAAECBAgQIECAAAECBPILSEiAAAECBAgQmJWAAnhWksYhQIAAAQKzFzAiAQIECBAgQIAAAQIECBAgkF9AQgIECBAgMFMBBfBMOQ1GgAABAgQIEJiVgHEIECBAgAABAgQIECBAgACB/AISEiBAYPYCCuDZmxqRAAECBAgQIECAwNEE3E2AAAECBAgQIECAAAECBAjkF5CQwJwEFMBzgjUsAQIECBAgQIAAAQIEDiPgHgIECBAgQIAAAQIECBAgQCC/wDwTKoDnqWtsAgQIECBAgAABAgQIECCwfwFXEiBAgAABAgQIECBAgACBIwsogI9MOO8BjE+AAAECBAgQIECAAAECBAjkF5CQAAECBAgQIECAAAECsxFQAM/G0SgE5iNgVAIECBAgQIAAAQIECBAgQCC/gIQECBAgQIAAAQIEZiigAJ4hpqEIECAwSwFjESBAgAABAgQIECBAgAABAvkFJCRAgAABAgQIzFpAATxrUeMRIECAAIGjCxiBAAECBAgQIECAAAECBAgQyC8gIQECBAgQmIuAAngurAYlQIAAAQIECBxWwH0ECBAgQIAAAQIECBAgQIBAfgEJCRAgMD8BBfD8bI1MgAABAgQIECBA4GACriZAgAABAgQIECBAgAABAgTyC0hIYM4CCuA5AxueAAECBAgQIECAAAEC+xFwDQECBAgQIECAAAECBAgQIJBfYBEJFcCLUPYMAgQIECBAgAABAgQIECBwcwHfECBAgAABAgQIECBAgACBmQkogGdGOeuBjEeAAAECBAgQIECAAAECBAjkF5CQAAECBAgQIECAAAECsxVQAM/W02gEZiNgFAIECBAgQIAAAQIECBAgQCC/gIQECBAgQIAAAQIE5iCgAJ4DqiEJECBwFAH3EiBAgAABAgQIECBAgAABAvkFJCRAgAABAgQIzEtAATwvWeMSIECAAIGDC7iDAAECBAgQIECAAAECBAgQyC8gIQECBAgQmKuAAniuvAYnQIAAAQIECOxXwHUECBAgQIAAAQIECBAgQIBAfgEJCRAgMH8BBfD8jT2BAAECBAgQIECAwK0FfEuAAAECBAgQIECAAAECBAjkF5CQwIIEFMALgvYYAgQIECBAgAABAgQI3EjAOQIECBAgQIAAAQIECBAgQCC/wCITKoAXqe1ZBAgQIECAAAECBAgQIEDgioB3BAgQIECAAAECBAgQIEBg5gIK4JmTHnVA9xMgQIAAAQIECBAgQIAAAQL5BSQkQIAAAQIECBAgQIDAfAQUwPNxNSqBwwm4iwABAgQIECBAgAABAgQIEMgvICEBAgQIECBAgACBOQoogOeIa2gCBAgcRMC1BAgQIECAAAECBAgQIECAQH4BCQkQIECAAAEC8xZQAM9b2PgECBAgQOD2Aq4gQIAAAQIECBAgQIAAAQIE8gtIoTTKFQAAEABJREFUSIAAAQIEFiKgAF4Is4cQIECAAAECBG4m4DwBAgQIECBAgAABAgQIECCQX0BCAgQILE5AAbw4a08iQIAAAQIECBAgcLWATwQIECBAgAABAgQIECBAgEB+AQkJLFhAAbxgcI8jQIAAAQIECBAgQIBAJ2AnQIAAAQIECBAgQIAAAQIE8gscR0IF8HGoeyYBAgQIECBAgAABAgQIDFlAdgIECBAgQIAAAQIECBAgMDcBBfDcaA86sOsJECBAgAABAgQIECBAgACB/AISEiBAgAABAgQIECBAYL4CCuD5+hqdwP4EXEWAAAECBAgQIECAAAECBAjkF5CQAAECBAgQIECAwAIEFMALQPYIAgQI3ErAdwQIECBAgAABAgQIECBAgEB+AQkJECBAgAABAosSUAAvStpzCBAgQIDA9QLOECBAgAABAgQIECBAgAABAvkFJCRAgAABAgsVUAAvlNvDCBAgQIAAAQK7Ao4ECBAgQIAAAQIECBAgQIBAfgEJCRAgsHgBBfDizT2RAAECBAgQIEBg6ALyEyBAgAABAgQIECBAgAABAvkFJCRwTAIK4GOC91gCBAgQIECAAAECBIYpIDUBAgQIECBAgAABAgQIECCQX+A4EyqAj1PfswkQIECAAAECBAgQIEBgSAKyEiBAgAABAgQIECBAgACBuQsogOdOfLsH+J4AAQIECBAgQIAAAQIECBDILyAhAQIECBAgQIAAAQIEFiOgAF6Ms6cQuLGAswQIECBAgAABAgQIECBAgEB+AQkJECBAgAABAgQILFBAAbxAbI8iQIDAXgHvCRAgQIAAAQIECBAgQIAAgfwCEhIgQIAAAQIEFi2gAF60uOcRIECAAIEIBgQIECBAgAABAgQIECBAgEB+AQkJECBAgMCxCCiAj4XdQwkQIECAAIHhCkhOgAABAgQIECBAgAABAgQI5BeQkAABAscnoAA+PntPJkCAAAECBAgQGJqAvAQIECBAgAABAgQIECBAgEB+AQkJHLOAAviYF8DjCRAgQIAAAQIECBAYhoCUBAgQIECAAAECBAgQIECAQH6BZUioAF6GVTAHAgQIECBAgAABAgQIEMgsIBsBAgQIECBAgAABAgQIEFiYgAJ4YdTXPshnAgQIECBAgAABAgQIECBAIL+AhAQIECBAgAABAgQIEFisgAJ4sd6eRmBbwCsBAgQIECBAgAABAgQIECCQX0BCAgQIECBAgAABAscgoAA+BnSPJEBg2ALSEyBAgAABAgQIECBAgAABAvkFJCRAgAABAgQIHJeAAvi45D2XAAECBIYoIDMBAgQIECBAgAABAgQIECCQX0BCAgQIECBwrAIK4GPl93ACBAgQIEBgOAKSEiBAgAABAgQIECBAgAABAvkFJCRAgMDxCyiAj38NzIAAAQIECBAgQCC7gHwECBAgQIAAAQIECBAgQIBAfgEJCSyJgAJ4SRbCNAgQIECAAAECBAgQyCkgFQECBAgQIECAAAECBAgQIJBfYJkSKoCXaTXMhQABAgQIECBAgAABAgQyCchCgAABAgQIECBAgAABAgQWLqAAXji5BxIgQIAAAQIECBAgQIAAAQL5BSQkQIAAAQIECBAgQIDA8QgogI/H3VOHKiA3AQIECBAgQIAAAQIECBAgkF9AQgIECBAgQIAAAQLHKKAAPkZ8jyZAYFgC0hIgQIAAAQIECBAgQIAAAQL5BSQkQIAAAQIECBy3gAL4uFfA8wkQIEBgCAIyEiBAgAABAgQIECBAgAABAvkFJCRAgAABAkshoABeimUwCQIECBAgQCCvgGQECBAgQIAAAQIECBAgQIBAfgEJCRAgsDwCCuDlWQszIUCAAAECBAgQyCYgDwECBAgQIECAAAECBAgQIJBfQEICSyagAF6yBTEdAgQIECBAgAABAgRyCEhBgAABAgQIECBAgAABAgQI5BdYxoQK4GVcFXMiQIAAAQIECBAgQIAAgT4LmDsBAgQIECBAgAABAgQIEDg2AQXwwug9iAABAgQIECBAgAABAgQIEMgvICEBAgQIECBAgAABAgSOV0ABfLz+nj4UATkJECBAgAABAgQIECBAgACB/AISEiBAgAABAgQIEFgCAQXwEiyCKRAgkFtAOgIECBAgQIAAAQIECBAgQCC/gIQECBAgQIAAgWURUAAvy0qYBwECBAhkFJCJAAECBAgQIECAAAECBAgQyC8gIQECBAgQWCoBBfBSLYfJECBAgAABAnkEJCFAgAABAgQIECBAgAABAgTyC0hIgACB5RNQAC/fmpgRAQIECBAgQIBA3wXMnwABAgQIECBAgAABAgQIEMgvICGBJRVQAC/pwpgWAQIECBAgQIAAAQL9FDBrAgQIECBAgAABAgQIECBAIL/AMidUAC/z6pgbAQIECBAgQIAAAQIECPRJwFwJECBAgAABAgQIECBAgMCxCyiA574EHkCAAAECBAgQIECAAAECBAjkF5CQAAECBAgQIECAAAECyyGgAF6OdTCLrAJyESBAgAABAgQIECBAgAABAvkFJCRAgAABAgQIECCwRAIK4CVaDFMhQCCXgDQECBAgQIAAAQIECBAgQIBAfgEJCRAgQIAAAQLLJqAAXrYVMR8CBAgQyCAgAwECBAgQIECAAAECBAgQIJBfQEICBAgQILCUAgrgpVwWkyJAgAABAgT6K2DmBAgQIECAAAECBAgQIECAQH4BCQkQILC8Agrg5V0bMyNAgAABAgQIEOibgPkSIECAAAECBAgQIECAAAEC+QUkJLDkAgrgJV8g0yNAgAABAgQIECBAoB8CZkmAAAECBAgQIECAAAECBAjkF+hDQgVwH1bJHAkQIECAAAECBAgQIEBgmQXMjQABAgQIECBAgAABAgQILI2AAnhuS2FgAgQIECBAgAABAgQIECBAIL+AhAQIECBAgAABAgQIEFguAQXwcq2H2WQRkIMAAQIECBAgQIAAAQIECBDILyAhAQIECBAgQIAAgSUUUAAv4aKYEgEC/RYwewIECBAgQIAAAQIECBAgQCC/gIQECBAgQIAAgWUVUAAv68qYFwECBAj0UcCcCRAgQIAAAQIECBAgQIAAgfwCEhIgQIAAgaUWUAAv9fKYHAECBAgQINAfATMlQIAAAQIECBAgQIAAAQIE8gtISIAAgeUXUAAv/xqZIQECBAgQIECAwLILmB8BAgQIECBAgAABAgQIECCQX0BCAj0RUAD3ZKFMkwABAgQIECBAgACB5RQwKwIECBAgQIAAAQIECBAgQCC/QJ8SKoD7tFrmSoAAAQIECBAgQIAAAQLLJGAuBAgQIECAAAECBAgQIEBg6QQUwDNfEgMSIECAAAECBAgQIECAAAEC+QUkJECAAAECBAgQIECAwHIKKICXc13Mqq8C5k2AAAECBAgQIECAAAECBAjkF5CQAAECBAgQIECAwBILKICXeHFMjQCBfgmYLQECBAgQIECAAAECBAgQIJBfQEICBAgQIECAwLILKICXfYXMjwABAgT6IGCOBAgQIECAAAECBAgQIECAQH4BCQkQIECAQC8EFMC9WCaTJECAAAECBJZXwMwIECBAgAABAgQIECBAgACB/AISEiBAoD8CCuD+rJWZEiBAgAABAgQILJuA+RAgQIAAAQIECBAgQIAAAQL5BSQk0DMBBXDPFsx0CRAgQIAAAQIECBBYDgGzIECAAAECBAgQIECAAAECBPIL9DGhAriPq2bOBAgQIECAAAECBAgQIHCcAp5NgAABAgQIECBAgAABAgSWVkABPLOlMRABAgQIECBAgAABAgQIECCQX0BCAgQIECBAgAABAgQILLeAAni518fs+iJgngQIECBAgAABAgQIECBAgEB+AQkJECBAgAABAgQI9EBAAdyDRTJFAgSWW8DsCBAgQIAAAQIECBAgQIAAgfwCEhIgQIAAAQIE+iKgAO7LSpknAQIECCyjgDkRIECAAAECBAgQIECAAAEC+QUkJECAAAECvRJQAPdquUyWAAECBAgQWB4BMyFAgAABAgQIECBAgAABAgTyC0hIgACB/gkogPu3ZmZMgAABAgQIECBw3AKeT4AAAQIECBAgQIAAAQIECOQXkJBATwUUwD1dONMmQIAAAQIECBAgQOB4BDyVAAECBAgQIECAAAECBAgQyC/Q54QK4D6vnrkTIECAAAECBAgQIECAwCIFPIsAAQIECBAgQIAAAQIECCy9gAL4yEtkAAIECBAgQIAAAQIECBAgQCC/gIQECBAgQIAAAQIECBDoh4ACuB/rZJbLKmBeBAgQIECAAAECBAgQIECAQH4BCQkQIECAAAECBAj0SEAB3KPFMlUCBJZLwGwIECBAgAABAgQIECBAgACB/AISEiBAgAABAgT6JqAA7tuKmS8BAgQILIOAORAgQIAAAQIECBAgQIAAAQL5BSQkQIAAAQK9FFAA93LZTJoAAQIECBA4PgFPJkCAAAECBAgQIECAAAECBPILSEiAAIH+CiiA+7t2Zk6AAAECBAgQILBoAc8jQIAAAQIECBAgQIAAAQIE8gtISKDnAgrgni+g6RMgQIAAAQIECBAgsBgBTyFAgAABAgQIECBAgAABAgTyC2RIqADOsIoyECBAgAABAgQIECBAgMA8BYxNgAABAgQIECBAgAABAgR6I6AAPvRSuZEAAQIECBAgQIAAAQIECBDILyAhAQIECBAgQIAAAQIE+iWgAO7XepntsgiYBwECBAgQIECAAAECBAgQIJBfQEICBAgQIECAAAECPRRQAPdw0UyZAIHjFfB0AgQIECBAgAABAgQIECBAIL+AhAQIECBAgACBvgoogPu6cuZNgAABAsch4JkECBAgQIAAAQIECBAgQIBAfgEJCRAgQIBArwUUwL1ePpMnQIAAAQIEFifgSQQIECBAgAABAgQIECBAgEB+AQkJECDQfwEFcP/XUAICBAgQIECAAIF5CxifAAECBAgQIECAAAECBAgQyC8gIYEkAgrgJAspBgECBAgQIECAAAEC8xEwKgECBAgQIECAAAECBAgQIJBfIFNCBXCm1ZSFAAECBAgQIECAAAECBGYpYCwCBAgQIECAAAECBAgQINA7AQXwgZfMDQQIECBAgAABAgQIECBAgEB+AQkJECBAgAABAgQIECDQTwEFcD/XzayPS8BzCRAgQIAAAQIECBAgQIAAgfwCEhIgQIAAAQIECBDosYACuMeLZ+oECCxWwNMIECBAgAABAgQIECBAgACB/AISEiBAgAABAgT6LqAA7vsKmj8BAgQILELAMwgQIECAAAECBAgQIECAAIH8AhISIECAAIEUAgrgFMsoBAECBAgQIDA/ASMTIECAAAECBAgQIECAAAEC+QUkJECAQB4BBXCetZSEAAECBAgQIEBg1gLGI0CAAAECBAgQIECAAAECBPILSEggmYACONmCikOAAAECBAgQIECAwGwEjEKAAAECBAgQIECAAPvjZ8kAABAASURBVAECBAjkF8iYUAGccVVlIkCAAAECBAgQIECAAIGjCLiXAAECBAgQIECAAAECBAj0VkABvO+lcyEBAgQIECBAgAABAgQIECCQX0BCAgQIECBAgAABAgQI9FtAAdzv9TP7RQl4DgECBAgQIECAAAECBAgQIJBfQEICBAgQIECAAAECCQQUwAkWUQQCBOYrYHQCBAgQIECAAAECBAgQIEAgv4CEBAgQIECAAIEsAgrgLCspBwECBAjMQ8CYBAgQIECAAAECBAgQIECAQH4BCQkQIECAQCoBBXCq5RSGAAECBAgQmJ2AkQgQIECAAAECBAgQIECAAIH8AhISIEAgn4ACON+aSkSAAAECBAgQIHBUAfcTIECAAAECBAgQIECAAAEC+QUkJJBUQAGcdGHFIkCAAAECBAgQIEDgcALuIkCAAAECBAgQIECAAAECBPILZE6oAM68urIRIECAAAECBAgQIECAwEEEXEuAAAECBAgQIECAAAECBHovoAC+7RK6gAABAgQIECBAgAABAgQIEMgvICEBAgQIECBAgAABAgRyCCiAc6yjFPMSMC4BAgQIECBAgAABAgQIECCQX0BCAgQIECBAgAABAokEFMCJFlMUAgRmK2A0AgQIECBAgAABAgQIECBAIL+AhAQIECBAgACBbAIK4GwrKg8BAgQIzELAGAQIECBAgAABAgQIECBAgEB+AQkJECBAgEBKAQVwymUVigABAgQIEDi8gDsJECBAgAABAgQIECBAgACB/AISEiBAIK+AAjjv2kpGgAABAgQIECBwUAHXEyBAgAABAgQIECBAgAABAvkFJCSQXEABnHyBxSNAgAABAgQIECBAYH8CriJAgAABAgQIECBAgAABAgTyCwwhoQJ4CKssIwECBAgQIECAAAECBAjcSsB3BAgQIECAAAECBAgQIEAgjYAC+KZL6QsCBAgQIECAAAECBAgQIEAgv4CEBAgQIECAAAECBAgQyCWgAM61ntLMSsA4BAgQIECAAAECBAgQIECAQH4BCQkQIECAAAECBAgkFFAAJ1xUkQgQOJqAuwkQIECAAAECBAgQIECAAIH8AhISIECAAAECBLIKKICzrqxcBAgQIHAYAfcQIECAAAECBAgQIECAAAEC+QUkJECAAAECqQUUwKmXVzgCBAgQIEBg/wKuJECAAAECBAgQIECAAAECBPILSEiAAIH8Agrg/GssIQECBAgQIECAwO0EfE+AAAECBAgQIECAAAECBAjkF5CQwEAEFMADWWgxCRAgQIAAAQIECBC4sYCzBAgQIECAAAECBAgQIECAQH6BISVUAA9ptWUlQIAAAQIECBAgQIAAgb0C3hMgQIAAAQIECBAgQIAAgXQCCuDrltQJAgQIECBAgAABAgQIECBAIL+AhAQIECBAgAABAgQIEMgpoADOua5SHVbAfQQIECBAgAABAgQIECBAgEB+AQkJECBAgAABAgQIJBZQACdeXNEIEDiYgKsJECBAgAABAgQIECBAgACB/AISEiBAgAABAgSyCyiAs6+wfAQIECCwHwHXECBAgAABAgQIECBAgAABAvkFJCRAgAABAoMQUAAPYpmFJECAAAECBG4u4BsCBAgQIECAAAECBAgQIEAgv4CEBAgQGI6AAng4ay0pAQIECBAgQIDAtQI+EyBAgAABAgQIECBAgAABAvkFJCQwMAEF8MAWXFwCBAgQIECAAAECBLYFvBIgQIAAAQIECBAgQIAAAQL5BYaYUAE8xFWXmQABAgQIECBAgAABAsMWkJ4AAQIECBAgQIAAAQIECKQVUABfXlpvCBAgQIAAAQIECBAgQIAAgfwCEhIgQIAAAQIECBAgQCC3gAI49/pKt18B1xEgQIAAAQIECBAgQIAAAQL5BSQkQIAAAQIECBAgMAABBfAAFllEAgRuLeBbAgQIECBAgAABAgQIECBAIL+AhAQIECBAgACBoQgogIey0nISIECAwI0EnCNAgAABAgQIECBAgAABAgTyC0hIgAABAgQGJaAAHtRyC0uAAAECBAhcEfCOAAECBAgQIECAAAECBAgQyC8gIQECBIYnoAAe3ppLTIAAAQIECBAgQIAAAQIECBAgQIAAAQIECBDILyAhgYEKKIAHuvBiEyBAgAABAgQIEBiqgNwECBAgQIAAAQIECBAgQIBAfoEhJ1QAD3n1ZSdAgAABAgQIECBAgMCwBKQlQIAAAQIECBAgQIAAAQLpBRTAkX6NBSRAgAABAgQIECBAgAABAgQCAQECBAgQIECAAAECBIYhoAAexjpLeTMB5wkQIECAAAECBAgQIECAAIH8AhISIECAAAECBAgQGJCAAnhAiy0qAQJXC/hEgAABAgQIECBAgAABAgQI5BeQkAABAgQIECAwNAEF8NBWXF4CBAgQ6ATsBAgQIECAAAECBAgQIECAQH4BCQkQIECAwCAFFMCDXHahCRAgQIDAkAVkJ0CAAAECBAgQIECAAAECBPILSEiAAIHhCiiAh7v2khMgQIAAAQIEhicgMQECBAgQIECAAAECBAgQIJBfQEICAxdQAA/8fwDxCRAgQIAAAQIECAxFQE4CBAgQIECAAAECBAgQIEAgv4CEEQpg/xcQIECAAAECBAgQIECAQHYB+QgQIECAAAECBAgQIECAwGAEBlwAD2aNBSVAgAABAgQIECBAgAABAgMWEJ0AAQIECBAgQIAAAQLDElAAD2u9pd0VcCRAgAABAgQIECBAgAABAgTyC0hIgAABAgQIECBAYIACCuABLrrIBIYuID8BAgQIECBAgAABAgQIECCQX0BCAgQIECBAgMBQBRTAQ115uQkQIDBMAakJECBAgAABAgQIECBAgACB/AISEiBAgACBQQsogAe9/MITIECAAIEhCchKgAABAgQIECBAgAABAgQI5BeQkAABAgQUwP4fIECAAAECBAgQyC8gIQECBAgQIECAAAECBAgQIJBfQEICBKYCCuApgxcCBAgQIECAAAECBLIKyEWAAAECBAgQIECAAAECBAjkF5DwioAC+IqFdwQIECBAgAABAgQIECCQS0AaAgQIECBAgAABAgQIECAwOIEBFsCDW2OBCRAgQIAAAQIECBAgQIDAAAVEJkCAAAECBAgQIECAwDAFFMDDXPfhppacAAECBAgQIECAAAECBAgQyC8gIQECBAgQIECAAIEBCyiAB7z4ohMYmoC8BAgQIECAAAECBAgQIECAQH4BCQkQIECAAAECQxdQAA/9/wD5CRAgMAwBKQkQIECAAAECBAgQIECAAIH8AhISIECAAAECVUABXBFsBAgQIECAQGYB2QgQIECAAAECBAgQIECAAIH8AhISIECAwK6AAnhXwpEAAQIECBAgQCCfgEQECBAgQIAAAQIECBAgQIBAfgEJCRC4SkABfBWHDwQIECBAgAABAgQIZBGQgwABAgQIECBAgAABAgQIEMgvIOH1Agrg602cIUCAAAECBAgQIECAAIF+C5g9AQIECBAgQIAAAQIECBAYrMCACuDBrrHgBAgQIECAAAECBAgQIEBgQAKiEiBAgAABAgQIECBAYNgCCuBhr/9w0ktKgAABAgQIECBAgAABAgQI5BeQkAABAgQIECBAgACBUAD7n4AAgfQCAhIgQIAAAQIECBAgQIAAAQL5BSQkQIAAAQIECBDYFlAAbzt4JUCAAIGcAlIRIECAAAECBAgQIECAAAEC+QUkJECAAAECBPYIKID3YHhLgAABAgQIZBKQhQABAgQIECBAgAABAgQIEMgvICEBAgQIXCugAL5WxGcCBAgQIECAAIH+C0hAgAABAgQIECBAgAABAgQI5BeQkACBGwoogG/I4iQBAgQIECBAgAABAn0VMG8CBAgQIECAAAECBAgQIEAgv4CENxdQAN/cxjcECBAgQIAAAQIECBAg0C8BsyVAgAABAgQIECBAgAABAoMXGEABPPg1BkCAAAECBAgQIECAAAECBAYgICIBAgQIECBAgAABAgQIdAIK4E7BnldAMgIECBAgQIAAAQIECBAgQCC/gIQECBAgQIAAAQIECFwWUABfpvCGAIFsAvIQIECAAAECBAgQIECAAAEC+QUkJECAAAECBAgQuFpAAXy1h08ECBAgkENACgIECBAgQIAAAQIECBAgQCC/gIQECBAgQIDADQQUwDdAcYoAAQIECBDos4C5EyBAgAABAgQIECBAgAABAvkFJCRAgACBmwkogG8m4zwBAgQIECBAgED/BMyYAAECBAgQIECAAAECBAgQyC8gIQECtxRQAN+Sx5cECBAgQIAAAQIECPRFwDwJECBAgAABAgQIECBAgACB/AIS3l5AAXx7I1cQIECAAAECBAgQIECAwHILmB0BAgQIECBAgAABAgQIECCwI5C4AN5J6ECAAAECBAgQIECAAAECBAgkFhCNAAECBAgQIECAAAECBPYKKID3anifR0ASAgQIECBAgAABAgQIECBAIL+AhAQIECBAgAABAgQIXCegAL6OxAkCBPouYP4ECBAgQIAAAQIECBAgQIBAfgEJCRAgQIAAAQIEbiygAL6xi7MECBAg0E8BsyZAgAABAgQIECBAgAABAgTyC0hIgAABAgQI3EJAAXwLHF8RIECAAAECfRIwVwIECBAgQIAAAQIECBAgQCC/gIQECBAgcDsBBfDthHxPgAABAgQIECCw/AJmSIAAAQIECBAgQIAAAQIECOQXkJAAgX0JKID3xeQiAgQIECBAgAABAgSWVcC8CBAgQIAAAQIECBAgQIAAgfwCEu5fQAG8fytXEiBAgAABAgQIECBAgMByCZgNAQIECBAgQIAAAQIECBAgcI1AwgL4moQ+EiBAgAABAgQIECBAgAABAgkFRCJAgAABAgQIECBAgACBGwkogG+k4lx/BcycAAECBAgQIECAAAECBAgQyC8gIQECBAgQIECAAAECNxVQAN+UxhcECPRNwHwJECBAgAABAgQIECBAgACB/AISEiBAgAABAgQI3FpAAXxrH98SIECAQD8EzJIAAQIECBAgQIAAAQIECBDILyAhAQIECBAgsA8BBfA+kFxCgAABAgQILLOAuREgQIAAAQIECBAgQIAAAQL5BSQkQIAAgf0KKID3K+U6AgQIECBAgACB5RMwIwIECBAgQIAAAQIECBAgQCC/gIQECBxIQAF8IC4XEyBAgAABAgQIECCwLALmQYAAAQIECBAgQIAAAQIECOQXkPDgAgrgg5u5gwABAgQIECBAgAABAgSOV8DTCRAgQIAAAQIECBAgQIAAgZsIJCqAb5LQaQIECBAgQIAAAQIECBAgQCCRgCgECBAgQIAAAQIECBAgcCsBBfCtdHzXHwEzJUCAAAECBAgQIECAAAECBPILSEiAAAECBAgQIECAwG0FFMC3JXIBAQLLLmB+BAgQIECAAAECBAgQIECAQH4BCQkQIECAAAECBPYnoADen5OrCBCK1tttAAAQAElEQVQgQGA5BcyKAAECBAgQIECAAAECBAgQyC8gIQECBAgQIHAAAQXwAbBcSoAAAQIECCyTgLkQIECAAAECBAgQIECAAAEC+QUkJECAAIGDCiiADyrmegIECBAgQIAAgeMXMAMCBAgQIECAAAECBAgQIEAgv4CEBAgcSkABfCg2NxEgQIAAAQIECBAgcFwCnkuAAAECBAgQIECAAAECBAjkF5Dw8AIK4MPbuZMAAQIECBAgQIAAAQIEFivgaQQIECBAgAABAgQIECBAgMBtBBIUwLdJ6GsCBAgQIECAAAECBAgQIEAggYAIBAgQIECAAAECBAgQILAfAQXwfpRcs7wCZkaAAAECBAgQIECAAAECBAjkF5CQAAECBAgQIECAAIF9CyiA903lQgIElk3AfAgQIECAAAECBAgQIECAAIH8AhISIECAAAECBAgcTEABfDAvVxMgQIDAcgiYBQECBAgQIECAAAECBAgQIJBfQEICBAgQIEDgEAIK4EOguYUAAQIECBA4TgHPJkCAAAECBAgQIECAAAECBPILSEiAAAEChxVQAB9Wzn0ECBAgQIAAAQKLF/BEAgQIECBAgAABAgQIECBAIL+AhAQIHElAAXwkPjcTIECAAAECBAgQILAoAc8hQIAAAQIECBAgQIAAAQIE8gtIeHQBBfDRDY1AgAABAgQIECBAgAABAvMVMDoBAgQIECBAgAABAgQIECCwT4EeF8D7TOgyAgQIECBAgAABAgQIECBAoMcCpk6AAAECBAgQIECAAAECBxFQAB9Ey7XLI2AmBAgQIECAAAECBAgQIECAQH4BCQkQIECAAAECBAgQOLCAAvjAZG4gQOC4BTyfAAECBAgQIECAAAECBAgQyC8gIQECBAgQIECAwOEEFMCHc3MXAQIECByPgKcSIECAAAECBAgQIECAAAEC+QUkJECAAAECBI4goAA+Ap5bCRAgQIAAgUUKeBYBAgQIECBAgAABAgQIECCQX0BCAgQIEDiqgAL4qILuJ0CAAAECBAgQmL+AJxAgQIAAAQIECBAgQIAAAQL5BSQkQGAmAgrgmTAahAABAgQIECBAgACBeQkYlwABAgQIECBAgAABAgQIEMgvIOHsBBTAs7M0EgECBAgQIECAAAECBAjMVsBoBAgQIECAAAECBAgQIECAwAEFelgAHzChywkQIECAAAECBAgQIECAAIEeCpgyAQIECBAgQIAAAQIECBxGQAF8GDX3HJ+AJxMgQIAAAQIECBAgQIAAAQL5BSQkQIAAAQIECBAgQODQAgrgQ9O5kQCBRQt4HgECBAgQIECAAAECBAgQIJBfQEICBAgQIECAAIGjCSiAj+bnbgIECBBYjICnECBAgAABAgQIECBAgAABAvkFJCRAgAABAgRmIKAAngGiIQgQIECAAIF5ChibAAECBAgQIECAAAECBAgQyC8gIQECBAjMSkABPCtJ4xAgQIAAAQIECMxewIgECBAgQIAAAQIECBAgQIBAfgEJCRCYqYACeKacBiNAgAABAgQIECBAYFYCxiFAgAABAgQIECBAgAABAgTyC0g4ewEF8OxNjUiAAAECBAgQIECAAAECRxNwNwECBAgQIECAAAECBAgQIHBIgR4VwIdM6DYCBAgQIECAAAECBAgQIECgRwKmSoAAAQIECBAgQIAAAQJHEVAAH0XPvYsT8CQCBAgQIECAAAECBAgQIEAgv4CEBAgQIECAAAECBAgcWUABfGRCAxAgMG8B4xMgQIAAAQIECBAgQIAAAQL5BSQkQIAAAQIECBCYjYACeDaORiFAgACB+QgYlQABAgQIECBAgAABAgQIEMgvICEBAgQIECAwQwEF8AwxDUWAAAECBAjMUsBYBAgQIECAAAECBAgQIECAQH4BCQkQIEBg1gIK4FmLGo8AAQIECBAgQODoAkYgQIAAAQIECBAgQIAAAQIE8gtISIDAXAQUwHNhNSgBAgQIECBAgAABAocVcB8BAgQIECBAgAABAgQIECCQX0DC+QkogOdna2QCBAgQIECAAAECBAgQOJiAqwkQIECAAAECBAgQIECAAIEjCvSgAD5iQrcTIECAAAECBAgQIECAAAECPRAwRQIECBAgQIAAAQIECBCYhYACeBaKxpifgJEJECBAgAABAgQIECBAgACB/AISEiBAgAABAgQIECAwMwEF8MwoDUSAwKwFjEeAAAECBAgQIECAAAECBAjkF5CQAAECBAgQIEBgtgIK4Nl6Go0AAQIEZiNgFAIECBAgQIAAAQIECBAgQCC/gIQECBAgQIDAHAQUwHNANSQBAgQIECBwFAH3EiBAgAABAgQIECBAgAABAvkFJCRAgACBeQkogOcla1wCBAgQIECAAIGDC7iDAAECBAgQIECAAAECBAgQyC8gIQECcxVQAM+V1+AECBAgQIAAAQIECOxXwHUECBAgQIAAAQIECBAgQIBAfgEJ5y+gAJ6/sScQIECAAAECBAgQIECAwK0FfEuAAAECBAgQIECAAAECBAjMSGCJC+AZJTQMAQIECBAgQIAAAQIECBAgsMQCpkaAAAECBAgQIECAAAECsxRQAM9S01izEzASAQIECBAgQIAAAQIECBAgkF9AQgIECBAgQIAAAQIEZi6gAJ45qQEJEDiqgPsJECBAgAABAgQIECBAgACB/AISEiBAgAABAgQIzEdAATwfV6MSIECAwOEE3EWAAAECBAgQIECAAAECBAjkF5CQAAECBAgQmKOAAniOuIYmQIAAAQIEDiLgWgIECBAgQIAAAQIECBAgQCC/gIQECBAgMG8BBfC8hY1PgAABAgQIECBwewFXECBAgAABAgQIECBAgAABAvkFJCRAYCECCuCFMHsIAQIECBAgQIAAAQI3E3CeAAECBAgQIECAAAECBAgQyC8g4eIEFMCLs/YkAgQIECBAgAABAgQIELhawCcCBAgQIECAAAECBAgQIEBgxgJLWADPOKHhCBAgQIAAAQIECBAgQIAAgSUUMCUCBAgQIECAAAECBAgQmIeAAngeqsY8vIA7CRAgQIAAAQIECBAgQIAAgfwCEhIgQIAAAQIECBAgMDeBWgC3Nxl8cpPzThMgQGA+AkYlQIAAAQIECBAgQIAAAQIE8gtISIAAAQIECBAgMF+BZjyexGS885Cu8532wVv1xO5e39oIECBAgMB8BYxOgAABAgQIECBAgAABAgQI5BeQkAABAgQIEFiAQPP2X45oJ7X5bWvz29QnlrP1pWuESz1u1r2er682AgQIECBAgMB8BIxKgAABAgQIECBAgAABAgQI5BeQkAABAgQWJdB8zRMvxTP+6Tje8ubNmFyqj53cXV9W6r5Vm+Hu2BXB9aONAAECBAgQIECAwKwFjEeAAAECBAgQIECAAAECBAjkF5CQAIGFCjQro9Pxu/9lEi94+oPxFY9/f/zmL4yjXR/V8ncSMVm9yWTqdzf5xmkCBAgQIECAAAECBAjsR8A1BAgQIECAAAECBAgQIECAQH4BCRcv0Gyur8eoKdGM747ff9ud8TVPuhBP/+xz8atvPhlt7Xnb8STa7peB6/vw16DDDwECBAgQIECAAAECBAgcWcAABAgQIECAAAECBAgQIECAwJwEmqYZxcrKapT6X8RKrDSn452/fSpe/JXn4xmfcz7+83+orW/XBJeuAa6zqB8jmvqm+9z9W8HdsX488mYAAgQIECBAgAABAgQIECBAIL+AhAQIECBAgAABAgQIECAwT4FmbWUlYlxL3LaNUvdRM4mmHUW7flctgkfx/CdvxDM/q41f+9lxTNYjJht1OvXyaDfrm0t17z7Ug43AUQTcS4AAAQIECBAgQIAAAQIECOQXkJAAAQIECBAgQIAAgbkLNJNa/rbtZPr7v6X7G8/NuYgynn5uJ0207Ur817dPpv9G8DM+/y/i995xsbbAUX9K3bs2uPtt4PrWRoAAgUMKuI0AAQIECBAgQIAAAQIECBDILyAhAQIECBAgQIDAYgSatm13ntQVuaOIrXvq52ZaAI9iNUoZxWjURNm6K/7g7ffE//bZJZ7/xRfij95Rr20fVq/diq43nr7sDlXP2ggQIECAwD4EXEKAAAECBAgQIECAAAECBAjkF5CQAAECBAgQWKBAs/2ssn2Yvl7zfm+p267EeONk/KdfKvHkz3goXnLfQ/HgX67Vu8Z1r/eV7s9C772hnrYRIECAAAECBG4o4CQBAgQIECBAgAABAgQIECCQX0BCAgQIEFi0QC2A6xa1vL3Jk0eliVH9fhRNPdZ9FDGanIqVcmf8whtOxxd++l/FD3zzxbh4NqLdWq0vpe51sK4H7vb61kaAAAECBAgQIEDgKgEfCBAgQIAAAQIECBAgQIAAgfwCEhIgcCwCzdVPreXt1Seu+VS/3y11y0ZEKTHeuDNe/8oT8cR/cDZ+7se3or3lLwFPwg8BAgQIECBAgAABAsMWkJ4AAQIECBAgQIAAAQIECBDILyDh8Qk0pZTa4zZRYhSllIjSNbyTaNtuH+8co/7U76Lu3fd1byYnoqmXjjfXohmtxtn33Rnf+bzNePpnPRTv+LVaBI/HMenK4K7z3aq3R724O0R3YvrGCwECBAgQIECAAAECBAgMS0BaAgQIECBAgAABAgQIECBAYM4CzfXj7xa1e7+pxW9X/u49Nf1c6mvZOVuHak/GO///lXjm4y/Ei59+Me7/y/pVLZLrRfVNd1231+vqpyubdwQIECBAgAABAgQIECBAgEB+AQkJECBAgAABAgQIECBAYBECTbS1lO32y0+rn6eN7d7j5S+ve1NqX9z9JvD2XqKZrMVquTN++U0n44mfvhmvfcVDMV6vF42j/lyKaOv7usXuXs/aBiwgOgECBAgQIECAAAECBAgQIJBfQEICBAgQIECAAAECBBYmcJNfx+3K324Ou8fu/T73dlRL3hKjZiU2Lq3Gj7y8iS/5jIfiN39xPSJO1u/q4fK2twX2p6Evs3hDYCACYhIgQIAAAQIECBAgQIAAAQL5BSQkQIAAAQIECBBYrMDVBXD3m8DdfoQ5lDpit4/qcaVpYzJp4i/+6K74uic/GN/0jAfigT8v0W7UB3R9b+neXNgpheuJutVvbAQIECCQX0BCAgQIECBAgAABAgQIECBAIL+AhAQIECBAgMAxCNSadp5PLVHGp6P7i9Kr5d74xX/bxBd+2oPxhu/fjEvnImJ8ImJyR31jI0CAAAECBIYjICkBAgQIECBAgAABAgQIECCQX0BCAgQIEDgugSZKG9M99vx0vwW8u+85fZi3pY7TdDeOI1bbe2Kyfle85js24r4vOBd//P/W/ndzI9rJekS7EtFcrFe2dbcRIECAAAECBAikFBCKAAECBAgQIECAAAECBAgQyC8gIQECxyrQzP3ppT6hdrpt1JfRpSjNZu2b74g/+q8r8ZTP+qv4/m+8EOOLJ+pFtSFuT9Vjd0M9TDd/E3rK4IUAqgS5vAAAEABJREFUAQIECBAgQIBAAgERCBAgQIAAAQIECBAgQIAAgfwCEh6/wJUCuNSCdu++z7m1ba12b7fX8rdeEu1kre6jmN6ztRajycPjp37odHz54ybx1p/feeBWPdapRNRCOK5Mr561ESBAgAABAgQIECBAgEA/BcyaAAECBAgQIECAAAECBAgQWJDAghvW7rd7u71L1x3rXkvhP3lnxNc8MeJbnnUpzt4f0Xbd72RU33TX2QkQIECAAAECBAgQIECAAIH+Cpg5AQIECBAgQIAAAQIECCxSYMEF8DXR2rJd9o6bWFndiF/8qYgv/8yL8R9/pvs14IhJVwR3vw28dw8/KQSEIECAAAECBAgQIECAAAECBPILSEiAAAECBAgQIECAwMIFblIA18Z1989Bz3NKZRxNM4laA8f0T0TXl/e+Zz2+4Znn48XPeDA+8L768DqV+lq3y2+ueV8/2ggQ6JWAyRIgQIAAAQIECBAgQIAAAQL5BSQkQIAAAQIECBA4HoErBXBbdmbQFa17953TczmUKE1b94gmTsQoVqMpp6JpT8Qv/3SJZz++jbf+0qWI8TiibES0UfdJfdmqx3qop+urjQABAgT6I2CmBAgQIECAAAECBAgQIECAQH4BCQkQIECAAIFjFLhSAF83iWnbWs92x3qYy1bqqN1eD3u37pHtSvzpuy7F1z/lYnzPC8/HpQ+c2L6idAXwKKI7jtZjuwmuBxsBAgQIECCw5AKmR4AAAQIECBAgQIAAAQIECOQXkJAAAQIEjltg+geYJ3GDEnZhM9v77BKj7r8yiqZtotQieLJ+Kt70w6fiaY97KN7x61sRk5WYbE0iut9YnnSl8N77ww8BAgQIECBAgMAyCpgTAQIECBAgQIAAAQIECBAgkF9AQgIElkKgmc6iFq11m75dlpeu1i1dMV2L4Jisxnv+ZC3u+6Kz8fpXXIx2cyWinK97LYKjm3m3Ry2F624jQIAAAQIECBAgQGCpBEyGAAECBAgQIECAAAECBAgQyC8g4fIINFE2ojQ7BWqplWuJKKVEs7OXUi+p70spUcr1e8zsp9SRdva21GeNosRKlFL3Or92vBKTjXvi1d+2El/9hRfjL37/TLRbTb2n+zPQDyp/q4SNAAECBAgQIECAAAECSyZgOgQIECBAgAABAgQIECBAgMCCBZqP+Xtb0ZZaojaT2KmB5zyF/Qxf6kXd3hW83bF+rFuJUoveJt7x9kl8yePeH7/80+OI8cn6zamIsln37jeCww8BAgQIECBAgAABAgQIECBw7AImQIAAAQIECBAgQIAAAQLHIdC8/MdPx7961Sge89hLsTm+PyZtLVWPYybTZ9aCtyt5r9qnX0Qppe5trK6MomzcEeML98Y3f9XF+K6vfTDG59ZisrEabVu2L/a6vAJmRoAAAQIECBAgQIAAAQIECOQXkJAAAQIECBAgQIAAgWMTaLaajfjkz2zi+950Op7/3Sfi9N2bMY5L0e78d2Vm3e8Hd/vkyqm5vOtK3N197wN2zjXnIurb0k1l80y8+cc340sf90C8513jqA1w1Je62wgQWEYBcyJAgAABAgQIECBAgAABAgTyC0hIgAABAgQIECBwvALNyspaRBl1W3zG4++In/zN0/Hlz48YnX4otsoDEbUOnpaqpRas3Z+KrsVwPXlMW4mY3BHTAri+bZr6dnJ3/Nk7z8RT/+n98XOvr3MctzEeb9RZboYfAgQIEFgaARMhQIAAAQIECBAgQIAAAQIE8gtISIAAAQIECCyBQBO1RK1taXSlalvaKKcuxeOfcTJ+9D/eFf/L552MycpDMWm2ItqVunf/3u4ojvenNr9XTaB+rnO79OC98a1ffS6+5b7zMVlfq3Hq+auu84EAAQIECBA4HgFPJUCAAAECBAgQIECAAAECBPILSEiAAAECyyLQ1b+X51JKiVE5GW3bxD2PauK53306Xv0z98RHfuxfxTjOR1m9GJP637htYzl+2jrfSYyazVhdezDWVs7Ef/g/Szz1n2zF+95VC+tJnWV7zV4/2ggQIECAAAECBBYk4DEECBAgQIAAAQIECBAgQIBAfgEJCRBYKoHtAvhyoTuO6H7bt5tiV5yWNj78oyL+9b/9G/GC712Nh33QerRlM6Kej8s/3YX1Q1vqy6K3+uzmXMRkre6nokxWayF8Jt79zogn/KP3xq/9+616/mZz6trhm33nPAECBAgQIECAAAECRxVwPwECBAgQIECAAAECBAgQIJBfQMLlE2iidqhRanlbt2jqS1mJ0tXC3V96bkZRP0ZZjfj0z12LH/qFe+JffGnEiTseiM3JRkzKVrTl0kJTtbWsvrKXaLfuirb7bzKK2PmutKOYXLo3Xvi0C/GD37YeUTvry5PU+16m8IYAAQIECBAgQIAAAQJzEjAsAQIECBAgQIAAAQIECBAgcEwCXdW759F7PtYuePrF7rEWxSfvjHjqC0fxfW+8J/7ep12KNjbqJfWeUkvWMq4FbL34pr8JXC+dy1afPx23Pnt6rC91rlHnUSZn4vWvuhRf/YWb8dd/Vs93W3O+vnaNcHd9nXNohCuIjQABAgQIECBAgAABAgQIzEjAMAQIECBAgAABAgQIECBwnAK77elVc+j606tOdB+6vrTbRxfjw//OKL79R+6KF33PibjzYQ9GO/0V252hrvrz0N2Ni927WezupSuBN++K3/71UTz7C9bjD99W57J5R7Tj7reFt2phXY/RXV3P2+YrYHQCBAgQIECAAAECBAgQIEAgv4CEBAgQIECAAAECBAgcu0ATpc6h2+thf9taveyhiLU2PvWzR/HaX3pUfPaTmpiMzsZk998PrlfUdrW+3rBKrucXtNUCOLq9lrx/8Sdt3PfEB+M//fwkStNEdP+W8STqNI95jnUKNgLZBeQjQIAAAQIECBAgQIAAAQIE8gtISIAAAQIECBAgsBwCtQndmcieErjc6M8idz1pt8eJesOdda831LtP3xvxzG++I17xo3fHf/dR69H9u8BlFFFGF6M0kyj1slJKPd54j3n+lDrhbo96bE/EpbNn4vlPvRD/5qXrEZOT0TYXIkr3J6Ensf2zVQ+77+tbGwECBAgcVcD9BAgQIECAAAECBAgQIECAQH4BCQkQIECAAIElEqgVbXT16A2m1BWhe/cbXLJ7qhbBH/2pJb7v390RT/iKiObE+yMmd9Rva/HavbZttHWvb495K3Fi9Uz8yMvbeOFT1mPz3Mk6nyZqE1z3+ja6vKV7YydAgAABAgSOLGAAAgQIECBAgAABAgQIECBAIL+AhAQIECCwbAK1/dzpPmcws9Uz4/ji5zXxsh97VHzkR7cxbiexVYvfca2Yp3t9P4PHHGmIrfWIpj0Rv/ELq/HMf/5gvPePT9RyehxRNiIm3Z+3LuGHAAECBAgQIEDgiAJuJ0CAAAECBAgQIECAAAECBPILSEiAwFIKTAvgo1ee3W/6btaA07/9HH/7E9p45ZtKPOmr2jhx6lI9vxXTZ5Tuum6vp45lq89u6nzGJTY3SvzB/7caz33ihfi936wMk9WoPfWVWdVLr3zwjgABAgQIECBAgACB/Qq4jgABAgQIECBAgAABAgQIEMgvIOHyCjS1+twuZ6+aY3f2mr1rcLt973WXS9Luzcrlb0odsTkZ8aRnn4zv/alT8ZiPuz9W1jZjZaWNSbO+3bN2t9S9lHr1LfbLg87kTakl71pE08bqqInVcjre/Qd3xLP+5f3xGz/bTSYixnW/vHV/EvryB28IECBAgAABAgQIECBA4NYCviVAgAABAgQIECBAgAABAgSOWaBreQ8/hbJ7azfM5Q+7JyPq6Y98bMR3vvbeeMIz2yirD9TvRtE2mxEltn/a7cPiXuuD67b7vFEtgtutU/H1TzsXP/ryrejK4e2Guruim9xVjXB30k6AAAECBAgQIECAAAECBAhcJ+AEAQIECBAgQIAAAQIECCyDQK1oZzyNUse7ai9x5p5RPOE5J+K7f+yeuPdD12NlZfs3a7t69XIRXG9b+NaWad/bjE/HaHJH/OB3RLzqm89GuxkxLYHbUX3T7fVgO5yAuwgQIECAAAECBAgQIECAAIH8AhISIECAAAECBAgQILA0ArMvgK+LVsveshHtZBwf9fER/+bnz8T//M+3Ytw8GJP63/bl0yp4++0iX8ue55ZxRNmKn3j1OF78zPPX/Cno2P7Zc/n2Ca8ECNxKwHcECBAgQIAAAQIECBAgQIBAfgEJCRAgQIAAAQIElktgAQVw94jViGY03VfvinjOS+6IF33P6bjngx6IGE1iq93YUeka1loY73xayGG3BG5XopmsRTs+FW9580o850l/Gefv72bQzafOr5ta6T7bCRAgQGAfAi4hQIAAAQIECBAgQIAAAQIE8gtISIAAAQIECCyhQLOYOZUopdRHdXstVJs2PvWfrcT//qZHxN/5xEtRRlvRrFyI0mxGW4vWtnupVy9sm5bA3dzqPjkR0Z6It/3ymXjG5z0U7/mjjmgton4VfggQIECAAIF9CLiEAAECBAgQIECAAAECBAgQyC8gIQECBAgsq0DXbi5wbuP6rFoAl9qm1u0RHxrxnT92Op7xgtVYOdnGJJrorhhHG+NaAnd7vWGhWzMZ1VlsxMqoxJ+/82R83ZMuxZ/9bhsxmUTb7XVeCy+oFyrgYQQIECBAgACBIwi4lQABAgQIECBAgAABAgQIEMgvICEBAkst0Cx2dqP6uG7fjJj+1m1ErER83petxbe85kR88Ee+N6Jcitq01mPE5Wti56f2sDvv5nNoaytdt4g6x0mdWJT40z8ax3O+aBK/99YSpTR7njvvyex5lLcECBAgQIAAAQIEeiBgigQIECBAgAABAgQIECBAgEB+AQmXX2Bvo7mg2Zb6nFqudr8FvOfpj/2UlXjNv//Q+MR//IFoTp6t13TbVkzGJSZRug8Rk3qc9q7Tl+1zs36dFtMlmna17qO63xF//f5z8ewn3B9v/cWNiK0SpZSIqCX2pB5sBAgQIECAAAECBAgQIECAAAECBAgQIECAAAECBAgQWBKBZn7zuNXIXYF6zfe10109FfFtP/Ah8WXPvSNO31kL1ljdvqh+V5vXiNFWROn+SHR3ottjtj/T8rcbstSXnb3pWt4mLp27M174tK14+1vq87tTk7Vo6xS6vV5sI0CAAAECBAgQIECAAAECAxUQmwABAgQIECBAgAABAgSWSeCYCuA9BDs9a+weVybxL778ZHzTa0rc+ciz0axtxaQdRymjKE1b94hSmijTvbsp5vTTRpSN6b8H3GzdGaP6qI1Lk3jek8/Gr/5sLaK7Eji6l0ktguu14ecqAR8IECBAgAABAgQIECBAgACB/AISEiBAgAABAgQIECCwdALN0s2orVNqJvGxf381XvUz98RHf9KliNVztQRuatG6GtGu7Ey5K1933s7lUBvfyVrE5OT26N37+uxm/PB48Zg3tOwAABAASURBVFeei594zflaRnfFb71u+4r62n2uBxuBgQuIT4AAAQIECBAgQIAAAQIECOQXkJAAAQIECBAgQGA5BZqlm9a0T63TGkXc++iI7/zRM/H4L12LcZyrBXBEV7G23Z+BLlt16t2nepjXtvsnoXeOzeREbG1GTC7eE6/61q14w/eNIzZLTLbqcTqHD9TXOc+pPsFGgACBJRYwNQIECBAgQIAAAQIECBAgQCC/gIQECBAgQIDAEgvUpnWJZ1enVlYn8fQXnYoXfM+pKKffdaUArpVwxLQtjrn+7JS/MT1OIppaPNd9vHF3vPqll+J1r9yIppQ6hQt1f1jdu/f1YCNAgAABAoMTEJgAAQIECBAgQIAAAQIECBDILyAhAQIECCy7wNIXwE1TC9Uyjn/wOaP4gX/3EfGID7sQbS1cJ3Eq2uZi9d37G7d739evZr21o2gmK9N91NQyePOu+KHv2IjXfXd97vhkdL+i3LZtPdTPs3628QgQIECAAAECyyxgbgQIECBAgAABAgQIECBAgEB+AQkJEOiFQLPcs+yK1Lq3pZaqEY/+7yNe+ZOn4+M+5WxEuVQL4I3Y/qnXxN59++zMX0stfVfunw5bor6v70p7R/zQyy7Fj7xsK2KrltX1XG2Cp6+xc83OBwcCBAgQIECAAAECKQWEIkCAAAECBAgQIECAAAECBPILSNgfgR4UwLVULU2UUURZi3jEh23ES3/43vgn/3IrmmYSk7aJSanl67QAbiLm+meh61zGd9dH1LJ50kRp2+mff27iTPzwy87HT7x6sz69ROmK4uh+mu7FToAAAQIECBAgQIAAgawCchEgQIAAAQIECBAgQIAAAQJLJjCHhnKWCbvple0Bdw4RK9PtvpeciS//2tMRq+/f/n4yinZcop3UC9u6b5+dw2uzZ8xJRBlP92bysPjhl2/Er//cRky26hzDDwECBAgQIECAAAECBAgQyCwgGwECBAgQIECAAAECBAgso8DeNnMZ53eDOdXCtWkj6sw/72kr8e0/+PBYO302xnEp2nq6jUm09dP2jfXE9ps5vJaIdhSlFs9N3Ut95sa5O+L7vnEz1s/X59ZuOLp9Dk9e6iFNjgABAgQIECBAgAABAgQIEMgvICEBAgQIECBAgAABAksrUGvUpZ3bTSbW/XZtLYFrx9oVsB/3P0V8/xvvjQ97TGz3rV0vO/2uu/3ym+7D7PfuTz2vfGA6bn1sdPt7/qSNn//JizH90J0IPwSGIyApAQIECBAgQIAAAQIECBAgkF9AQgIECBAgQIAAgeUW6GEB3LWqo9gtWMtKEx/+2HF8x4+cjI987IPRrIxjPKnF76S7rh5jnj/1GdN/E7h7RplOKcan442vORHjjXG07VZEN4Vu7y6xEyBAIK+AZAQIECBAgAABAgQIECBAgEB+AQkJECBAgACBHgj0sADuVEv3Uvdx3WvJGk088iM241VvPhOf8GlbsbpWv6/J2rYWxdu1bL1uXlt91nTo+sB6bEoTf/7us/Gu3yv1yaWe0f5WBBsBAgQIpBYQjgABAgQIECBAgAABAgQIEMgvICEBAgQI9EVgu7Xsy2yvm2dX8K7Ws1u1bF2J5uQkvuH7T8U//NytaFfPx2RSol10/1qf17Sn4h3/+WK0XT9dZ1YnaCNAgAABAgQI5BSQigABAgQIECBAgAABAgQIEMgvICEBAr0S6HkBvGu9GjHuftt2PU7cdS6+9mVr8aRnrcToxPkopTayl/8Oc/d+9575HLtZxGQ13vvuJspKV1DP5zlGJUCAAAECBAgQIHDcAp5PgAABAgQIECBAgAABAgQI5BeQsH8CTf+mfJMZr3TnT9eXM1Fq7/rE+9biqc8bRVk7HyunLkSUSd0vRUzL4HqY01aqaKkv58/VN+P5F85zimFYAgQIECBAgAABAgQI3ErAdwQIECBAgAABAgQIECBAgMCSCtSWclYzW4Zxyk6/W48rJT7/qSfjRd97Isbtej1fo467grh+N++pdmXzqD6zLOBZ885ifAIECBAgQIAAAQIECBAgcJWADwQIECBAgAABAgQIECCwzAK1FV3m6R10bm1E6X7LdyOmPysRn/yZa/Gtr747RiceiEn9rutkSylRyvY+vW6mL91vGm/EnffUeYxmOvByD2Z2BAgQIECAAAECBAgQIECAQH4BCQkQIECAAAECBAgQWHqBZAVwqeAn6z6Oy3/puZawf/fT23jpa++JOx9Wy9nLX9TLrnrffT7q3kbbbNWieSv+9mPvieged9Qh3U+gBwKmSIAAAQIECBAgQIAAAQIECOQXkJAAAQIECBAgQKAfAskK4F30UxFdFxz1p41oRqvxMZ/UxMvfWOJhH3IhNsdbMe1+m0vbF9TXWWxtKXXYcUzKOD7649di+98djrg8l/BDgACBdAICESBAgAABAgQIECBAgAABAvkFJCRAgAABAgR6JJC0AN6zAmX7fVkt8ejHnIyXvf5MfMjfejC6crYdd78tXGJWP7VrrkOdir/7KW084kPaaMt6/bx9tr6xESBAgACBZALiECBAgAABAgQIECBAgAABAvkFJCRAgACBvgnkL4C7Fek63trDllGJD/5bES993Zl4+N/882hXLsSktNH9pebdvbv8KHtZOR+f+8RT0yG6x07feCFAgAABAgQIZBOQhwABAgQIECBAgAABAgQIEMgvICEBAr0UGEYBvLs0tQSejCfxNz5iNb73DR8Wj/yQs/WbrvqtX0S314/Xbd35vfu1F2x/13b3l834xE9r4pP/YS2AJ139u1Yv7o71YCNAgAABAgQIECCQREAMAgQIECBAgAABAgQIECBAIL+AhP0VGE4B3PWwNW1T6pva+T7i0SW+/bV31xK4fljZikk7ibbukyjR7dtLul3uRlfuXrXXb9s6Tv26bS7FpO7dn5R++IfeH/e95GRE7X0no+6u+lIvtREgQIAAAQIECBAgQCCJgBgECBAgQIAAAQIECBAgQIDAkgvUSvSoM+zZ/bW3ja4ErtN+9GPuiFe8YS0eWYvb0mxEV+LGAX9qB1zvWInTd1+KF77sEfHIR5Uo9YyNAAECBAgQIECAAAECBAjkEpCGAAECBAgQIECAAAECBPogMLwCuKn1bN12F+feR0e8/Mc/OD76E9poV/56+lvAu9/t5zhuL8QHf/jZeNmPn4yP+aTKWceuW9R3wyiC94PkGgIECBAgQIAAAQIECBAgQKDfAmZPgAABAgQIECBAgEBvBLqesjeTnf1Eu9L3Ytz76EvxXW84HV/8lQ+PlVPrMSndPqnHuPEebUyazZisPBj/7ItW41U//cj4m48ZRTSVs8x+lkYksKwC5kWAAAECBAgQIECAAAECBAjkF5CQAAECBAgQIECgXwK1sezXhGc72xJNnIwSazFaa+OJz16LH/uVU/GlX7MRj/6o8zFuHoj18UMRo40Yx6XYai/U4vfB+KCPmMTnfNmFeN2v3hX3veSuOHlPRLMW2z/bfxM6ake8vW+f9UqAAIFsAvIQIECAAAECBAgQIECAAAEC+QUkJECAAAECBHoo0PRwzjOecqnjlSil1GPE3R8U8b9+1Z3xA//XnfHGtz0iXvnGe+LrXrFV9834ztefite95Z547a9GPPMbTsa9HxaxOZnEuJa+7fbt0zGm5e/2O68ECBAgQCChgEgECBAgQIAAAQIECBAgQIBAfgEJCRAgQKCvAk1fJz7LeZdSpgVwPUSz0o28GaPV9XjYoyI+9u9H/KPPujP+8WffEx//P67EBz+6+7775d42SrMZzahEUxVLie2f7rh3b+vpbq8HGwECBAgQIECg9wICECBAgAABAgQIECBAgAABAvkFJCRAoNcCtbrs9fxnO/kyqeN1+2o9dn/T+XzEbpnbSXX7tMzdPlliNZp6QRN+CBAgQIAAAQIECOQXkJAAAQIECBAgQIAAAQIECBDILyBh/wV0l1etYcfR7d3J7ng6ar873Uv9ON1H9WMZ1dNdQVzqMW79U+rX3V4PNgIECBAgQIAAAQIECPRUwLQJECBAgAABAgQIECBAgACBngjUWvOwMx3Cfbdqbm/13RBsZCRAgAABAgQIECBAgACBYQhISYAAAQIECBAgQIAAAQJ9ElAA92m1lmmu5kKAAAECBAgQIECAAAECBAjkF5CQAAECBAgQIECAAIHeCSiAe7dkJkzg+AXMgAABAgQIECBAgAABAgQIEMgvICEBAgQIECBAgEA/BRTA/Vw3syZAgMBxCXguAQIECBAgQIAAAQIECBAgkF9AQgIECBAgQKDHAgrgHi+eqRMgQIAAgcUKeBoBAgQIECBAgAABAgQIECCQX0BCAgQIEOi7gAK47yto/gQIECBAgACBRQh4BgECBAgQIECAAAECBAgQIJBfQEICBFIIKIBTLKMQBAgQIECAAAECBOYnYGQCBAgQIECAAAECBAgQIEAgv4CEeQQUwHnWUhICBAgQIECAAAECBAjMWsB4BAgQIECAAAECBAgQIECAQM8EDlEA9yyh6RIgQIAAAQIECBAgQIAAAQKHEHALAQIECBAgQIAAAQIECPRRQAHcx1U7zjl7NgECBAgQIECAAAECBAgQIJBfQEICBAgQIECAAAECBHoroADu7dKZOIHFC3giAQIECBAgQIAAAQIECBAgkF9AQgIECBAgQIAAgX4LKID7vX5mT4AAgUUJeA4BAgQIECBAgAABAgQIECCQX0BCAgQIECBAIIGAAjjBIopAgAABAgTmK2B0AgQIECBAgAABAgQIECBAIL+AhAQIECCQRUABnGUl5SBAgAABAgQIzEPAmAQIECBAgAABAgQIECBAgEB+AQkJEEgloABOtZzCECBAgAABAgQIEJidgJEIECBAgAABAgQIECBAgACB/AIS5hNQAOdbU4kIECBAgAABAgQIECBwVAH3EyBAgAABAgQIECBAgAABAj0VOEAB3NOEpk2AAAECBAgQIECAAAECBAgcQMClBAgQIECAAAECBAgQINBnAQVwn1dvkXP3LAIECBAgQIAAAQIECBAgQCC/gIQECBAgQIAAAQIECPReQAHc+yUUgMD8BTyBAAECBAgQIECAAAECBAgQyC8gIQECBAgQIECAQA4BBXCOdZSCAAEC8xIwLgECBAgQIECAAAECBAgQIJBfQEICBAgQIEAgkYACONFiikKAAAECBGYrYDQCBAgQIECAAAECBAgQIEAgv4CEBAgQIJBNQAGcbUXlIUCAAAECBAjMQsAYBAgQIECAAAECBAgQIECAQH4BCQkQSCmgAE65rEIRIECAAAECBAgQOLyAOwkQIECAAAECBAgQIECAAIH8AhLmFVAA511byQgQIECAAAECBAgQIHBQAdcTIECAAAECBAgQIECAAAECPRfYRwHc84SmT4AAAQIECBAgQIAAAQIECOxDwCUECBAgQIAAAQIECBAgkEFAAZxhFeeZwdgECBAgQIAAAQLtmJC4AAAQAElEQVQECBAgQIBAfgEJCRAgQIAAAQIECBBII6AATrOUghCYvYARCRAgQIAAAQIECBAgQIAAgfwCEhIgQIAAAQIECOQSUADnWk9pCBAgMCsB4xAgQIAAAQIECBAgQIAAAQL5BSQkQIAAAQIEEgoogBMuqkgECBAgQOBoAu4mQIAAAQIECBAgQIAAAQIE8gtISIAAAQJZBRTAWVdWLgIECBAgQIDAYQTcQ4AAAQIECBAgQIAAAQIECOQXkJAAgdQCCuDUyyscAQIECBAgQIAAgf0LuJIAAQIECBAgQIAAAQIECBDILyBhfgEFcP41lpAAAQIECBAgQIAAAQK3E/A9AQIECBAgQIAAAQIECBAgkETgFgVwkoRiECBAgAABAgQIECBAgAABArcQ8BUBAgQIECBAgAABAgQIZBJQAGdazVlmMRYBAgQIECBAgAABAgQIECCQX0BCAgQIECBAgAABAgTSCSiA0y2pQASOLmAEAgQIECBAgAABAgQIECBAIL+AhAQIECBAgAABAjkFFMA511UqAgQIHFbAfQQIECBAgAABAgQIECBAgEB+AQkJECBAgACBxAIK4MSLKxoBAgQIEDiYgKsJECBAgAABAgQIECBAgACB/AISEiBAgEB2AQVw9hWWjwABAgQIECCwHwHXECBAgAABAgQIECBAgAABAvkFJCRAYBACTUxqzrbu1203PHndVU4QIECAAAECBAgQINBvAbMnQIAAAQIECBAgQIAAAQIE8gtIOByB5gVf9kCcfV9EO94J3R277rct9eTOOQcCBAgQIECAAAECBAgQyCggEwECBAgQIECAAAECBAgQIJBMoPm1nzsTz/r8C/GePx5vl8Cj9YjSNcCx89P9ivDOWwcCBAgQIECAAAECBAgQIEAgiYAYBAgQIECAAAECBAgQIJBRoGknW/GeP1yLpz7ur+Ltv7QVsXkiYlL2ZPXPBO/ByP9WQgIECBAgQIAAAQIECBAgQCC/gIQECBAgQIAAAQIECKQVqO3uOKJsxsb5u+OFT1+PN79+I8aXIqJs1CI4InZ/GXj3WE/ZCBDIKSAVAQIECBAgQIAAAQIECBAgkF9AQgIECBAgQIAAgdwCTTNZi9KuRrvVxMXza/E9L4h43StrKTxei7ZZj7ZcjMv/PnBuC+kIECAwZAHZCRAgQIAAAQIECBAgQIAAgfwCEhIgQIAAAQIDEGi6jNt/8LlEiSbGW2vxA9/1YDzvSx6IrXMnItq6jzbCDwECBAgQIJBVQC4CBAgQIECAAAECBAgQIEAgv4CEBAgQIDAUgaaptW9pI7o92km0sR6rcVe89f++I178FRfi/AP1u5jUIjjqz8V6rBfXrV5Y39dTNgIECBAgQIAAgf4KmDkBAgQIECBAgAABAgQIECCQX0BCAgQGJdBELYCj/pRSX2qr25YL9c0oJu2leOuvtPGcL9qM9/7xyXqu207Ul+mF9WgjQIAAAQIECBAgQKDPAuZOgAABAgQIECBAgAABAgQI5BeQcHgCTVv73La2v93elFGMJndGacbRlNOxtXEi3vmOEs/6gg/Ee98V0Y4r0KTuZat+qMfuN4O7g50AAQIECBAgQIAAAQIE+iRgrgQIECBAgAABAgQIECBAgEBSgabUArjLVsrOm53fCI56LNHE1vpq3P8Xd8R9T3gg3v07zXbx2462j6Vrg7u/Bx1+CBAgQIAAAQIECBAgQIAAgV4ImCQBAgQIECBAgAABAgQIZBaoje5u8XslZlM73W4vbRtrJybTfx/4/e++K579RRfjd966WcvfcURX/o5X6vt6f70+/PRbwOwJECBAgAABAgQIECBAgACB/AISEiBAgAABAgQIECCQXqAWwLfJOBlFjC5GKSUeeuBEPO+Lt+J3fqPe1nb73nsnez94T4BAjwRMlQABAgQIECBAgAABAgQIEMgvICEBAgQIECBAgMAwBGqLe03Q6Z93rqXv7rH7enxntNPf8i2xfuFUfM2T/zre8ZttTOJixPR8d9HlN90HOwECBAj0Q8AsCRAgQIAAAQIECBAgQIAAgfwCEhIgQIAAAQIDEri+AL42fOlOTF9qCVxL30nExvl747lfci7e/ivdn4Duvq97VxjHuL6pF9RXGwECBAgQILDsAuZHgAABAgQIECBAgAABAgQI5BeQkAABAgSGJlAL4K7c3d33xC9tRLfH1T/dbwK3WxGb587E85/yvvj9t29FOzlX91r8TkvgOuTVt/hEgAABAgQIECCwbALmQ4AAAQIECBAgQIAAAQIECOQXkJAAgUEK1Lb2BuXvHoru2ysfa8lbNiPqXW2UmFz60HjuEyfx+791Ksqknux+AfjKxd4RIECAAAECBAgQILCEAqZEgAABAgQIECBAgAABAgQI5BeQcLgCtbXdDV/qm52Pe3/zd1Kr3uketeQtdR9Fadto67m2Hs8/NIqv+sKH4rfeshHR1IK4Xa/fRURbdxsBAgQIECBAgAABAgQILJOAuRAgQIAAAQIECBAgQIAAAQLJBZqI/SYs9cLdvb7ttloUdyXw5sUz8dLnPRTv/r16cnJiu/ytXbASuHrYCBAgQIAAAQIECBAgQIDAUgiYBAECBAgQIECAAAECBAgMQaCJtpa6u3uXuJa6ETdrb+u13TV1735XuGkjmnIhuuN733UmXvCUjXj/n9Yvy0ZECT99EDBHAgQIECBAgAABAgQIECBAIL+AhAQIECBAgAABAgQIDEagia7w7fbLkWure/n9bd60TcT4rmhrgdy0J+Ldf9jGV37Be2sJvBbTArhshR8CBJZXwMwIECBAgAABAgQIECBAgACB/AISEiBAgAABAgQIDEugNrhd4Vv3Uvdp9u5Xd3f36Ymbv3T31L3Uy0szidXmZLz3XffG1z95PR54T8RkYyViOuzGzcfwDQECBAgch4BnEiBAgAABAgQIECBAgAABAvkFJCRAgAABAgQGKHClAN5uancIaqO78+72h2nDG6WO1F3bNE384TtG8aKvOBfjrvcd17OTtfrSfagHGwECBAgQIHDMAh5PgAABAgQIECBAgAABAgQI5BeQkAABAgSGKrBT294gfltL4G6/wVdXn6rXbf+953q6jWb0UKyUlfjdt63FC592NtbPdwVxt3cl8Nl6jY0AAQIECBAgQODYBDyYAAECBAgQIECAAAECBAgQyC8gIQECgxa4eQF8IJauBN65YXIq2rIR4621+C+/vhIvf9G5aMe1AK5bxOrORQ4ECBAgQIAAAQIECCxawPMIECBAgAABAgQIECBAgACB/AISEmji8m/v7ilxo/6U2th2e327/60bo6kjrsSo3ju+eCp+4SdLvO7lk4itiHbjdER9u//xXEmAAAECBAgQIECAAAECMxAwBAECBAgQIECAAAECBAgQIJBfYJqwiVrXbu8xo5+uBO72iLZt617i/3jFevzsj25EW7bb33p6Rs8yDAECBAgQIECAAAECBAgQIHBrAd8SIECAAAECBAgQIECAwJAEagE8v7il1OG3TsVk41S88hvPxm/9P9sFcNnuh+f3YCPfXsAVBAgQIECAAAECBAgQIECAQH4BCQkQIECAAAECBAgQGJxAbWjnm7nresvowdi4cHf8q2etxx/+7rlot3vg+T7Y6AQI3FTAFwQIECBAgAABAgQIECBAgEB+AQkJECBAgAABAgSGKTD/ArgpUdq7om1Hcf7sWrzwKREPvC+iVQIP8/84qQkQOG4BzydAgAABAgQIECBAgAABAgTyC0hIgAABAgQIDFhg7gXwtm3ZPkQT73lXE9903/0xGdcGuN057UCAAAECBAgsQMAjCBAgQIAAAQIECBAgQIAAgfwCEhIgQIDA0AUWVABHNKWJUkqMylr89lvujpd89QMRCuDwQ4AAAQIECBBYiICHECBAgAABAgQIECBAgAABAvkFJCRAgEAVaOq+Z5vseT+vtyXaSYlffNNm/Ni/fjBiEY+cVxTjEiBAgAABAgQIEOiBgCkSIECAAAECBAgQIECAAAEC+QUkJLArsF0At6V+rk3syvu2j/V1HlsT3XNKfa0l8Ma98epva+NtvzSJduxXgefhbUwCBAgQIECAAAECBAYvAIAAAQIECBAgQIAAAQIECBDIL3BVwtrJno8omxHtKGLrURHR1H2O27Rs7savzxnfGd/8nEvx/j8t9cTWzl4PNgIECBAgQIAAAQIECBAgQOCIAm4nQIAAAQIECBAgQIAAgSEKNN/wvSdjtHYhLpfAsfvT/Vbu3n33/NGOtfaNpg7bVb4lSpz7q5Px9U8ex/jiynYJ7R8GPhrw7e72PQECBAgQIECAAAECBAgQIJBfQEICBAgQIECAAAECBAYr0PwPj2viuS+9IyajczEptZmdUnTHSX3X7d373b2emtU2HbKN9fVJ/Mk7N+I7vu5cHbk7Weqxbt3berARIDA7ASMRIECAAAECBAgQIECAAAEC+QUkJECAAAECBAj8N/buLcauqgDj+LfWPufMpaWlECFi8BZRoomoDwomJpAQH7wk3gKJIUrFoE9AQxoJRKRcA6hcCoqRCCHEB4QYBRJtEB8ImsCLD7yoiVq8BJSaMtPO7Zy9l9/aM6cztMP0THtOhD3/07X2Xnvtvdfl9/plTxHY2AIxxKjzvlDo0p1bFGJPKQUHwT0plK5dSTmQ7VcN7Vd/Ceyx2+2WqrLQnkcrPfGQ58zBb655ypw/D21GBkIAAQQ2tACbRwABBBBAAAEEEEAAAQQQQACB5guwQwQQQAABBBBAQNF5r1II+uI3gy663Knr2D4pdUyTI9qcxLrpoDYfh189fliQ4oxitUU/uHlaL/yuUun8Wb6lOOspc8MnCgIIIIAAAggcowCvIYAAAggggAACCCCAAAIIIIBA8wXYIQIIIIAAAosC0cmrFJKKIuqrOwpdcMmYYntaKUhVKDTSX4qKqa1YTThiTlo4sFW3X3VQ81Oetc5960P/wmcKAggggAACCCCAwLoEeBgBBBBAAAEEEEAAAQQQQAABBJovwA4RQACBFQL5M19fOmh1kWPY7Vds1tnnjktxxrnwmOQ+9X8p9FvDOYdKKvZ5rODqtsd/ae+4bt2ZPwHOtXB/Lm7X68ttKgIIIIAAAggggAACCAwiwDMIIIAAAggggAACCCCAAAIIINB8AXaIwOECMah0xFtK0SGra2tSuu6+tj740UJl/beYfa9+y+ehh7BBKrdJqeUZgmJeSa+tZ/f09IsHPV/pALqesz5IzojFDwEEEEAAAQQQQAABBBBA4GgC3EcAAQQQQAABBBBAAAEEEEAAgeYLrLrDeKg3OGTN1R2xI11/z2adfsa0r9xfTEnBAfHSfQ31Fz2ag2CHv5LnirNSNa57b5zXn//gWzn1TV5Qnt8BtW/mTioCCCCAAAIIIIAAAggggAACCKwqQCcCCCCAAAIIIIAAAggggMBGFohKDmAP1eJQvrrpVOnm+7dp6yldEodT8gAACzFJREFUKW11PNtWKOYVnNWGEHxerMPFC4rlhKJz4KobdNOOKc1NF0rJa1DL63CV1yt+6xbgBQQQQAABBBBAAAEEEEAAAQQQaL4AO0QAAQQQQAABBBBAAIENL3BYmpqUWpXkHFhhXm97r3TdD9vqTB5UFedVpXGDBdcRFoe/SZWqstJLL05q9w37FHLo636FGTkFdqUggMB6BHgWAQQQQAABBBBAAAEEEEAAAQSaL8AOEUAAAQQQQAABBBDIAg6AXXLA6prqbLeOXx3BOgUOpT5wTls7bx9XUk/KIXBIWnwuvz6CGpNCCCriFpW9lvY8sknP/ybHvg6mNamU3M4H8UMAAQQQGECARxBAAAEEEEAAAQQQQAABBBBAoPkC7BABBBBAAAEEEDgkkNPfQxe5UQUHrI5/czspKLnxic8UunjHhHt77lnsc/eIS70QdefGdMu3XtHL/4hey7znzCvyqS45FK4bHBBAAAEEEEDgCAE6EEAAAQQQQAABBBBAAAEEEECg+QLsEAEEEEAAgdcKOAB20OpYV3X1pfIv9+XAtVrsLaSLLm/rvM8mVaHrIDaplyqVo/4S18toxaCpl7fp7mv3KaQxpdd8flzlxVIRQAABBBBAAAEEDhfgGgEEEEAAAQQQQAABBBBAAAEEmi/ADhFAAIFVBPqJ7yq3+l29xYbD2Ku/t1nvObOtuflZheCOsPJr3MXHhnX06B7K47empdTRc0939NRjc24v3vFNF993HO0GBQEEEEAAAQQQQAABBJYEOCGAAAIIIIAAAggggAACCCCAQPMF2CECrycQlSPgpRpCUOF/UWGpO0pqubpEKU5INz0gnfaOpJQcvoauKofAI/kOt0oKeeBqk5TnWJjUvbtaeuXvWhECB1/k6hMFAQQQQAABBBBAAAEEEEAAAQQQQAABBBBAAAEEEEAAAQQQaL7Amjt0rLvW/SNvn/xW6Zo7O4rtA1LV9ssjDmDzn3xOUoxRr/631O7rDzie9rR18Y36zAEBBBBAAAEEEEAAAQQQQACBjS7A/hFAAAEEEEAAAQQQQAABBBBwrroaQlj6/ler/Yqksz7e1iU7HQKP7/cTow1hcwRdV08TU0fPPBn11KM9Lf7l58LzU9YU4CYCCCCAAAIIIIAAAggggAACCDRfgB0igAACCCCAAAIIIIAAAksCOVtdag56ClJMuvDScZ1zfqUQu1rxSa5G/et0JnTndw7oX38tHQIfw/JHvUDGR+ANJMBSEEAAAQQQQAABBBBAAAEEEECg+QLsEAEEEEAAAQQQQACBlQLHmKAGhZZ05S0n6dTTDyjGnlQFKf+55pWjD7ldL9bzzB/YpB/f7KvKEyTXflnZ7vdxRgABBDamALtGAAEEEEAAAQQQQAABBBBAAIHmC7BDBBBAAAEEEEDgCAGnqEf0DdbhN7ecGLVr98mK7YNS/hJ4sDeP4yknvHFOKtt6+slZPfOEg2d3LQ7oNDhMuXmow20KAggggAACG1GAPSOAAAIIIIAAAggggAACCCCAQPMF2CECCCCAAAKrCzjGXf3GQL2F9O4PdXXZrklVxbTKMKfkf8vv5jA21+We422FqqMYkkLV0v23VZp/1SOWM1KVtzLmi+BKQQABBBBAAAEENqgA20YAAQQQQAABBBBAAAEEEEAAgeYLsEMEEEBgDYGcmq5x+2i3khRn9akvd3TupycUQlD+t/iW74Wum5Wr2z4eX/EYebxcU56l0It/mdWPbt3vYSflRFjSnKuf85GCAAIIIIAAAggggMBGE2C/CCCAAAIIIIAAAggggAACCCDQfAF2iMDRBI4zAJZCCFIxoytuGNcpp88oKahylY8a6i9Iqa1UuXqWdhHVDifoVz8L+uNzkkpXTeSDa1pR3aQggAACCCCAAAIIIIAAAs0WYHcIIIAAAggggAACCCCAAAIIINB8gYF2eJwBsENZbXIwO6nNb5GuveNEFWPTUnAaW3+p25KUpwg+D6PkcXJdHmv2YKHv7/q3erOeJ3WWb9BCAAEEEEAAAQQQQAABBBBAYEMIsEkEEEAAAQQQQAABBBBAAAEElgWcmi5fHFurP0RXZ35M+tLXCpVpn4dKDoYLn18b2LpjqKVTTOpvL2zVrx/pLX0FPNTh37yDsXIEEEAAAQQQQAABBBBAAAEEEGi+ADtEAAEEEEAAAQQQQAABBA4T6Ke3h3Wv57JS/cVv/vo2BW3fOan3f2SzqhBVxVJOgV1HWOovjdv6yXeD5qdWztMPnr2+ld20EdgAAmwRAQQQQAABBBBAAAEEEEAAAQSaL8AOEUAAAQQQQAABBBBYTWAIAfDSsDlvLaRivKtr7phUa2xKIVQOgqXRRrDJE0Tt3z+te26cXlpMntH99cxhqY8TAgggsCEE2CQCCCCAAAIIIIAAAggggAACCDRfgB0igAACCCCAAAKvKzCEADgP4eR3aYqqijrtjKTtO7apm+bdO6oANge8rqmj4CWMdU7Unp8v6IXf5768njx3z/NTEEAAAQQQ2CgC7BMBBBBAAAEEEEAAAQQQQAABBJovwA4RQAABBBBYW8DR6doPrO+uw9fg0LUKuuAbbZ119oKq1F3fEAM/7WA55aA3yrOq9DRp4WQ9cHupqpf/9LTvpTGP5ud8pCCAAAIIIIAAAo0WYHMIIIAAAggggAACCCCAAAIIINB8AXaIAAIIDCAw5AA4KIa25FFDq9LVt52kznj+EjdHtJJS8GFYxWOGHPQujRd8Xczo+Wen9eyTnqfyOty1dJcTAggggAACCCCAAAKNFWBjCCCAAAIIIIAAAggggAACCCDQfAF2iMCgAo5qB3100Of6Q0ad+k5p+5VOYVOpKlVKroOOsv7nkkI5oU7cpgfvXtDslEdIrpUPubpJQQABBBBAAAEEEEAAAQQaJsB2EEAAAQQQQAABBBBAAAEEEECg+QLr2mE/rV3XSwM/7NEv/PoWnfnhUkpRKXT9qgNZH4+/BA+Rq0918WTydQja+6dKjz/suaKrhjVfPQkHBBBAAAEEEEAAAQQQQAABBN4gAiwDAQQQQAABBBBAAAEEEEAAgSMFcmp6ZO8Qe6pK+vZd49q8bb9CcEBbj90PZfM517rzGA798ZZfjSoVe5N67IFKB1/Jfwb6yGeWn25giy0hgAACCCCAAAIIIIAAAggggEDzBdghAggggAACCCCAAAIIIPA6AiMPgEM76ZS3S5//yrh66YCXkQPffnU6XH+hm699a1jFme++l4N+ep/nG+r/OzysBTIOAqMRYFQEEEAAAQQQQAABBBBAAAEEEGi+ADtEAAEEEEAAAQQQQGAtgdEFwA5h5RpipdDp6aLLJvSu9xWq4oyqUC6uKVQ++6H8oFvDKCEEBe8qqqNfPlzon3u7Ugyqc2bl+XIdxkyMgQACCLyhBFgMAggggAACCCCAAAIIIIAAAgg0X4AdIoAAAggggAACRxVwVHrUZ47jgaQUu0qppWJCuvSqzb6e93iFFHpS1ZGGGP6q/i1uKX9TPD/T1kN3zaoqHQLX9zzn0OerB+aAAAIIIIDA/1GAqRFAAAEEEEAAAQQQQAABBBBAoPkC7BABBBBAAIHBBBbT0sGePYankuPWjkLwq65nn1/ok58bU9Kc+wpX94+w5OD5t4+39Z+9bc+ZJ/Ii8omKAAIIIIAAAgg0RYB9IIAAAggggAACCCCAAAIIIIBA8wXYIQIIILAOgdEGwMnD5xqS6gTW+evFl52gE7a6vyokX2ukv6SFhZ4e3D3l+b0GtTzbyCf1HBQEEEAAAQQQQAABBEYvwAwIIIAAAggggAACCCCAAAIIINB8AXaIwHoF/gcAAP//Zi5EBgAAAAZJREFUAwDB2PPr80APCwAAAABJRU5ErkJggg=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69836" y="156176"/>
            <a:ext cx="9982454" cy="111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5400" dirty="0" smtClean="0">
                <a:solidFill>
                  <a:srgbClr val="4518FC"/>
                </a:solidFill>
                <a:latin typeface="Arial Black" panose="020B0A04020102020204" pitchFamily="34" charset="0"/>
                <a:ea typeface="Golos Text" pitchFamily="34" charset="-122"/>
              </a:rPr>
              <a:t>Основной функционал</a:t>
            </a:r>
            <a:endParaRPr lang="en-US" sz="5400" dirty="0">
              <a:latin typeface="Arial Black" panose="020B0A040201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7723" y="1699218"/>
            <a:ext cx="9341033" cy="6035062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787013" y="8246332"/>
            <a:ext cx="9982454" cy="111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(Поиск с подсказками)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66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bright-minimalism/columns-3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9eYBsaV0f/n+eU73ddYYZZhgQRMQ9GuMSNCBGFkFFURRRZHPBCMiOCCIgKIqKGwiIaBQRcZe4RMGoPyP6U4NbRGOikSg7A8Nsd+ulzvl+nurumXtn7ty53V3VXXXqVXOeOqfO8jzP5/X0f++puk3nRYAAAQIECBAgQIAAAQIECPRdQH0ECBAgQIAAAQIECOxFoM2H27Z71Ys+3H3enbrufnfayLbe3f/Kc9sD8nxtD7xq2H3+nWtrc7/TNuy+/N+sdcOTddDrc+AzXZeHw2ztMA+zdduvPLd9WE9vt+1z87mvKJtmf/0np7svuOep7kEfebp70F277sF36boHjVpdm41cm7pvc7/Vruq6z6/tzlufL2qffXzEidFzD7zLie55X32i69a6rl3vuq69puuGXb6GuTu7bZ3OK+dsbX6qLXd72ZrwmmMBpRMgQIAAAQIECBAgQIAAAQL9F1AhAQIECBAgQIDAuAQe9NA7RBunYzAYjFrTNHF2K6VEKZstosRuX9dffyr+4q3rEd3hbLl12S6ys92PepEDTP1tKdAuR5RT8an3Wop/f7+Tsb66HMNhxLCNaEct32KMr3Zl1FnpluPP33om/vA3zkTJNYuS69esja7t51uzn4MZiwCBKRIwFQIECBAgQIAAAQIECBAgQKD/AiokQIAAAQIExiOQmWKUjbjnv4m4+8fWZC/TxPH0fN5emrIY/+3X6hgL0XVN1BHPe+NZJ+sUa/BX92edns/DChGHoyw08Q3fclkMlq/JoD4Vc8sIOEqpN1Sp2vZKVPsYRJQMlbuFaDYuj1d/z4lYW42IDIQj6lh5vI/b/o+4j8UZigABAgTOL+AsAQIECBAgQIAAAQIECBAg0H8BFRIgQIDAuAQy2Iua5g1H3x69zwPzc5MtA79SIkopt2qxx9f6+jD+5Pe6OHlN7aiJUne11a+V1laPtdsWyOXpYhjdsI2PvEcTD/7y5VjbuDa6PF+/Gbz54E2qmx9rzF5ta9s6c3G7mirXsL6JKLkfnI5rrz4cr3jBqYg2r7ULEaMVrOONJhD1VT/V/TmtnqztnJM7/5Az2flDniBAgAABAgRmVsDECRAgQIAAAQIECBAgQIAAgf4LqJAAgbEKZIg36q/EYCXiAV/exOrqiYgMGDP7jVLKrVpe3MNWoomVWDtT4o/fvJp912+X5hwymGxLZoq1RdS4MiKPY+tVooaLWx/mfZcJaIl0i4gy6OKxTz0Wl1w2iGZxPUpzFlq3fZy+I9HtfezgVfuorT6b+/qt3+GheMsvLsfb/qCNrqbOuXAl+2+y1/p97rrPO7cWMU/mVp/O3Vi22v9YOtIJAQIECBAgQIDAtAuYHwECBAgQIECAAAECBAgQINB/ARWOX6BGdfVbnIvRDbv4mE86HB/50UuxsLAYUTYimtNxTpKXn/a8dTlWtt/+lTPRbXQZHdZwt7bb67neU9vt3Tcf10spUUPyKz8y4hHfsBxlcCZKdyiinozzvWoMu93Od/22zuU4o0t1X6Pe2gbx8udHnPxwxrHNqRwx/1ZGofQw76xj5O6srZ6pK1f3Z53e1WGOuKvnPESAAAECBAgQIECAwCwJmCsBAgQIECBAgAABAgQIECCwS4GM07r6bdImSpPxXNPG/R/axfrG6ejyY9fW0G+XXd/GYyW7LLEQ/+uvu3jfO/LDTd9U3XygyV2ezfdbbD6eKzCCTKkE+8pvWok73PlUdE0GsNWztpjs64PvK/GDz7sxYng4B1qKTPOzLeRxzinfMxXOcL8e3NzyT+rmD7s8ynJ3+aTHCBAgQIAAAQIECBAgQGAmBEySAAECBAgQIECAAAECBPYgsJ3I1X3N7cp63O8hR2OweDqizVBvuJKd1wu5G8uWAzXr2VMXw7VD8V/ecDJqSljq26jV74nmZduOBJYyg/1Pzz6ewf3qeZ5L8/Oc3d2p7GtwbT6a67fexFvfsh6/+8trEZk7R/7txASD5xx0tAmARwzeCBAgQIAAAQIECBAgQIBALwUURYAAAQIECBAgQIDAXgVqtrvdal/dUtzj30bc7R71J6Az1avfCq7nx9hql/Xfih3EYvz33zwUsZaRXttEk+FhM0oSM2Ss423tNg/znthu9YxWv2E7apWiGcb9v+JQfMq92mjLMFs9mS1N832MW4lmeHy0EtG10a0fjx97yUZc/d7M8Yf5N9NsLtrme56LiHFH+vWvILu1zZeAagkQIECAAAECBAgQIECAAIH+C6iQAAECBAgQIEBg7AJdjdbK6NucX/SIQUQGiaNvdcZ2nBdjeGX/MYj689LDdhgfvmYt/ugtaxF17LGHlWOY7ix0UXJ9ukG062vxlG8/HovLZzZnXc/Xo7xWd+Nr9e8ke6tLmQn0DR8exHc95YbYWMu/majfQM755OVJbVujT6p7/RIgMHUCJkSAAAECBAgQIECAAAECBAj0X0CFBAgQIECAwMQF/uMXHYlhed8oqB3/YCXqP1/blCbaYRO/92vrUb84WvPK0maIWIPgyWaI4y/pQHsso9GbpS4+9jPbeMgjMwyOE7EZ3keMgvwY/6uu3yDXsAyX4+/fthI/+yOno1tfiahf+a0J//iHHPUoAB4xeCNAgMB8CKiSAAECBAgQIECAAAECBAgQ6L+ACgkQIEBgHwQyg738bm18+n0ui9Is5ICbAWMejHHLPnOLbhB/+Scb8d5/zdRwFPqK93aMXN2qZdSfYG7jcU9fieNXrGYOW2LYnIku/9txnzt5IMcuw6X4pZ88EX/z1mFEDfBHz9eJjQ7G+uYvZKycOiNAgAABAlMrYGIECBAgQIAAAQIECBAgQIBA/wVUSIDApAUyyIvatsZ5wEMzy4v1aPPcTZne1rVx7La/Qbp+5nC85ZdO1cGy2wwNc7zRPOo+z9TtrMP6UbuVQAboUaPRQRy7MuLJzz8WzaCNpluJaPJ8U6KUzXarR/d4omm6GGQbrl4R3/P0iA++O0ZjRayOZpSjn7OPPb5qf3vswuMECBAgQIAAAQLTLWB2BAgQIECAAAECBAgQIECAQP8FVLjvAhkW3v9LjsXhO5zOoSf3HdLac1MW4zd+PgPgNoey7Vyg1Ee2Y9H80EXc/2FL8e8+dzXa/C+iRJ6KSb+6tsR1H+7ipc++LtrVOtpKvo1/Ubcrzc5tBAgQIECAAAECBAj0TkBBBAgQIECAAAECBAgQIECAwIQEhrF4tIvPffAgomxEfWW+F+P+JnDJcLJ0ESeuvTR+79dPxujbqvm5jndTqwf13Harn7XbFigRTS7bU19wLFYuuTrvG2bbn63rBvEPf35JvOrFN0Ss1zHHH9eOv8c6T40AAQIECBAgQIAAAQIEDlzABAgQIECAAAECBAgQIEBgQgKlfmtzGN2wxIMedjiirGVMG/lqo6shbB6Nb8sOM2Au5XT89i9kalmz5rLde84jL29/st+ZwF0/tsTjn3lZRDP6Om4+vA+YOcT6mRK/+cZh/PFvZwKcn3PgPW23fFgAfEsRnwkQIECAAAECBAgQIECAwOwLqIAAAQIECBAgQIAAgYkKZPAag2gWu/iUz27iirudjI2oIWKeH3ugVyK6hSgbl8Tb33Y6/unvcoysrRv9dHGT1/JD3fK2utMuUqB6Jd/Dvm4p7vEJZzK4z2S91G8ClyiliVLq/vztIke41W1Nnqmt5L49c2l8z7NW4x1/n2N2OXaei/wrijH8/dQxRt15mwcBNRIgQIAAAQIECBAgQIAAAQL9F1AhAQIECBAgQIDA5AVqxFZbpnW5++KvWoloFyPqN4ObPBdjfm1mvjFcOxxvet2Z7Hwtc8K1yLeIHD9GYXCetu1cYBDxrS+9Qywup2vJIHbcv+F9qxnlYi5ekwHzMLr1o/EdT7oxPvjOhRitZQ2Ab3X/zk+M/iR2/pgnCBCYOQETJkCAAAECBAgQIECAAAECBPovoEICBAgQIEBgfwS6jNi2W5T4wocfj4WVG6Nrm8zxVqMtm9/PHctkaiBZMh/MNhgsx+++aS0+8C9LMcqZM0uMrn7zOC9OIHcey/ynvZOk+5hPa+KxTyvRpufa+unoum7Uxj/1zUUq7aX5V7MQG2vDeO8/HYuXPuvaWL2xjraUb222vW3517m3DjxNgAABAtMvYIYECBAgQIAAAQIECBAgQIBA/wVUSIAAAQIHJ3DplRH3vv9KTiDTxHwf35aBYf1Z4u1ua7LXrcSbfyXTwi7DwgyaY/MrwOMbcg576ro2HvnNx+KjP3k9moXFWwjUQLa2W5ze1ceST9WW/ZWNDJkH+bmLv/nThXj5i05GDPNauW50Lt9yy/XfxbeC659JPmwjQIAAAQIEeiqgLAIECBAgQIAAAQIECBAgQKD/AiokQOCABcpCxBd85SDacn00pYZ6455QGyW7rN/6HQyX4tded0OsncyYrzkdo5+drjlheO1WYLRkyfkdrzgey0evj67ZiLZ2NnLNC/V4bK2u5ObfSJOHg9Lk38xivPnnl+PnfzRHXb8sos0Lo7HP7GrUcc94V5PwEAECBAgQIECAwCQE9EmAAAECBAgQIECAAAECBAj0X0CF0yDQdWvxmZ+zEHe7x2JEl2nwKK4dx8wyCBz1dXak18SZE5fFH/xmhr9d/dbx7kLCccyuP31sRGW+y8eXeNwzcg1LNU373GIUxJ7tH2N41Y6zzzLqPP9mMgRuSvznHz4df/ibOZc6aMl9dyiv1b+nnQ2ZPe/sAXcTIECAAAECBAgQIDADAqZIgAABAgQIECBAgAABAgQI7JtA6bpYWBnGgx/eRFvWN8fdDvc2P+3hvYaF5z6+sTqIX3zNYqyfqOeP59ut78mTtosWqD+nXW/u4quecDzu9YD1KM16dG3mr9nyPS/Wg+22Fdzm2d1vW2vWZfjbLkXTDSKGg/juZ9wQb39r9rqewW8dbhdDCYDTz0aAAAECBAgQIECAAIE+CaiFAAECBAgQIECAAAECBPZZoFvOAQfxkK86Es3SjXlcU7th7rdCvjwa19Zl2Nx1C/HOd5yIt77lTMT6LceoY49rtHnqp6atGxHNWjz9hZfFZVdk7ZWy5L5+I7fuJtG2/0eBOlZ7KLq1y+IFT7oh3vOOnE8du7bRuPl5tK83jg7itt4FwLcl4zwBAgQIECBAgAABAgQIEJg9ATMmQIAAAQIECBAgQGA/BGood3ariVu2Y5dFPOiLD0UpNfytQV3uu7yxtj3MazP07aLuazeDaGKhvTR+43VLeS4i6reOc5gYte0AOrx2JNDE6Oe7u6W4/K4RT3tpG7F0Koa5jPWf5N1ue1zK88+ohsDZmgyam9yfuO5wPP/xXXzgHXl7fo7IueSa56fcbsiWk8r329qyktu65Hx/BFRCgAABAgQIECBAgAABAgQI9F9AhQQIECBAgAABAgcmMPr3WiOahS6+5FGHchptZrELEWUtMtPL/YUDu9jhq9lK+N7+N++Pv//zkJZifQAAEABJREFUNp8eZNve/CT0tsTO92X0SJOc9/785fjir+miDDZG57bfuu2D0cLe9GG8B91ivOufm3j+E66P667OEbutBR+Nckm+b84zD867nX33eW9wkgCBGRcwfQIECBAgQIAAAQIECBAgQKD/AiokQIAAAQIEDlAgA7rYCglLiY//zC4+9bPz3OibmzmtC2d1ecPut0FcFq97xYmIYRP136sd9ZRDj/bedi8wyFA91+2JLzgSH/9p10X994Bj9C3c7S4r8nbbPjeufRdNORVNdv/uf1yO537t1bFxJvvu8kRueXS7mwD4doncQIAAgdkVMHMCBAgQIECAAAECBAgQIECg/wIqJECAAIGDFqipXP22b86jHkYTD3tcxPrw+jwxiGhG6V0ej2OrA7QRJUavdmMl/vbPF+Ptf5rn6qVYi9G3jif57dSYh1d6Nm0sHFqP7/jRO8bSSnWtwHn+piC4LkJt4/bIPtvDEYMTceZ0if/7t3eIb3vcqVg/VW5joDqvcy8JgM/18IkAAQIECPRFQB0ECBAgQIAAAQIECBAgQIBA/wVUSIDAVAjUuK0GwBnE1Ywu230+fyXucvc8GP10b54f2zyzz630t/ZaShPDjYX4qZefiNIMc5ScRyzlvt6XO9vOBCpbbRniR7ZSFuLKu0c874ePxFr7oYiu+tb1LtlvbbmbxFa/Pd4eicEgx8v1/fu3rcQLvvH6GJ7JKbQZQo9aDlz/COKG7YPcb251hptH3gkQIECAAAECBHoioAwCBAgQIECAAAECBAgQIECg/wIqnD6B7UAwU7mVNh70pRnENqsR7aGc6va1PNzztt1XjlO/jZoh89/8aRf/83+sReRx1G8B+wbwnpSrbG1R0jrT1Hs/uInHPvkOEc36lnHZU/8X93AZDR8lYvVMG3/51qV40ZOvjfWTOaG2tq1eukvyIG/K9+0tr24f2hMgQIAAAQIECBAgMPMCCiBAgAABAgQIECBAgAABAgQOWKCGcU084puOxNFLlqIt7VnzGcWKZ33e5WE+VkqJUmprYmXhkvjV12713S3Vq9lsuxXoojk3Qh9EfMOzV+IzPnc9NuLGvLZlPRrg7OPRibG9ldJEk2u8MGijzuhP37IS3/7466LdiGiHw4jccjK3Gk8AfCsSJwgQIECAAAECBAgQIDCbAmZNgAABAgQIECBAgAABAlMi0EUcviTiP37RRuZzq1uTypPR5nHd525MW+aDsb6xGm99y1q842+z03ar/61d5AzyrG0HAiXvrS13uSVkbjGIeNpLDsdH3L0G7HUd89JoqxdrG30Y/1v9VncN9buF6IaL8dd/fDi+/etWo9vICd3GaALg24BxmgABAgQIECBAgAABAgQIzJCAqRIgQIAAAQIECBAgMA0CNTUctWFE08Ujn3goFldORzssGf2WiJLnY3yvUko0UaJ0y7EQx+LHvmctuppFdmuRA8Zm9nsitg5yb7sYgZI31Za73BK0Sc9cu6s+IuLFP95Fs3J1DNtc01zXkXfeNbGtdLmm2drFGJRB/lktxP/4o9V4wROui9M35qhNtrrQbd1vttGpzUPv/RNQEQECBAgQIECAAAECBAgQINB/ARUSIECAAAECBAhMnUC3+e3MK+8a8cCHLkc0bYZ4w2x1pjWpy1CxHo6plVE/Jf76Lz4Qb/+zDJnr+JsnM/s9lle3P+ShbRcCdT3TMNfxnp+0Et/5yjtFDDJ9bTayr7LVcrcPWw2ch+sr8Rd/eDy+9dGn4sPvqYPm31SdRu7qJwFwVdAI9FFATQQIECBAgAABAgQIECBAgED/BVRIgAABAgQITK9ADeSWIh76mCPRLb4/2ljNALhEFzU0HO+0S/bedE20q0fj9T96Q3TrGVjW8bfbeIebs95qnJqe9bvWCwk6aOOzHjSIxz5tMQaLp6IMVqPk6VJK7jfbJIFKKbE4yD+szPn/6W8X42kPPxXXvHMQG8NrI0qMXnXGowNvBAgQINAfAZUQIECAAAECBAgQIECAAAEC/RdQIQECBAhMqcBNX+6tB8P4uH+3EZ/x2XeMZpTK5VsGteOd+dbXPrPTQRyPv/zjEv/zz/JcHT5yH5kU5jXbHgRGltvPb0RX2njs01fiPg9ejLK5sBnun3PT9s0T2HdRynpEcyaGa4tx9bsOxVMecV28/58vjejqcF3kX1k90AgQIECAAIGeCCiDAAECBAgQIECAAAECBAgQ6L+ACgkQmGaBkpOrLXejRK5ZiK97+lIMNzKWK6t5aiGv3HRDHo9r66JrSzTdkfjZV52M0WsUNg9Gh972IHDOcjUx+tbvwjCe8wMr8Qmf2sRGOxxF7V1bxxilsPVggq2JaFciFzvaYRcfeu9KfNOXvife9t/Woz3TCYAnKK9rAgQIECBAgMA+CxiOAAECBAgQIECAAAECBAgQ6L+ACmdKoKthb8Qn/vuIz7xvhnbdSpSS+7EWsdlfl7ljbhHdIP7qT4fxJ285NdZRdFYFSr7lmnaHomvWY/mS1Xjxaxfjqo9cjS7D/dHSDm7Me0YrkftJbHUO262NUg9zuI0zR+LFTz0db35jJwCeBLs+CRAgQIAAAQIECOy7gAEJECBAgAABAgQIECBAgACBKRPYDGYzkY1uYTW+7HELMSw3RAwyrdvtTG/zuSaDwBKj/0oTsXY0XveDG9Ft5AOTGC67nfetxErEcCUuvTLiZW84Epfe6WR0g/Xo2mMRuRIx0VcZ9V7qWndNlJxHrF8aGyePxCte0AiARzreCBAgQIAAAQIECBAgMMMCpk6AAAECBAgQIECAAAEC0yxQosRyfM4XDOKT/t3hKIMzOdnJpbKlRDRNE//8D8P47V9YzbHO/jeA67i15Wnb7gVKfTQdBycimrW46h5r8V2vujwGyx+K+k3sGvrXO0b7ruQu2+aJPb2f9+GS86gX2jIau4tWAFw9NAIECBAgQIAAAQIECBAgMKMCpk2AAAECBAgQIECAwDQL1NyvtliPWDgTj3pSidWNa6Nmgu0e5t1lyni+1mSfJa9FczpKtxKvf/lqnLxmkGe7bHWrk/G14Cqx91Ytj0SUxWgWmvikz27jhT96aQwOvzu6wWq0pZrvZZXjol9d5H85Xpd/WLXVv4OLftiNsyJgngQIECBAgAABAgQIECBAgED/BVRIgAABAgQIECAwMwLdYkS3EP/h85fiHh+f8VyZZDCYwWR7KDIBjhs+vBy/9lP1G8B1vBpIRr5qAJw72xgE0jqy5dpGrul/+IJD8dTnXzVa64h0bhc2x8hwdvNg0u85l5xP/oVNeiD9EyCwrwIGI0CAAAECBAgQIECAAAECBPovoEICBAgQIEBgtgRGuVyGgQvDeOxTLovS1FB2u4TtYHb78x73XYlBNDHolmN4Zine8GMn4/p3DSIyGIzRUBlGh9fYBWoIHCfiix69GI952jCawcbmEM2p3I/gc1+3elxbPZ5MaybTrV4JECBA4CAEjEmAAAECBAgQIECAAAECBAj0X0CFBAgQIDBrAm3U7DXyVQaDuN9Dl+JjPm45yk3fCq1hYG15w5637KdkuFz77jL0zTB4uLYSP/UjZ6Jb2+48g+ioifT2Z/uxCCR9ZPAeg5PxmGcsxpc/vo124WS0sbTVfb2htvx7GCXx9Xjr0ph3AuAxg+qOAAECBAgckIBhCRAgQIAAAQIECBAgQIAAgf4LqJAAgZkU2IrjSk6+raFfF49+xmosHTqdJ+pWr9eL9XivrfZT21Y/GQQ33WL81i8O4x/+chhRh6+X6r62eqztXaCS1xaHsq/DUcognvC8IxkCn4mN9rpoS4bB2fJi1J+KzreIGD0Qk3jVv6hJ9KtPAgQIECBAgACBfRMwEAECBAgQIECAAAECBAgQINB/ARX2RiBzv3s/aDk++hOzorKeoWyeyMPxbVv9Zfi73WfTHorXfP/VOdb2GfuxC4zY61u23GJQ4gnPvTzu96X5octIdli/eZ2jjn4qOs/l4aS2HG1SXeuXAAECBAgQIECAAIGJCxiAAAECBAgQIECAAAECBAgQmB2BksFfbrHYxuOefijKwjDaZi3nfztfx8079rKVDCD/99uOxFt+8YaIdi89efb2BRK42VzPZjHiO15xedz7i05Et7geudoxbCcfz05+hNtXcAcBAgQIECBAgAABAgQI7ELAIwQIECBAgAABAgQIECAwqwJdfOZ9m/i3n51hYdm4uYiupsM3fxzbUclx2pX46ZdfG6euy+PacZchZW71UBunQI1fcx3rv8VcD5c24kWvPhafcZ/ELhn256WbR8tzN3+4zaOdXqjD7vQZ9xMgQIAAAQIECBAgQIAAAQIHK2B0AgQIECBAgAABAgRmUaCGf7V1GQQOIr7mSQsRzUa0zZloYzJhYNR+RyHzYnzo3VfGG340x67hbwaUXd3nyLNIOf1zzgUudZaDaBZLfN/rluLen78RzSDXO4P+zRh+a83zc71zXK0ZV0f6mQYBcyBAgAABAgQIECBAgAABAgT6L6BCAgQIECBAgACB2RbIVLA9FDE4GZ/2OctxnwetRuTnElux3ZjDwIgSMfp3ZzNs7A7Fr73+VLz3H0t0wxJl9PPTGQjXkDi8JiNQ0j+iLHfxnT9+PD7vobnezemIui6Rr8G1EWUzDo4xvbb+ksbUm24IEDg4ASMTIECAAAECBAgQIECAAAEC/RdQIQECBAgQINAPgUEt40hE6eLrnnVZDFaujcFCbL7GHAaOOu0yEqwt2tg4dVl837dmCDmsgXBOpF3JWzKkzHfbhAQqbzmVIfBafPsrjsTnf0UXXbk+oq3+h24xaK5L1HaL0zv4mKu9g7vdSoAAAQJTKWBSBAgQIECAAAECBAgQIECAQP8FVEiAAAECPRIYfeEz35oSH/Xxg3jgly7G6vq10eWpGH07dG8B4LlS2Vf9CejcRf3G7+B0/O3bVuP/96aMCdvt1PncJ3was0C1jxr0ZhK8cCKe8/JD8YgnLEe3dH20dU22vw08Cn7rzdttd/PIld3dg54iQIAAAQIEpkLAJAgQIECAAAECBAgQIECAAIH+C6iQAIG+CYwSutFb1F9+/rqnH4tDR4YRg9WstIZ/uRvrVqJmjE0Gvk27FINmIV713cM4c11E163nW3hNUiD5oy50LOYoR7KV+KZvX4pHP3kl2uFCthLtKPzNv4E8irpYoxa7em39Ze3qWQ8RIECAAAECBAgcqIDBCRAgQIAAAQIECBAgQIAAgf4LqHAeBC6/a8Sjn3Q4unI6oj2UJZds49pqXxkJlhos574Gkd1KXP/hYbzyJScjSv3acb0WXpMSqEtwU99bH3IpHveti/HUF+d6L94Yo7y3y4C4ttGH2PUru971sx4kQIAAAQIECBAgQOCgBIxLgAABAgQIECBAgAABAgQI9EagRoJf8fjDccXd1qJt6rdAtwLZqK96XFs93murI0U0XZNtOX7rjevx9j+uoWPZa8eev7C2oQ8AABAASURBVCiBGrZnK9m27v+yx0e87PXHYnDouhg2J6M969rWLTveCYB3TOYBAgQIECBAgAABAgQIHKyA0QkQIECAAAECBAgQIECgfwLLhyK+9qmHoxkFgFuBbFf3NfzdbmOsO/teWTweP/zCE7F+egL9j3Gqve2qrVFtE592v4gf+blL4/K7nI6uLkV0+V8bke+bbWcCtdedPeFuAgQIECBAgAABAgQIECBA4KAEjEuAAAECBAgQIECAQB8Fas67MIwHf9XRuOcnn4quWYubvyM6oTivdNG2Jd71T0vxMz/UxsbGxm6yxj6uxgRrqmtZ29YQ9bCufdmIT/z3TfzYm+4YH/VJq9EtnIzVjWuja7qtVqIrmy1yX0rJ3W232u3WCHazK2DmBAgQIECAAAECBAgQIECAQP8FVEiAAAECBAgQINBbgQz6IgYRZRjf/LxLI5rViCijLZO/DGbzWv0cE3h1i/ELP/2++N9/lePVb5/WNoFhdHlbAhV8bXTx8rueiR/91eX49PueieVDuR71fwNoc+3rLaM78k9ha3+hnQD4QjquEZgFAXMkQIAAAQIECBAgQIAAAQIE+i+gQgIECBAgQKDnAhn25RbNMD75c0o84KGDGLZr0bYxalHOSgDHIXFOfznw2pXxyhedjhwyuuE4BtDHhQVqRFtbvSv943Bs5vuDOHxJEy/9ySviq564lPHv6SiZ/0Yu/+ZPQ8dFvbZ7vqib3USAAAEC0yVgNgQIECBAgAABAgQIECBAgED/BVRIgAABAvMksBg17P36Zx3JIHCt5n7R1XwwJvvqhoP4x7d38cbXnIgiPZws9oV6H9b1X4tY3oive9bRePFrDsXi0Q/k38DOUnlLeCFk1wgQIECAwPQKmBkBAgQIECBAgAABAgQIECDQfwEVEiAwdwI17W3ijnft4lHf3EVZOD0SaPO9ttyNfasjRmTvG4fi9S8fxP/92zyODBy77aHq5+1j+4kKDGrvi1EyhS+DLu7zRQvx2t8+Hne6x4fzb2G4+e3sm9al3nv+JgA+v4uzBAgQIECAAIEpFjA1AgQIECBAgAABAgQIECBAoP8CKpxngTIo8YhvOhZXfOSN0TWZ+G2mtBMhGXVdSpRuMdZXm/je534g2tVMIst6jldb7myTFyjbQ5Rocz26pkTJ9hH3OBSv++0r4gFfthZlYW37pgvuBcAX5HGRAAECBAgQIECAwJQJmA4BAgQIECBAgAABAgQIECDQe4HSDGNhKeJZ331JlKVropSIGgaWUvK4xPheXXbVxSBKDLLbhbIU//p3V8SPf//1ERuLEXm5i9UYHeS7bX8ESq5HbdujLR7t4rk/dCie/tJhLBy9JlY31qLNxWlLrky27fs2910IgDclvBMgQIAAAQIECBAgQGDqBUyQAAECBAgQIECAAAECBOZFoIsoXXzm5y3GvR+wkMcbkVFfdG2+t3ktP41nq+lhtvpt32Y1h8zjbiF+7afX4+1vW49oFzJmzP14BtPLRQrkKmQEfNbNGfzHwno85FGH4tW/cnl87CcsRZTNv4nIV9d10dU/jjyOMhQAVweNAAECBAgQIECAAAECBAhMuYDpESBAgAABAgQIECAwVwJNZPIaUZp42ncdjUsuz3B2cDpDvogYfe0z92PbSkSXgWK3mD12GQK30a0eie//ljNx6toSTXs84tw4MrwmK5Arcq54PRH1fwSIuMcnR/zY70Q85NGr0SyciDI4k38qJdoM8LtumH8j6wLgyS7PpHvXPwECBAgQIECAAAECBAgQINB/ARUSIECAAAECBAjMq0C7sRF3vMtCPPIJGfCtL0RXMuBr1iJT2hjvqyaMtdVeS4aPK/G+d67HK19yOvJD1FdX37QDFCibY+euZBb89Jccje9/3ZG49Mrrox1cE91wOaI5k/cUAXB4EZhVAfMmQIAAAQIECBAgQIAAAQIE+i+gQgIECBAgQGBOBZqIUqIZZNLXRnzF1x+JT/iMk9HFmehGIV/k6+xI9uzjvLTHretKRHss3vzLa/Hnb8m+c8sze+zV43sWqItQ2mgWN/LvIOJT79vEz/7eneIBDzkWMbg+Rj8DXfwE9J6ddUCAAIGDEDAmAQIECBAgQIAAAQIECBAg0H8BFRIgQIAAgZFA6aJbXI0nveBYDJbyuMtQOKPgqK0GtXV/Uxs9MZ63bjEWBovx3c+6Md7/rrXx9KmXMQg02UeJqN8EbzZiKbPf571yKZ7/I8fjkiuGMYzWN4BTyEaAAAECBGZJwFwJECBAgAABAgQIECBAgACB/guokAABApsCJXelRInF+KRPX4gvfWyJ+u3ctjkdbQbDeTW3km2cWxdRhtkyYm6X4/QNy/E9z7wm2tORr7yW77aDFShlECX/JqIsxCjtzUz4fg8bxM/90aXxJY9dG5062BkanQABAgQIECBA4CIF3EaAAAECBAgQIECAAAECBAj0X0CFBM4jUPLcIOLxzzkSd/6oDGeHRzOdzfCvhsD1W8BdXsxIMO8a45bj1D67xfinv7k83viaMzlm7X413wTBiXDAW/2j2JpCBsAx6GLp+Go87bsuFwBvsdgRIECAAAECBAgQmG4BsyNAgAABAgQIECBAgAABAgT6L3DeCmvYuhFR1mL5SMSTnr8csfih6LqNbBkCljav1bC23hcTeJXYOLUUr//hLv7Xn+VYbY4/Cp0nMJQudylQ177NuH45SgbBzS578RgBAgQIECBAgAABAgQI7JOAYQgQIECAAAECBAgQIEBgngUy5O2WEmAp2nYj7n3/xfiiRxyKsnBj1C8AR1nPa3lPvsck/i3g2md2320cihc9+UTc+KHRQFtvNXjcOrTbs8CuO2hzgeJEPl7/Fm70DeCUsBEgQIAAAQIECBAgQIAAgWkVMC8CBAgQIECAAAECBAhE1HwvIppmIcpKxDc+50hc9VER7WAYbTRR/z3gs1vU0Dbv391Woum2W5PHteXYEXHNh9bju5913Wb3bZ7Ynlg91A5OYPSV3+M5/kK2Y/kXkTvbrAmYLwECBAgQIECAAAECBAgQINB/ARUSIECAAAECBAgQOL/AsSsinvr8SzKVvTFvGKV/uR/nVrKz2nIXmfQ26xHNRgzXl+PP/vBU/MIr6k9O12va9AiUnMpmm8RfRHZuI0BgYgI6JkCAAAECBAgQIECAAAECBPovoEICBAgQIECAwIUE2i7u9YAmHvwVC7G4lOHsnr7xe6GB6rWME7tBjrARg1iKwcZd4mdePoy//sMuYiPytZbNNk0CuWLTNB1zIUCAAIELCbhGgAABAgQIECBAgAABAgQI9F9AhQQIECBA4HYFmgxfBxFPfsHRuOSK4Vm312+A1o/b+3o8hjbMSLFbiFK7zaHXVpt42fNujHf/v/zQbZ2s3xTOmHgMo+lijwK5WnvsweMECBAgQIDAfggYgwABAgQIECBAgAABAgQIEOi/gAoJECBwYYGatZYMXWMtopyJlUsjnvk9S1GaEm2biXANY+s+xvzKrkssRJMh8KBpo2mauPo9i/GDz16L1ROLOdjpbDWIrhPMQ9uBCgiAD5Tf4AQIECBAgACBixFwDwECBAgQIECAAAECBAgQINB/ARUSuFiBEl2sjFrbRdzrgYvx0EcPoyycjCjDbG1M7lUD3hy/rfsu/ufbbojXvPSGiOGhHHKQzTYNAgLgaVgFcyBAgAABAgQIECBwWwLOEyBAgAABAgQIECBAgAABAv0X2GGFXca/mf3GYKE+uBbf9Lyl+Ih7RHTNWrb1rav1Wr2r7sfTSmmiZPY7KG0MoonFuDx+6w0l/vubMnTeaGL0K9CxHpEzyDfbAQnkShzQyIYlQIAAAQIECBAgQIAAgQsKuEiAAAECBAgQIECAAAECBG4t0EWJ67J1sfnqYvFQF9/2Q0ubgXC7nKczpc07otQwNj+Obcsxa5/1m8bdUvbaRNk4Ft/7nOvi//ztWn7OrRts5r95a8RGnrDdnsC4rzfj7lB/BAgQIECAAAECBAgQIECAwJ4FdECAAAECBAgQIECAAIHbECgZ7V6arWxdX46yMIxP/PTF+PqnL2QIvBZdXm1rSFvvqP8ucN3vonVdF+e2zHbb+rXjGjFujl+/Ebxx+vL4zicO44PviRiu5fk6ZlcHHMbmt4LrsbZfAnV19mss4+xZQAcECBAgQIAAAQIECBAgQIBA/wVUSIAAAQIECBAgQOD2BDJkPfuWLkPZPPXwbxzEJ9/rVESzGlFORdcubQawozA2xvQqEfVbvhkyb3dYMnG8+r0RL3nyRnQbeb3kgLmLek9TvxmcQXB47ZdALsd+DWUcAgT2JOBhAgQIECBAgAABAgQIECBAoP8CKiRAgAABAgQI7EZg9LPMEQuHB/Hcl10aR+5wdUavKzEKghfORNRANsb5Kud0VrtvhofiH/4q4oe//XQGxCW6+m8BjwLoDKFHgfE5j/gwQYFmgn3rmgABAgTGJKAbAgQIECBAgAABAgQIECBAoP8CKiRAgAABArsT6PKx+i3b3OXhlfeIePb3XBHRrEUpw81vAUfJi5Pa2oitAHp9rcSbf3kjfunVp6N0ixFNXot8lWy2fRMQAO8btYEIECBAgMCuBDxEgAABAgQIECBAgAABAgQI9F9AhQQIENiDQE1Xj2w+nwFwtF3c5wuW4iFfNYhSlqIbNrkv57TNm8f5XqLrulhocpz2ULzm+z4cf/UHw4gcO5ocp84rd7b9Eajk+zOSUQgQIECAAAECBHYo4HYCBAgQIECAAAECBAgQIECg/wIqJDBOgc2ktSw28ZQXrsTdP3ohFhbH2f/5+sq48RY/8TwoR+MFTzwZ//S361ED6fM95dzkBHJFJte5ngkQIECAAAECBAgQ2KWAxwgQIECAAAECBAgQIECAAIH+C4y7wlIiassceHC0ixe+JmL5+MnoShdtXqqty32M/VVy2M3WlEE0w2OxceJ4vOgb27jm3SUi53NOG/v4OjxboDn7g2MCBAgQIECAAAECBAgQOHgBMyBAgAABAgQIECBAgAABAnsWyKT3rp9Q4lkvXY5oTmV3mylsRsFbx7mbxFaHqT/9PNiID72/iWc/7obo1rYHqhe3j+0nJSAAnpSsfgkQIECAAAECBAgQIECAwM4FPEGAAAECBAgQIECAAIHdC5R8tLbcxdb+c79kIR7yNU0Mo4bAw3oluiYjwvrv9ZYSpdy6jW66wFv9937P10aPlHwfZKs/C90txnv+6VA893FnNkPgsjn+Td8Gztts4xfI1R1/p3oct4D+CBAgQIAAAQIECBAgQIAAgf4LqJAAAQIECBAgQIDABAQyDfzmFx6Kj/uUmsrWlidymMl/F7cmwXWgxXjbHy7F9z6tjRjW8fOcbaICmys80SF0ToDAngQ8TIAAAQIECBAgQIAAAQIECPRfQIUECBAgQIAAgXEK1Oz1rNasbMTzX7UYRy67MaLpYvTt3bZGwLXFxF+LCyWv/0taAAAQAElEQVR+/9c34sdfcjJy8ImPN+8DCIDn/S9A/QQITLWAyREgQIAAAQIECBAgQIAAAQL9F1AhAQIECBCYrEAXpXRxl7tHPOf7jkaU+lPQka82otSfZM59TPjVlRiUpfiVnyzxxpevRezDkDHHLwHwHC++0gkQIEBgqgVMjgABAgQIECBAgAABAgQIEOi/gAoJECCwDwIlSixGMyjxH76gicc+PYcsq9GVjei6msTuQ1xY6pgRpTsSr/vh9fij39qI6GLrVeewdWg3FoF9WNGxzFMnBAgQIECAAIE5ElAqAQIECBAgQIAAAQIECBAg0H8BFRLYZ4EuY8EyjEd+0+G47xeuRSlt1GD45iB28vOpmW/XHomXPvuG+B9/sB6j/DnqN5LrlcmPPy8j5ErPS6nqJECAAAECBAgQIDADAqZIgAABAgQIECBAgAABAgQI9F9gXyvciChrm60dxMKhEs/63uNx53sMIwbD6Jrc72cKnLHzxqk7xAufcE38xe/n2BkId5n/dvUtvMYh0IyjE30QIECAAAECBAgQIECAwN4F9ECAAAECBAgQIECAAAECBMYvsBDRLmW3GQRn0Fqz3iN3GMZLf+pwNEvX5/lbxIX1njw7ia2MOs0BypkYrh+K73jKh+Lv/qyN6PJKnh5dnoO3SZd4ixWd9HD6J0CAAAECBAgQIECAAAECBM4j4BQBAgQIECBAgAABAgQmJzBKBA9FDHKIpovSnIm73qOJF73qSHSD66Nt1qLLS5FZbN2VUqKU2271ngu1+m3e87Vouyg5RtcuR7dxLDZOXhnf+eQm3vV/uhhulM0uu82d990LjJZ79497crICeidAgAABAgQIECBAgAABAgT6L6BCAgQIECBAgAABAvshsBWwRu67pai7z7rfSnzDM45G5IfRLzDXn4Mu+5DAjr7xW6LNMPjaD0Z8y2NviGveE/nKE2U997a9CAiA96LnWQKTFNA3AQIECBAgQIAAAQIECBAg0H8BFRIgQIAAAQIEDkKgLMbo28ALXXz1Exbi8x6yEV1zJqLJ8LUMc0aTDYFrQDlqOUyXme/V7zwUz31cxAf+XxNdW6/kFGy7FiC4azoPEiBAYHICeiZAgAABAgQIECBAgAABAgT6L6BCAgQIECBwoAIZvkaUiOUuvvUHDsfH/9tBtN1StkHUbwN3UYPgyNfoxtxPaMsEuGm6eMc/nYynPer9cfW7ck4TGmpeuhUAz8tKq5MAAQIEZkXAPAkQIECAAAECBAgQIECAAIH+C6iQAAECBy9Qc9aaFOZ+8egwXvjqxbjyrvVbwKsx7EoGwW1kNhtdc23OdXIhcBNNxtALMYiVuPqdd4ynPbyL974jx97oossJdNs5dM7CdnECzcXd5i4CBAgQIECAAIHJCxiBAAECBAgQIECAAAECBAgQ6L+ACglMo8Ba3OmjIr7npw9FWTwdkXlvbpsT3bgs95kS5/sktzrCwmAhPvi+Lp77ddfG+/6lnslZNO0kh+1l3wLgXi6roggQIECAAAECBGZOwIQJECBAgAABAgQIECBAgACB/gtMZYUZtLaHRqHv3T+xi+/7qWOxfPTGiHYx2ljPLDhbNxx9G3dS0x+UJmobrg2j/vL0e/55MZ772PV4/zsGUUKcGTt8EdshmNsJECBAgAABAgQIECAwbgH9ESBAgAABAgQIECBAgACBAxXIDLjLuLdrIz7tvgvx+G85FN3gw6MQuOsWc2p5Q77vx1ZKiYWFJt7zztPxjEe/P97//7qbh62Htd18ZqaO9muyAuD9kjYOAQIECBAgQIAAAQIECBC4tYAzBAgQIECAAAECBAgQOHiBzHdLaaJkq1+4/fL/tBBf88RLIhZWo2tOR1vabBkR577LFjGZFLZ+C7jJCXQbR/L9WHzwXy+PF3xdiff8wxbR9rB1X9vWabtzBZpzP/o0HQJmQYAAAQIECBAgQIAAAQIECPRfQIUECBAgQIAAAQIEplAgg9Uu22OfWeLzvjhiYWEpJ5kJcb7XrasX68FEWx2vRNMsxjv+cT2+5XHXxz//dZu5c05sX8aPmX41Mz17kyfQRwE1ESBAgAABAgQIECBAgAABAv0XUCEBAgQIECBAYFoFMnstTRtLh5p43iuW41PvfTKaQRc1+O3adrSf9NRL5rzNVlvIEPiadx+PJz/8XfF3f5In25xgDYFrm/REZrR/AfCMLpxpEyDQTwFVESBAgAABAgQIECBAgAABAv0XUCEBAgQIEJh6gZIRYtmIYbkxXvzjx+Kj7rkQi4tNZAy82TKH3b8auijNRrRn7hrf9o2n4y/+cC2iyxD4pgl0Nx052BTI1ds88E6AAAECBAgcqIDBCRAgQIAAAQIECBAgQIAAgf4LqJAAAQLTLVBz1dpGs8zQd+FYHDpa4ntfH3HF3U5F261HF2fy6n6GrjmhbiHHHMTqycPx/G88E7/7phvyc56PjdyvZtvP+eRwU74JgKd8gUyPAAECBAgQmAcBNRIgQIAAAQIECBAgQIAAAQL9F1AhgdkRqHHqTS1z1kuvinj5zx+NO91lOaI9FKV+Q3hfy8lJ5HhdlBiuH4vve1Ybv/jq+k3gQZ7NOeX5PLBtCQiAtyDsCBAgQIAAAQIECByIgEEJECBAgAABAgQIECBAgACB/gvMWIVdzre2mvPW1iyux2V36+I7f6KJS648E/WnoPOWA9pKNMNj8ZPftx6vecn1Mdz+AnCd8HaL+X4JgOd7/VVPgAABAgQIECBAgMABChiaAAECBAgQIECAAAECBAhMo0D9vm1tN89tcXT4cZ9S4tt+KI8H1+XnNtt24nrLfV6awHbTnLpBRHc4fum1TXznkzKQXjvPYHVKo5+IPs+1fT6138MJgPdb3HgECBAgQIAAAQIECBAgQCCCAQECBAgQIECAAAECBKZWoAattZ07wTyzEHGv+y/HD7zhWDSHPhjt4MZom7VoS5utu6llOnvuozv81HVdnK9F20XJtnktommPxp+8pYlvfcyN8eF3RwzX6nPDzeG7Omge15y6Hs5REwBP1WKbDAECBAgQIECAAAECBAgQINB/ARUSIECAAAECBAgQmGGBEvGp912IF7/yjlEGpyLaA/o3eGvA2+Vk2qX4n39yNJ76lWfinf+8EVHPZSC9KZzXM6DOaHjz45y8C4DnZKGVOQMCpkiAAAECBAgQIECAAAECBAj0X0CFBAgQIECAAIGZF8jktTkVn/WghXjByy+LbnB1VpTn8n2/thpwnt2iLXH1v67EE7746viL32szBM6rTYbBw6XMfrPVn4zer8lNwThZ/RTMwhQIECAw5wLKJ0CAAAECBAgQIECAAAECBPovoEICBAgQINAPgZJlHI7IlPFzH7ocT37RJXl8Is+dHQKX/LyPW8mxyzDa9cvi+U+4Nt74ilPRnRlE5Lmor3o98p5Ry4C4nutxy6XpcXVKI0CAAAEC0y9ghgQIECBAgAABAgQIECBAgED/BVRIgACBfgjUXLe2yLfcalEP+9qVePJ3HImFlfX8mCfbDF7zaP+3knnvcnSrl8drXxrx0meeiWENgZsa/N6Q0e/pnNIwW/83AXD/11iFBAgQIECAwNQKmBgBAgQIECBAgAABAgQIECDQfwEVEuifQI1Ua6s5cP0m8Jc+djEe/c0LEc2NB1hsybE329LCYvzur7bxzEd08d5/znPD4xHdYl6v3/7tfzza/wpzKW0ECBAgQIAAAQIEpk7AhAgQIECAAAECBAgQIECAAIH+C/S0whr+1jYqL/PVsnQmHv3UxXjsMwax0XwouvxvdG3f3+qsNjLsjVhsjsTf/cVaPPOrNuKv/ng1YqMGwDnZesvZbd/nOPkBm8kPYQQCBAgQIECAAAECBAgQOFvAMQECBAgQIECAAAECBAgQmGWBjFFHX/69uYZBRG6PfcbR+PpnHI9oTuWlmrLmbhQG1+OzWz0/iVay05xItzCaX1MW4kPvH8S3PPqG+KXXrG+GwGUt76lzyd2Et4PqXgB8UPLGJUCAAAECBAgQIECAAIF5FFAzAQIECBAgQIAAAQIEZl6gxqy13VzIQsTWicc+Yym+4VtWIhavj/qDy21zJtrSZutuaqOv6MakXlsTKVshb9tGaY/Ea793I57zuKvj1IeWIkqGwTWYznnVXeSr3t1u7XM301sz07PvzeQVQoAAAQIECBAgQIAAAQIECPRfQIUECBAgQIAAAQIE+iqwFbrW8jJ9/OonLsSTnn84YvH9sRm2xsG+2uWI9lD8zVsviW/8kuvif79tEN1GzrltYirmF+N9ZVXj7VBvBAjsUMDtBAgQIECAAAECBAgQIECAQP8FVEiAAAECBAgQmCeBxYgv+/rlePZLroiVwxsHVnkpTTTZBt1CDOpPP3fD+NC7jsYzH/X++NXXrmcoHLFxZnG0jzaiBqflwGY7voFrHePrTU8ECBAgsCMBNxMgQIAAAQIECBAgQIAAAQL9F1AhAQIECBCYO4Em09TByXjwowbxjJccj4Xlk0lQf2Q5d9u/uVwP96N1GenmFjGIyCC4y89rJ+4cr37JajznMdfHjR/KSWxPLQ9v3s578ubLU3wkAJ7ixTE1AgQIEOi1gOIIECBAgAABAgQIECBAgACB/guokAABAvMlULLc2kbfpT0SUUo84MsX48WvXYlu8dpo2/U8ly32+VVqmJsT6xajZBBcMiEdDA7H///3SjzxS7v46z/eyPP1ntMZEke+MsCOjc3jYX6csS3Lm7EZmy4BAgQIECBAYOYFFECAAAECBAgQIECAAAECBAj0X0CFBOZXoEaptWWqGjUL/qwHLsdLX3tpXHrlDdEOFxOmRNeN7sjjCW+j8LeOUfKtttxtbSvLR+OaD7TxjEeejh98zg1x8tqVvFIT39oWIkoGwYMMgqN+jpl5CYBnZqlMlAABAgQIECBAoBcCiiBAgAABAgQIECBAgAABAgT6LzDnFdZot7YRQ81cuzbu9fkL8UM/d8e44m43xNrGakaqXbT156CbEqXUFlv7Evv5KplQL5Zj8eY3HotnfOVqvPPvBxFthtS1gC7n0mUQHHkuZuclAJ6dtTJTAgQIECBAgAABAgRmXMD0CRAgQIAAAQIECBAgQIDAPAhkbBq13VRrBryRZz7qkyNe/vOXxT0/fiWG7XqUpqkRcER9L8PRbustz01uO3tuXR27DtU18X//10Z808Oujp/5gROxcSLvKidj9C3g2NnroO8WAB/0ChifAAECBAgQIECAAAECBOZBQI0ECBAgQIAAAQIECBCYG4GMTjPuPbvcPJNbdCWuukfES98Q8Ymfvh7tsI3hcDWG5XQMY23zgeZklLy3lJL787fNG3f+Xn92urZoY5Tr1l94HrWuixJdNOVwrJ+6Y7zhRwfxjEddH//814cjhhmnZjadl+PmV3fz4RQe5YyncFZzMyWFEiBAgAABAgQIECBAgAABAv0XUCEBAgQIECBAgAABugGIrQAAEABJREFUApsCJTJpjSvvGvHqNx2Lf3+/DHsHbUS3GKXktcjX8Gi+bR3n0WS22v/ZbWuUDKhr0NsND8X//qvD8ZQvH8bP/sh6nDmR10eZ73oenMlW/13g0Yk8nr5NADx9a2JG8yKgTgIECBAgQIAAAQIECBAgQKD/AiokQIAAAQIECBC4WWA7c82EslmOeOnPHI0vecx6NAuno4lD0TWnIwY3pa03P7dPR/UHqZsYxqB00bSLMVxdjNf/yDCe/BXXxT/+ZUS7USK6lZzNYrY8zvdp3JJ3GqdlTgQIEOi3gOoIECBAgAABAgQIECBAgACB/guokAABAgQIELiAQNmIKCWe/j3H4jFPXYnh4NroYinaWIibX/Vbtu3NH/flqManGe7Wocsw8ije+45j8c0PPx0/9uJhDDOjzomeZyb1gf2e63mmkadqBbmzESBAgAABAvskYBgCBAgQIECAAAECBAgQIECg/wIqJECAAIELCdRUtQa9gwxNMwR+zNOX4jtfczRWjp7MpwbRdiW6DF+jrOXn/dzqxGrLMUcp6iCiXY7VMyXataX49dcN4mvuM4w/+vWc10be03XRdasR3Xp0cSpPCIATwUaAAAECBAgQmCcBtRIgQIAAAQIECBAgQIAAAQL9F1AhAQIXK1DKVtg62Ih7P3gxvvdnDsVVd89AtWmj2w5/u1ESe7FdjuG+rTlt91Qz6q3j4UaJaz5Q4kVPHMaLvnE1PvQvZfQz0RGZBnfLeVf99vIw9we77bfYwVZrdAIECBAgQIAAAQIHJWBcAgQIECBAgAABAgQIECBAoP8CKtydQJfBaVmPf/NZC/H9P3M0PuZTz8TCchNthqrdLfLYiExkdzfKrp4qpUQTJQalGbV6vNgcij/9b4N4/BeeiDf88Fp0q4dyWk1EZPjbDfI4D+s0a8vD/d7qTPZ7TOMRIECAAAECBAgQIEBgrgQUS4AAAQIECBAgQIAAAQIECFxYoBsuxnBjNe58z2G84pcOxb0fdCaibNw67q0/DX3rs7Evr5pGj1qO1i7EqRuX4ud/bBCPut/74o9+cxgx3Ap/83Ic1BxzbAFwItgIECBAgAABAgQIECBAgMCEBHRLgAABAgQIECBAgAABArcnUCJKppaDhZWIaGLxyHq84EcuiSd8Wxdtc3UM27Pj1BKlRLZymy32+OpG/7ZvF9v7m7orXcSoRUSJnNRCdBsLcfW/3im+60ldPO3hH45/eXuerxOu99UQOOded/lktPlf3ecdE92ScqL96/y8Ak4SIECAAAECBAgQIECAAAEC/RdQIQECBAgQIECAAAECFy1QA9XRzXnQLUUsrcdXPHExXvazl8Rld74x2nIqA9e8oRtkMFuy7UeUmuNdcKtzrS0j124x/s9fXRKPf8iJ+IFvuzGuf2+eq/82cA2Caxv1U9PgM3m0nm1y868j5wA2AgT2TcBABAgQIECAAAECBAgQIECAQP8FVEiAAAECBAgQILB7gcxUR2lvWY9Pv+9SvPJXj8WnfPqhKM1GrK+3o/B3+9u5db/7gfb2ZMl5lsEwBrVFhtLrgxh0R+K//uyhePTnrcZrXrgWazeUGK5FvRpNLETpViIyLI48ExN6NRPqV7cECBAgcB4BpwgQIECAAAECBAgQIECAAIH+C6iQAAECBAgQ2KtA/aZsxphlI2JwIq78qIiXvbHEAx++FmXxZHSRIXC2vY6y9+dLhrnZckZRcs61ZbC7MFiK0yeX4ld/ehBf/bkn4zd+9lSsn6r3rUde3mxRX119G3tLubH3qUMCBAgQIEDg1gLOECBAgAABAgQIECBAgAABAv0XUCEBAgQIjEWgRpgL2VP9tuzRqFnvwtEz8ayXHo7n/sByLF/y/miWTmeWWqJ+CzdvPMAt59plu2kGm0FwKV103SBu+NBivPyFw3jcA2+IX/+pjVg9maFvbu2wPpCBcB7X/Lh+GhVaP29+2PX72bPZdSceJECAAAECBAgQuJCAawQIECBAgAABAgQIECBAgED/BVRIgMD4BUqMEt5B5GshSubBn/+IpfiJ/3LXuMvdM2ityXCX9+TVg91q5Frb+WZRYlCOxPv/5Xi88sVd/KcvvjZ+91fOxMZqRHRLESUPMiyO0StrKifzaG8p8G3NJDu2ESBAgAABAgQIECCwZwEdECBAgAABAgQIECBAgAABAv0XUOEEBTIUrUFvLETUoHSwGnf5uIif/J1L4v4PPxXdYD1qBtxmDlxbPY4peZUyiJKt6QYxqHPaOBzv/adL4nufcSKe+JD1eMsvZhB8cjmD4Jx8V0PfrLE9knfm53zf7dbs9kHPESBAgAABAgQIECBAgMCFBVwlQIAAAQIECBAgQIAAAQIE9ipQ48za6m8mZzA6zMA0M+HBShvPednReNGrmyiLN+QgG9kyS40apNaWH/cpDc6Rztlylmd9zrk06xEZXEfJiY/C4OPxrndsxA9825l4/BffEL/6kzfG+smSz2QNdZdHm1s+e1M99bgabF650HtzoYuuESBAgAABAgQIECBAgAABArsS8BABAgQIECBAgAABAgQIjFVg9B3aGH2VtumilBKxFHHvhwziZ3//eHzyfziRUempWMpzbXNm9J3hsQ5/Vmdd18X5W+T5vDFz3pr1ljbnWY+HgyjDxbyWc85ZRrcY7UYG2WvH493/eCRe+cJBPPb+N8Yv/9harJ7I52vOm8+13Zm8ezVP1HY69122298EwLdvNMY7dEWAAAECBAgQIECAAAECBAj0X0CFBAgQIECAAAECBAjsm0Bmqld+dBcv/anj8ZinlGiba3LojECbDE1LJqn1W8C15dnJbzmZ2G63HC3PZ36b2XEGwXkt59RlK9Fkpn04rnn3sXj1dzXxyP/4vnjtS2+Ia98X2VP9SegMiqO+6j4/R9Z0Oy2rrw9oBAhMXMAABAgQIECAAAECBAgQIECAQP8FVEiAAAECBAgQIDB5gSbD1NpylylpdG2J5SNNPO5bD8UP/vzxuPNH1pB0PefRZMutZPKau/3dtiZXJzhqkVHvrVvJuQ9KRJ3ioF2JG95/Vfzyj5d4xL0/GD/4Lavxjr/rottYiehqLW3uB7duGSHHWa3eGV4ECBAgMFkBvRMgQIAAAQIECBAgQIAAAQL9F1AhAQIECBAgcEAC9Zu+o2/8dvEJn9HFT/zXI/HFjxpEO7g+2mbjgCZVhy35VlvubmsrGU7XW5oMrUfJbYlueCy69TvGb//iQnzDF304nvmItfizN7fRruYNeXuc3Wq/Z3/O47yrntUIECBAgACBCQnolgABAgQIECBAgAABAgQIEOi/gAoJECBA4AAFShlEiaWcQYmmWY6V4xFP/+7D8bKfPhZX3u3D0UaGwE2JkiFr6UpM1ysT25xhRBOD0o5aadqcaxdNN4iF7ni8/c8H8fxvKPGY/3gmfuEVZ+KGq7OCzIu7jS66LmurAXie2t6a7QN7AgQIECBAgACBcQvojwABAgQIECBAgAABAgQIEOi/gAoJEJgOgXLzNGoCuhDxaQ8YxE/81yvjQQ/fiMHyDRFtnhys5X1dtmnZ6rzrhOt+c043H9XP+SmD4Oia+OA7V+LHX1ri4fc6Gd/5xNPxV3+0EaXLmrqsJ8PjKBsRZTWj5PAiQIAAAQIECBAgQGDsAjokQIAAAQIECBAgQIAAAQIE+i+gwukUyMx0+2eSj9xhPb71hw7Fd732UNzhLqdj2A2jLZkF58zbrZa7s7YMU8/6dBCHJafQZBtE/W8hBnliMFjPktZisVnOnPdI/MmbF+NbHn1DfM1nr8Uvv2ojPvTOJrph/fnoEAAfxKIZkwABAgQIECBAgACBfguojgABAgQIECBAgAABAgQIEDhggdE3YldzEoOIQRefef/F+Ln/fige+phhRHNjZIqaLSIyXI3RKxPXjFgj8vpoPzp5wbfJX8w5lbWI2rrFKO1SjF7Neu7aWF64PK5531L855ctxiM+54PxvK89E3/4pkUBcOrYCBAgQIAAAQIECBAgQIDAuAT0Q4AAAQIECBAgQIAAAQLTIlCWMuxtbprN4HDEU7/7aLzyTUfiYz7twxHldJQMituuRNtk0Bolz2XoGvv76rr6b/nWFpGH57Z2Mbra6oX6teAMrLt2MDrXtvlMto31Jprh5fG2P1iK7376mgB4f5bPKAQIECBAgAABAgQIECBAgED/BVRIgAABAgQIECBAgMD0CNTgNwPd0YS29/khT3/CZwziR37+ivhPz1mMhUPXRQxWIzZW8mKJGH3LNvf5af+3Ou52O3v0eu5Cn/NahthR/z3gdlkAnBw2ApMV0DsBAgQIECBAgAABAgQIECDQfwEVEiBAgAABAgQITK9AzU/PaSVWjjbxlU8exE//zh3jcx80iGZxPdbX16Npbq+M/fqG8NkTvvCc6pRv2S78hKsECBAgsGsBDxIgQIAAAQIECBAgQIAAAQL9F1AhAQIECBAgMGsCbXRlNaJt46qPGcZzXtHEC141iLt+7DBiMc9HDXm3W9a2fVi/ZRvt1oncTXyrIfDOB2l2/ognCBAgQIAAgYsQcAsBAgQIECBAgAABAgQIECDQfwEVEiBAgMBMCjRRYinKYCFn38Ty0Yj7PnQ1/vPvrMTXPqPNz2sRg2Feq8lv7tqSYXG2PJyFrZmFSZojAQIECBAgQGC2BMyWAAECBAgQIECAAAECBAgQ6L+ACgkQmG2B7UA3912NTFdi8VgbX/2UQ/Ha31qJ+37hekRzOtv1EYMMgmsgXNqIrobGZapLr9VM9QRNjgABAgQIECBAgMBMCZgsAQIECBAgQIAAAQIECBAg0H8BFfZIYBhRNiKT3Sglg91mI+58z4gXvGYlXv7Lh+KjP7mJbrAaXWmijWxN3p9333rrtk5t77c+HsBOAHwA6IYkQIAAAQIECBAgQKCfAqoiQIAAAQIECBAgQIAAAQIEZkygG0S0CxH1W8CjIDjnP6jf/m3jEz6zi9f816Px3O9fikuv+kBEWcu2GpFRcNz0qoHvVusyQI6t45uu7/+BAHj/zY1IgAABAgQIECBAgAABAv0TUBEBAgQIECBAgAABAgQIzKJAzWxrYlr3kUFwZCBcf+Y5g+GykMdNEw94ZBNv+O9XxRNfeDqWj10TZenGWO9OR9fWhzYiypm4+XVTZzef2uejOoN9HnKehlMrAQIECBAgQIAAAQIECBAg0H8BFRIgQIAAAQIECBAg0A+BGujestXK2lg+2sWXf90l8fO/f7d42KMPxeGjG1Ga9Yh2KWJ4OCID4yhd7vP50TeB63MH0wTAB+Nu1HkQUCMBAgQIECBAgAABAgQIECDQfwEVEiBAgAABAgQI9E8gM9y4qW1kfW22EmUh4vhVEU940XK87nePxxd81XosHrk22sH10Qy2wt+S95Zh3p+f8/0gNgHwQagbkwCB3gsokAABAgQIECBAgAABAgQIEOi/gAoJECBAgACBeRDI1O9MNoAAABAASURBVLf+LHRkqFu/4VtLLhFXfGTEM192OP7z79wh7v+wLtqFD0X9Reh2cGpzn/dlFBy1xejfBc4To23ywbAAeATtjQABAgQIjE1ARwQIECBAgAABAgQIECBAgED/BVRIgAABAnMlkIlv/UpwyX1NV5uMdWtb6OKqj+viea84Fq/81Svivl98YzSLaxGLN8ZG10abiXCXeW/brGYQnAejn4bOIPmcQHj8kM34u9QjAQIECBAgQGBeBdRNgAABAgQIECBAgAABAgQI9F9AhQQIzKfAWbFq5sA1D950yGC3aeLjPj3iha86Fq/+9UvigQ9bjOXjH4qu2diMettDcdP97WLEKAiOib3OmunExtAxAQIECBAgQIAAgf4LqJAAAQIECBAgQIAAAQIECBDov4AKCdxKYCsNrruFiHv+m0E85wcPx2t/68r4im+8IZpD74thORNRSnSDDIsXT+Vx7uO2Xhe6dlvPnHteAHyuh08ECBAgQIAAAQIECBDYsYAHCBAgQIAAAQIECBAgQIAAgf4LnL/CTH5rZtvm1dyXTF9L08bdP3YYT/6Oy+KX/+Qu8WWPW4/Dl5yI6LrIWzZvHB3VT7XlqZu2+rm2m07s+CCnsONnPECAAAECBAgQIECAAAECBAhsCngnQIAAAQIECBAgQIAAgbkTqBFrbRn+1trrLj/W8Ld+jBjkbjEiz93hqoinvvhY/MIfH4snveiGuOyqG2I4uD42uvpN4PWIki3y1ZYMiLNFbTUAri3P72LLYXfxlEduR8BlAgQIECBAgAABAgQIECBAoP8CKiRAgAABAgQIECBAgMDtC5TMgw9dEvGwr700fvb3rooXveJ4fNy/bfPBbGVjM/htMgguq3mubjUErq0e77wJgHdu5gkCFxZwlQABAgQIECBAgAABAgQIEOi/gAoJECBAgAABAgQIXIxAzXFrq/dmELx0rI37fslCvOa3jser3rQc9/mCU7F09JpYXT8RXddEF+vRdu2o1Ucu3Oq3hLfbzXcKgG+2cESAAIE9C+iAAAECBAgQIECAAAECBAgQ6L+ACgkQIECAAAECOxGoEW2UfG82IurvRNeEdjHiY+/VxHf8+BXxc390eTzhuYfiirudiW7xg9GVYeTd0UZkq0d5cPbWZaJc20131Xtq27ypdr955J0AAQIECBDYi4BnCRAgQIAAAQIECBAgQIAAgf4LqJAAAQIECOxYoGReW2oAHIOIPB617bw2T11yVcQjn7ESr/+DY/HiH7syPv1z2yjL1+e9wyhNG10pGQRH5EFEmx1sPxt5UNp6IdvNmwD4ZgtHBAgQIECAAIFdCniMAAECBAgQIECAAAECBAgQ6L+ACgkQILAXgRrLZnhbu6i72upxbfU4g96FoxH3+cKl+P43rsQv//ll8cin3BhX3i2ia05ENGciyjBbxChAjvoq9WIe5D7ft7c60vaxPQECBAgQIECAAAECOxVwPwECBAgQIECAAAECBAgQINB/ARUSmKhAl71vxbZlNUqzHpde2cU3PPvS+Lm3DuJ7X7cS9/vSNsryyVjvTkU32MhWvxk8iK4sZMt900TXlFHb6in7tBEgQIAAAQIECBAgQIDAjgTcTIAAAQIECBAgQIAAAQIECPRfYPIVrkfUDLi2WM7hFvJz/VZvtqaLz/i8hfjWlx2O//K24/HcH+ziEz5lIZqFUxFlI25+1YdrixAA36ziiAABAgQIECBAgAABAgQIXKyA+wgQIECAAAECBAgQIECAwJgEFmP0s84ltl5NlCYPB9maZnS8eKjEocsiHvzII/Hy31iP1//B0fj6Z6/FR3z8+2M9romNuCHashptZsBNPmYbm4COCBAgQIAAAQIECBAgQIAAgf4LqJAAAQIECBAgQIAAAQLjFLgp+b1wp/W20kaz0MSd7hHxyKcejp9+853iZ/7b5fHob+7ibh+9EF2cCQHwhRldJXDxAu4kQIAAAQIECBAgQIAAAQIE+i+gQgIECBAgQIAAAQL7LTAKfnPQ0T7j3ZIHZRhR1qMsrcfdP2k9vuG5x+Knf38hfuLNywLg8CJAgMAYBHRBgAABAgQIECBAgAABAgQI9F9AhQQIECBAgACBAxfocgZdhsDtIKJbzLaULfcxiC5z4Xt+SgiAk8hGgAABAgT2IuBZAgQIECBAgAABAgQIECBAoP8CKiRAgAABAtMhULamkRlw1OOzWlPP5cnRbus2OwIECBAgQIAAgR0JuJkAAQIECBAgQIAAAQIECBDov4AKCRAgMGUCNfQ935S2zguAz4fjHAECBAgQIECAAIHbE3CdAAECBAgQIECAAAECBAgQ6L+ACgnMoIAAeAYXzZQJECBAgAABAgQIEDhYAaMTIECAAAECBAgQIECAAAEC/ReY1QoFwLO6cuZNgAABAgQIECBAgAABAgchYEwCBAgQIECAAAECBAgQIDDVAgLgsSyPTggQIECAAAECBAgQIECAAIH+C6iQAAECBAgQIECAAAEC0y8gAJ7+NTLDaRcwPwIECBAgQIAAAQIECBAgQKD/AiokQIAAAQIECBAgMCMCAuAZWSjTJEBgOgXMigABAgQIECBAgAABAgQIEOi/gAoJECBAgAABArMkIACepdUyVwIECBCYJgFzIUCAAAECBAgQIECAAAECBPovoEICBAgQIDBzAgLgmVsyEyZAgAABAgQOXsAMCBAgQIAAAQIECBAgQIAAgf4LqJAAAQKzKSAAns11M2sCBAgQIECAAIGDEjAuAQIECBAgQIAAAQIECBAg0H8BFRKYYQEB8AwvnqkTIECAAAECBAgQILC/AkYjQIAAAQIECBAgQIAAAQIE+i8w6xUKgGd9Bc2fAAECBAgQIECAAAECBPZDwBgECBAgQIAAAQIECBAgQGAmBATAe1omDxMgQIAAAQIECBAgQIAAAQL9F1AhAQIECBAgQIAAAQIEZkdAADw7a2Wm0yZgPgQIECBAgAABAgQIECBAgED/BVRIgAABAgQIECBAYMYEBMAztmCmS4DAdAiYBQECBAgQIECAAAECBAgQINB/ARUSIECAAAECBGZRQAA8i6tmzgQIECBwkALGJkCAAAECBAgQIECAAAECBPovoEICBAgQIDCzAgLgmV06EydAgAABAgT2X8CIBAgQIECAAAECBAgQIECAQP8FVEiAAIHZFhAAz/b6mT0BAgQIECBAgMB+CRiHAAECBAgQIECAAAECBAgQ6L+ACgn0QEAA3INFVAIBAgQIECBAgAABApMV0DsBAgQIECBAgAABAgQIECDQf4G+VCgA7stKqoMAAQIECBAgQIAAAQIEJiGgTwIECBAgQIAAAQIECBAgMFMCAuBdLZeHCBAgQIAAAQIECBAgQIAAgf4LqJAAAQIECBAgQIAAAQKzJyAAnr01M+ODFjA+AQIECBAgQIAAAQIECBAg0H8BFRIgQIAAAQIECBCYUQEB8IwunGkTIHAwAkYlQIAAAQIECBAgQIAAAQIE+i+gQgIECBAgQIDALAsIgGd59cydAAECBPZTwFgECBAgQIAAAQIECBAgQIBA/wVUSIAAAQIEZl5AADzzS6gAAgQIECBAYPICRiBAgAABAgQIECBAgAABAgT6L6BCAgQI9ENAANyPdVQFAQIECBAgQIDApAT0S4AAAQIECBAgQIAAAQIECPRfQIUEeiQgAO7RYiqFAAECBAgQIECAAIHxCuiNAAECBAgQIECAAAECBAgQ6L9A3yoUAPdtRdVDgAABAgQIECBAgAABAuMQ0AcBAgQIECBAgAABAgQIEJhJAQHwjpbNzQQIECBAgAABAgQIECBAgED/BVRIgAABAgQIECBAgACB2RUQAM/u2pn5fgsYjwABAgQIECBAgAABAgQIEOi/gAoJECBAgAABAgQIzLiAAHjGF9D0CRDYHwGjECBAgAABAgQIECBAgAABAv0XUCEBAgQIECBAoA8CAuA+rKIaCBAgQGCSAvomQIAAAQIECBAgQIAAAQIE+i+gQgIECBAg0BsBAXBvllIhBAgQIECAwPgF9EiAAAECBAgQIECAAAECBAj0X0CFBAgQ6JeAALhf66kaAgQIECBAgACBcQnohwABAgQIECBAgAABAgQIEOi/gAoJ9FBAANzDRVUSAQIECBAgQIAAAQJ7E/A0AQIECBAgQIAAAQIECBAg0H+BvlYoAO7ryqqLAAECBAgQIECAAAECBHYj4BkCBAgQIECAAAECBAgQIDDTAgLgi1o+NxEgQIAAAQIECBAgQIAAAQL9F1AhAQIECBAgQIAAAQIEZl9AADz7a6iCSQvonwABAgQIECBAgAABAgQIEOi/gAoJECBAgAABAgQI9ERAANyThVQGAQKTEdArAQIECBAgQIAAAQIECBAg0H8BFRIgQIAAAQIE+iQgAO7TaqqFAAECBMYpoC8CBAgQIECAAAECBAgQIECg/wIqJECAAAECvRMQAPduSRVEgAABAgQI7F1ADwQIECBAgAABAgQIECBAgED/BVRIgACBfgoIgPu5rqoiQIAAAQIECBDYrYDnCBAgQIAAAQIECBAgQIAAgf4LqJBAjwUEwD1eXKURIECAAAECBAgQILAzAXcTIECAAAECBAgQIECAAAEC/Rfoe4UC4L6vsPoIECBAgAABAgQIECBA4GIE3EOAAAECBAgQIECAAAECBHohIAC+4DK6SIAAAQIECBAgQIAAAQIECPRfQIUECBAgQIAAAQIECBDoj4AAuD9rqZJxC+iPAAECBAgQIECAAAECBAgQ6L+ACgkQIECAAAECBAj0TEAA3LMFVQ4BAuMR0AsBAgQIECBAgAABAgQIECDQfwEVEiBAgAABAgT6KCAA7uOqqokAAQIE9iLgWQIECBAgQIAAAQIECBAgQKD/AiokQIAAAQK9FRAA93ZpFUaAAAECBAjsXMATBAgQIECAAAECBAgQIECAQP8FVEiAAIF+CwiA+72+qiNAgAABAgQIELhYAfcRIECAAAECBAgQIECAAAEC/RdQIYE5EBAAz8EiK5EAAQIECBAgQIAAgQsLuEqAAAECBAgQIECAAAECBAj0X2BeKhQAz8tKq5MAAQIECBAgQIAAAQIEzifgHAECBAgQIECAAAECBAgQ6JWAAPi8y+kkAQIECBAgQIAAAQIECBAg0H8BFRIgQIAAAQIECBAgQKB/AgLg/q2pivYq4HkCBAgQIECAAAECBAgQIECg/wIqJECAAAECBAgQINBTAQFwTxdWWQQI7E7AUwQIECBAgAABAgQIECBAgED/BVRIgAABAgQIEOizgAC4z6urNgIECBDYiYB7CRAgQIAAAQIECBAgQIAAgf4LqJAAAQIECPReQADc+yVWIAECBAgQIHD7Au4gQIAAAQIECBAgQIAAAQIE+i+gQgIECMyHgAB4PtZZlQQIECBAgAABArcl4DwBAgQIECBAgAABAgQIECDQfwEVEpgjAQHwHC22UgkQIECAAAF4Yo6jAAAQAElEQVQCBAgQOFfAJwIECBAgQIAAAQIECBAgQKD/AvNWoQB43lZcvQQIECBAgAABAgQIECBQBTQCBAgQIECAAAECBAgQINBLAQHwOcvqAwECBAgQIECAAAECBAgQINB/ARUSIECAAAECBAgQIECgvwIC4P6urcp2KuB+AgQIECBAgAABAgQIECBAoP8CKiRAgAABAgQIECDQcwEBcM8XWHkECFycgLsIECBAgAABAgQIECBAgACB/guokAABAgQIECAwDwIC4HlYZTUSIECAwIUEXCNAgAABAgQIECBAgAABAgT6L6BCAgQIECAwNwIC4LlZaoUSIECAAAECtxZwhgABAgQIECBAgAABAgQIEOi/gAoJECAwXwIC4Plab9USIECAAAECBAhsC9gTIECAAAECBAgQIECAAAEC/RdQIYE5FBAAz+GiK5kAAQIECBAgQIDAvAuonwABAgQIECBAgAABAgQIEOi/wLxWKACe15VXNwECBAgQIECAAAECBOZTQNUECBAgQIAAAQIECBAgQKDXAgLg0fJ6I0CAAAECBAgQIECAAAECBPovoEICBAgQIECAAAECBAj0X0AA3P81VuHtCbhOgAABAgQIECBAgAABAgQI9F9AhQQIECBAgAABAgTmREAAPCcLrUwCBM4v4CwBAgQIECBAgAABAgQIECDQfwEVEiBAgAABAgTmSUAAPE+rrVYCBAgQOFvAMQECBAgQIECAAAECBAgQINB/ARUSIECAAIG5ExAAz92SK5gAAQIECBCIYECAAAECBAgQIECAAAECBAj0X0CFBAgQmE8BAfB8rruqCRAgQIAAAQLzK6ByAgQIECBAgAABAgQIECBAoP8CKiQwxwIC4DlefKUTIECAAAECBAgQmDcB9RIgQIAAAQIECBAgQIAAAQL9F5j3CgXA8/4XoH4CBAgQIECAAAECBAjMh4AqCRAgQIAAAQIECBAgQIDAXAjMeQA8F2usSAIECBAgQIAAAQIECBAgMOcCyidAgAABAgQIECBAgMD8CAiA52etVXpLAZ8JECBAgAABAgQIECBAgACB/guokAABAgQIECBAgMCcCQiA52zBlUuAwKaAdwIECBAgQIAAAQIECBAgQKD/AiokQIAAAQIECMyjgAB4HlddzQQIEJhvAdUTIECAAAECBAgQIECAAAEC/RdQIQECBAgQmFsBAfDcLr3CCRAgQIDAPAqomQABAgQIECBAgAABAgQIEOi/gAoJECAw3wIC4Plef9UTIECAAAECBOZHQKUECBAgQIAAAQIECBAgQIBA/wVUSIBACID9ERAgQIAAAQIECBAg0HsBBRIgQIAAAQIECBAgQIAAAQL9F1DhpoAAeNPBOwECBAgQIECAAAECBAj0U0BVBAgQIECAAAECBAgQIEBgrgTmNACeqzVWLAECBAgQIECAAAECBAgQmFMBZRMgQIAAAQIECBAgQGD+BATA87fmKiZAgAABAgQIECBAgAABAgQI9F9AhQQIECBAgAABAgTmVEAAPKcLr2wC8yqgbgIECBAgQIAAAQIECBAgQKD/AiokQIAAAQIECMyzgAB4nldf7QQIEJgvAdUSIECAAAECBAgQIECAAAEC/RdQIQECBAgQmHsBAfDc/wkAIECAAAEC8yCgRgIECBAgQIAAAQIECBAgQKD/AiokQIAAgSogAK4KGgECBAgQIECAQH8FVEaAAAECBAgQIECAAAECBAj0X0CFBAjcJCAAvonCAQECBAgQIECAAAECfRNQDwECBAgQIECAAAECBAgQINB/ARWeKyAAPtfDJwIECBAgQIAAAQIECBDoh4AqCBAgQIAAAQIECBAgQIDAXArMWQA8l2usaAIECBAgQIAAAQIECBAgMGcCyiVAgAABAgQIECBAgMD8CgiA53ft569yFRMgQIAAAQIECBAgQIAAAQL9F1AhAQIECBAgQIAAgTkXEADP+R+A8gnMi4A6CRAgQIAAAQIECBAgQIAAgf4LqJAAAQIECBAgQCBCAOyvgAABAgT6LqA+AgQIECBAgAABAgQIECBAoP8CKiRAgAABAgS2BATAWxB2BAgQIECAQB8F1ESAAAECBAgQIECAAAECBAj0X0CFBAgQIHC2gAD4bA3HBAgQIECAAAEC/RFQCQECBAgQIECAAAECBAgQINB/ARUSIHArAQHwrUicIECAAAECBAgQIEBg1gXMnwABAgQIECBAgAABAgQIEOi/gArPLyAAPr+LswQIECBAgAABAgQIECAwmwJmTYAAAQIECBAgQIAAAQIE5lpgTgLguV5jxRMgQIAAAQIECBAgQIAAgTkRUCYBAgQIECBAgAABAgQICID9DfRfQIUECBAgQIAAAQIECBAgQIBA/wVUSIAAAQIECBAgQIDASEAAPGLwRoBAXwXURYAAAQIECBAgQIAAAQIECPRfQIUECBAgQIAAAQI3CwiAb7ZwRIAAAQL9ElANAQIECBAgQIAAAQIECBAg0H8BFRIgQIAAAQK3EBAA3wLERwIECBAgQKAPAmogQIAAAQIECBAgQIAAAQIE+i+gQgIECBA4n4AA+HwqzhEgQIAAAQIECMyugJkTIECAAAECBAgQIECAAAEC/RdQIQECtykgAL5NGhcIECBAgAABAgQIEJg1AfMlQIAAAQIECBAgQIAAAQIE+i+gwgsLCIAv7OMqAQIECBAgQIAAAQIECMyGgFkSIECAAAECBAgQIECAAAECKdDzADgrtBEgQIAAAQIECBAgQIAAAQI9F1AeAQIECBAgQIAAAQIECGwLCIC3Jez7J6AiAgQIECBAgAABAgQIECBAoP8CKiRAgAABAgQIECBA4BwBAfA5HD4QINAXAXUQIECAAAECBAgQIECAAAEC/RdQIQECBAgQIECAwK0FBMC3NnGGAAECBGZbwOwJECBAgAABAgQIECBAgACB/guokAABAgQIELgNAQHwbcA4TYAAAQIECMyigDkTIECAAAECBAgQIECAAAEC/RdQIQECBAhcSEAAfCEd1wgQIECAAAECBGZHwEwJECBAgAABAgQIECBAgACB/guokACB2xUQAN8ukRsIECBAgAABAgQIEJh2AfMjQIAAAQIECBAgQIAAAQIE+i+gwosTEABfnJO7CBAgQIAAAQIECBAgQGA6BcyKAAECBAgQIECAAAECBAgQOEugpwHwWRU6JECAAAECBAgQIECAAAECBHoqoCwCBAgQIECAAAECBAgQuKWAAPiWIj7PvoAKCBAgQIAAAQIECBAgQIAAgf4LqJAAAQIECBAgQIAAgfMKCIDPy+IkAQKzKmDeBAgQIECAAAECBAgQIECAQP8FVEiAAAECBAgQIHDbAgLg27ZxhQABAgRmS8BsCRAgQIAAAQIECBAgQIAAgf4LqJAAAQIECBC4HQEB8O0AuUyAAAECBAjMgoA5EiBAgAABAgQIECBAgAABAv0XUCEBAgQIXIyAAPhilNxDgAABAgQIECAwvQJmRoAAAQIECBAgQIAAAQIECPRfQIUECFy0gAD4oqncSIAAAQIECBAgQIDAtAmYDwECBAgQIECAAAECBAgQINB/ARXuTEAAvDMvdxMgQIAAAQIECBAgQIDAdAiYBQECBAgQIECAAAECBAgQIHAegZ4FwOep0CkCBAgQIECAAAECBAgQIECgZwLKIUCAAAECBAgQIECAAIHbEhAA35aM87MnYMYECBAgQIAAAQIECBAgQIBA/wVUSIAAAQIECBAgQIDABQUEwBfkcZEAgVkRME8CBAgQIECAAAECBAgQIECg/wIqJECAAAECBAgQuH0BAfDtG7mDAAECBKZbwOwIECBAgAABAgQIECBAgACB/guokAABAgQIELhIAQHwRUK5jQABAgQIEJhGAXMiQIAAAQIECBAgQIAAAQIE+i+gQgIECBDYiYAAeCda7iVAgAABAgQIEJgeATMhQIAAAQIECBAgQIAAAQIE+i+gQgIEdiwgAN4xmQcIECBAgAABAgQIEDhoAeMTIECAAAECBAgQIECAAAEC/RdQ4e4EBMC7c/MUAQIECBAgQIAAAQIECByMgFEJECBAgAABAgQIECBAgACBCwj0JAC+QIUuESBAgAABAgQIECBAgAABAj0RUAYBAgQIECBAgAABAgQI3J6AAPj2hFyffgEzJECAAAECBAgQIECAAAECBPovoEICBAgQIECAAAECBC5KQAB8UUxuIkBgWgXMiwABAgQIECBAgAABAgQIEOi/gAoJECBAgAABAgQuXkAAfPFW7iRAgACB6RIwGwIECBAgQIAAAQIECBAgQKD/AiokQIAAAQIEdiggAN4hmNsJECBAgACBaRAwBwIECBAgQIAAAQIECBAgQKD/AiokQIAAgd0ICIB3o+YZAgQIECBAgACBgxMwMgECBAgQIECAAAECBAgQINB/ARUSILBrAQHwruk8SIAAAQIECBAgQIDAfgsYjwABAgQIECBAgAABAgQIEOi/gAr3JiAA3pufpwkQIECAAAECBAgQIEBgfwSMQoAAAQIECBAgQIAAAQIECFyEwIwHwBdRoVsIECBAgAABAgQIECBAgACBGRcwfQIECBAgQIAAAQIECBC4WAEB8MVKuW/6BMyIAAECBAgQIECAAAECBAgQ6L+ACgkQIECAAAECBAgQ2JGAAHhHXG4mQGBaBMyDAAECBAgQIECAAAECBAgQ6L+ACgkQIECAAAECBHYuIADeuZknCBAgQOBgBYxOgAABAgQIECBAgAABAgQI9F9AhQQIECBAgMAuBQTAu4TzGAECBAgQIHAQAsYkQIAAAQIECBAgQIAAAQIE+i+gQgIECBDYi4AAeC96niVAgAABAgQIENg/ASMRIECAAAECBAgQIECAAAEC/RdQIQECexYQAO+ZUAcECBAgQIAAAQIECExaQP8ECBAgQIAAAQIECBAgQIBA/wVUOB4BAfB4HPVCgAABAgQIECBAgAABApMR0CsBAgQIECBAgAABAgQIECCwA4EZDYB3UKFbCRAgQIAAAQIECBAgQIAAgRkVMG0CBAgQIECAAAECBAgQ2KmAAHinYu4/eAEzIECAAAECBAgQIECAAAECBPovoEICBAgQIECAAAECBHYlIADeFZuHCBA4KAHjEiBAgAABAgQIECBAgAABAv0XUCEBAgQIECBAgMDuBQTAu7fzJAECBAjsr4DRCBAgQIAAAQIECBAgQIAAgf4LqJAAAQIECBDYo4AAeI+AHidAgAABAgT2Q8AYBAgQIECAAAECBAgQIECAQP8FVEiAAAEC4xAQAI9DUR8ECBAgQIAAAQKTE9AzAQIECBAgQIAAAQIECBAg0H8BFRIgMDYBAfDYKHVEgAABAgQIECBAgMC4BfRHgAABAgQIECBAgAABAgQI9F9AheMVEACP11NvBAgQIECAAAECBAgQIDAeAb0QIECAAAECBAgQIECAAAECuxCYsQB4FxV6hAABAgQIECBAq+aLigAAEABJREFUgAABAgQIEJgxAdMlQIAAAQIECBAgQIAAgd0KCIB3K+e5/RcwIgECBAgQIECAAAECBAgQINB/ARUSIECAAAECBAgQILAnAQHwnvg8TIDAfgkYhwABAgQIECBAgAABAgQIEOi/gAoJECBAgAABAgT2LiAA3ruhHggQIEBgsgJ6J0CAAAECBAgQIECAAAECBPovoEICBAgQIEBgTAIC4DFB6oYAAQIECBCYhIA+CRAgQIAAAQIECBAgQIAAgf4LqJAAAQIExikgAB6npr4IECBAgAABAgTGJ6AnAgQIECBAgAABAgQIECBAoP8CKiRAYOwCAuCxk+qQAAECBAgQIECAAIG9CnieAAECBAgQIECAAAECBAgQ6L+ACicjIACejKteCRAgQIAAAQIECBAgQGB3Ap4iQIAAAQIECBAgQIAAAQIE9iAwIwHwHir0KAECBAgQIECAAAECBAgQIDAjAqZJgAABAgQIECBAgAABAnsVEADvVdDzkxcwAgECBAgQIECAAAECBAgQINB/ARUSIECAAAECBAgQIDAWAQHwWBh1QoDApAT0S4AAAQIECBAgQIAAAQIECPRfQIUECBAgQIAAAQLjExAAj89STwQIECAwXgG9ESBAgAABAgQIECBAgAABAv0XUCEBAgQIECAwZgEB8JhBdUeAAAECBAiMQ0AfBAgQIECAAAECBAgQIECAQP8FVEiAAAECkxAQAE9CVZ8ECBAgQIAAAQK7F/AkAQIECBAgQIAAAQIECBAg0H8BFRIgMDEBAfDEaHVMgAABAgQIECBAgMBOBdxPgAABAgQIECBAgAABAgQI9F9AhZMVEABP1lfvBAgQIECAAAECBAgQIHBxAu4iQIAAAQIECBAgQIAAAQIExiAw5QHwGCrUBQECBAgQIECAAAECBAgQIDDlAqZHgAABAgQIECBAgAABAuMSEACPS1I/4xfQIwECBAgQIECAAAECBAgQINB/ARUSIECAAAECBAgQIDBWAQHwWDl1RoDAuAT0Q4AAAQIECBAgQIAAAQIECPRfQIUECBAgQIAAAQLjFxAAj99UjwQIECCwNwFPEyBAgAABAgQIECBAgAABAv0XUCEBAgQIECAwIQEB8IRgdUuAAAECBAjsRsAzBAgQIECAAAECBAgQIECAQP8FVEiAAAECkxQQAE9SV98ECBAgQIAAAQIXL+BOAgQIECBAgAABAgQIECBAoP8CKiRAYOICAuCJExuAAAECBAgQIECAAIHbE3CdAAECBAgQIECAAAECBAgQ6L+ACvdHQAC8P85GIUCAAAECBAgQIECAAIHzCzhLgAABAgQIECBAgAABAgQIjFFgSgPgMVaoKwIECBAgQIAAAQIECBAgQGBKBUyLAAECBAgQIECAAAECBMYtIAAet6j+9i6gBwIECBAgQIAAAQIECBAgQKD/AiokQIAAAQIECBAgQGAiAgLgibDqlACB3Qp4jgABAgQIECBAgAABAgQIEOi/gAoJECBAgAABAgQmJyAAnpytngkQIEBgZwLuJkCAAAECBAgQIECAAAECBPovoEICBAgQIEBgwgIC4AkD654AAQIECBC4GAH3ECBAgAABAgQIECBAgAABAv0XUCEBAgQI7IeAAHg/lI1BgAABAgQIECBw2wKuECBAgAABAgQIECBAgAABAv0XUCEBAvsmIADeN2oDESBAgAABAgQIECBwSwGfCRAgQIAAAQIECBAgQIAAgf4LqHB/BQTA++ttNAIECBAgQIAAAQIECBDYFPBOgAABAgQIECBAgAABAgQITEBgygLgCVSoSwIECBAgQIAAAQIECBAgQGDKBEyHAAECBAgQIECAAAECBCYlIACelKx+dy7gCQIECBAgQIAAAQIECBAgQKD/AiokQIAAAQIECBAgQGCiAgLgifLqnACBixVwHwECBAgQIECAAAECBAgQINB/ARUSIECAAAECBAhMXkAAPHljIxAgQIDAhQVcJUCAAAECBAgQIECAAAECBPovoEICBAgQIEBgnwQEwPsEbRgCBAgQIEDgfALOESBAgAABAgQIECBAgAABAv0XUCEBAgQI7KeAAHg/tY1FgAABAgQIECBws4AjAgQIECBAgAABAgQIECBAoP8CKiRAYN8FBMD7Tm5AAgQIECBAgAABAgQIECBAgAABAgQIECBAgAABAv0XUOHBCAiAD8bdqAQIECBAgAABAgQIEJhXAXUTIECAAAECBAgQIECAAAECExSYkgB4ghXqmgABAgQIECBAgAABAgQIEJgSAdMgQIAAAQIECBAgQIAAgUkLCIAnLaz/2xdwBwECBAgQIECAAAECBAgQINB/ARUSIECAAAECBAgQILAvAgLgfWE2CAECtyXgPAECBAgQIECAAAECBAgQINB/ARUSIECAAAECBAjsn4AAeP+sjUSAAAEC5wr4RIAAAQIECBAgQIAAAQIECPRfQIUECBAgQIDAPgsIgPcZ3HAECBAgQIBAFdAIECBAgAABAgQIECBAgACB/guokAABAgQOQkAAfBDqxiRAgAABAgQIzLOA2gkQIECAAAECBAgQIECAAIH+C6iQAIEDExAAHxi9gQkQIECAAAECBAjMn4CKCRAgQIAAAQIECBAgQIAAgf4LqPBgBQTAB+tvdAIECBAgQIAAAQIECMyLgDoJECBAgAABAgQIECBAgACBfRA44AB4Hyo0BAECBAgQIECAAAECBAgQIHDAAoYnQIAAAQIECBAgQIAAgf0SEADvl7Rxbi3gDAECBAgQIECAAAECBAgQINB/ARUSIECAAAECBAgQILCvAgLgfeU2GAEC2wL2BAgQIECAAAECBAgQIECAQP8FVEiAAAECBAgQILD/AgLg/Tc3IgECBOZdQP0ECBAgQIAAAQIECBAgQIBA/wVUSIAAAQIECByQgAD4gOANS4AAAQIE5lNA1QQIECBAgAABAgQIECBAgED/BVRIgAABAgcpIAA+SH1jEyBAgAABAgTmSUCtBAgQIECAAAECBAgQIECAQP8FVEiAwIELCIAPfAlMgAABAgQIECBAgED/BVRIgAABAgQIECBAgAABAgQI9F9AhdMhIACejnUwCwIECBAgQIAAAQIECPRVQF0ECBAgQIAAAQIECBAgQIDAPgocUAC8jxUaigABAgQIECBAgAABAgQIEDggAcMSIECAAAECBAgQIECAwH4LCID3W9x4EQwIECBAgAABAgQIECBAgACB/guokAABAgQIECBAgACBAxEQAB8Iu0EJzK+AygkQIECAAAECBAgQIECAAIH+C6iQAAECBAgQIEDg4AQEwAdnb2QCBAjMm4B6CRAgQIAAAQIECBAgQIAAgf4LqJAAAQIECBA4YAEB8AEvgOEJECBAgMB8CKiSAAECBAgQIECAAAECBAgQ6L+ACgkQIEBgGgQEwNOwCuZAgAABAgQIEOizgNoIECBAgAABAgQIECBAgACB/guokACBqREQAE/NUpgIAQIECBAgQIAAgf4JqIgAAQIECBAgQIAAAQIECBDov4AKp0tAADxd62E2BAgQIECAAAECBAgQ6IuAOggQIECAAAECBAgQIECAAIEDENjnAPgAKjQkAQIECBAgQIAAAQIECBAgsM8ChiNAgAABAgQIECBAgACBgxIQAB+U/DyOq2YCBAgQIECAAAECBAgQIECg/wIqJECAAAECBAgQIEDgQAUEwAfKb3AC8yOgUgIECBAgQIAAAQIECBAgQKD/AiokQIAAAQIECBA4eAEB8MGvgRkQIECg7wLqI0CAAAECBAgQIECAAAECBPovoEICBAgQIEBgSgQEwFOyEKZBgAABAgT6KaAqAgQIECBAgAABAgQIECBAoP8CKiRAgACBaRIQAE/TapgLAQIECBAgQKBPAmohQIAAAQIECBAgQIAAAQIE+i+gQgIEpk5AADx1S2JCBAgQIECAAAECBGZfQAUECBAgQIAAAQIECBAgQIBA/wVUOJ0CAuDpXBezIkCAAAECBAgQIECAwKwKmDcBAgQIECBAgAABAgQIECBwgAL7FAAfYIWGJkCAAAECBAgQIECAAAECBPZJwDAECBAgQIAAAQIECBAgcNACAuCDXoF5GF+NBAgQIECAAAECBAgQIECAQP8FVEiAAAECBAgQIECAwFQICICnYhlMgkB/BVRGgAABAgQIECBAgAABAgQI9F9AhQQIECBAgAABAtMjIACenrUwEwIECPRNQD0ECBAgQIAAAQIECBAgQIBA/wVUSIAAAQIECEyZgAB4yhbEdAgQIECAQD8EVEGAAAECBAgQIECAAAECBAj0X0CFBAgQIDCNAgLgaVwVcyJAgAABAgQIzLKAuRMgQIAAAQIECBAgQIAAAQL9F1AhAQJTKyAAntqlMTECBAgQIECAAAECsydgxgQIECBAgAABAgQIECBAgED/BVQ43QIC4OleH7MjQIAAAQIECBAgQIDArAiYJwECBAgQIECAAAECBAgQIDAFAhMOgKegQlMgQIAAAQIECBAgQIAAAQIEJiygewIECBAgQIAAAQIECBCYFgEB8LSsRB/noSYCBAgQIECAAAECBAgQIECg/wIqJECAAAECBAgQIEBgqgQEwFO1HCZDoD8CKiFAgAABAgQIECBAgAABAgT6L6BCAgQIECBAgACB6RMQAE/fmpgRAQIEZl3A/AkQIECAAAECBAgQIECAAIH+C6iQAAECBAgQmFIBAfCULoxpESBAgACB2RQwawIECBAgQIAAAQIECBAgQKD/AiokQIAAgWkWEABP8+qYGwECBAgQIEBglgTMlQABAgQIECBAgAABAgQIEOi/gAoJEJh6AQHw1C+RCRIgQIAAAQIECBCYfgEzJECAAAECBAgQIECAAAECBPovoMLZEBAAz8Y6mSUBAgQIECBAgAABAgSmVcC8CBAgQIAAAQIECBAgQIAAgSkSmFAAPEUVmgoBAgQIECBAgAABAgQIECAwIQHdEiBAgAABAgQIECBAgMC0CQiAp21F+jAfNRAgQIAAAQIECBAgQIAAAQL9F1AhAQIECBAgQIAAAQJTKSAAnsplMSkCsytg5gQIECBAgAABAgQIECBAgED/BVRIgAABAgQIECAwvQIC4OldGzMjQIDArAmYLwECBAgQIECAAAECBAgQINB/ARUSIECAAAECUy4gAJ7yBTI9AgQIECAwGwJmSYAAAQIECBAgQIAAAQIECPRfQIUECBAgMAsCAuBZWCVzJECAAAECBAhMs4C5ESBAgAABAgQIECBAgAABAv0XUCEBAjMjIACemaUyUQIECBAgQIAAAQLTJ2BGBAgQIECAAAECBAgQIECAQP8FVDhbAgLg2VovsyVAgAABAgQIECBAgMC0CJgHAQIECBAgQIAAAQIECBAgMIUCYw6Ap7BCUyJAgAABAgQIECBAgAABAgTGLKA7AgQIECBAgAABAgQIEJhWAQHwtK7MLM7LnAkQIECAAAECBILapsAAABAASURBVAgQIECAAIH+C6iQAAECBAgQIECAAIGpFhAAT/XymByB2REwUwIECBAgQIAAAQIECBAgQKD/AiokQIAAAQIECBCYfgEB8PSvkRkSIEBg2gXMjwABAgQIECBAgAABAgQIEOi/gAoJECBAgACBGREQAM/IQpkmAQIECBCYTgGzIkCAAAECBAgQIECAAAECBPovoEICBAgQmCUBAfAsrZa5EiBAgAABAgSmScBcCBAgQIAAAQIECBAgQIAAgf4LqJAAgZkTEADP3JKZMAECBAgQIECAAIGDFzADAgQIECBAgAABAgQIECBAoP8CKpxNAQHwbK6bWRMgQIAAAQIECBAgQOCgBIxLgAABAgQIECBAgAABAgQITLHAmALgKa7Q1AgQIECAAAECBAgQIECAAIExCeiGAAECBAgQIECAAAECBKZdQAA87Ss0C/MzRwIECBAgQIAAAQIECBAgQKD/AiokQIAAAQIECBAgQGAmBATAM7FMJklgegXMjAABAgQIECBAgAABAgQIEOi/gAoJECBAgAABAgRmR0AAPDtrZaYECBCYNgHzIUCAAAECBAgQIECAAAECBPovoEICBAgQIEBgxgQEwDO2YKZLgAABAgSmQ8AsCBAgQIAAAQIECBAgQIAAgf4LqJAAAQIEZlFAADyLq2bOBAgQIECAAIGDFDA2AQIECBAgQIAAAQIECBAg0H8BFRIgMLMCAuCZXToTJ0CAAAECBAgQILD/AkYkQIAAAQIECBAgQIAAAQIE+i+gwtkWEADP9vqZPQECBAgQIECAAAECBPZLwDgECBAgQIAAAQIECBAgQIDADAjsMQCegQpNkQABAgQIECBAgAABAgQIENijgMcJECBAgAABAgQIECBAYFYEBMCzslLTOE9zIkCAAAECBAgQIECAAAECBPovoEICBAgQIECAAAECBGZKQAA8U8tlsgSmR8BMCBAgQIAAAQIECBAgQIAAgf4LqJAAAQIECBAgQGD2BATAs7dmZkyAAIGDFjA+AQIECBAgQIAAAQIECBAg0H8BFRIgQIAAAQIzKiAAntGFM20CBAgQIHAwAkYlQIAAAQIECBAgQIAAAQIE+i+gQgIECBCYZQEB8CyvnrkTIECAAAECBPZTwFgECBAgQIAAAQIECBAgQIBA/wVUSIDAzAsIgGd+CRVAgAABAgQIECBAYPICRiBAgAABAgQIECBAgAABAgT6L6DCfggIgPuxjqogQIAAAQIECBAgQIDApAT0S4AAAQIECBAgQIAAAQIECMyQwC4D4Bmq0FQJECBAgAABAgQIECBAgACBXQp4jAABAgQIECBAgAABAgRmTUAAPGsrNg3zNQcCBAgQIECAAAECBAgQIECg/wIqJECAAAECBAgQIEBgJgUEwDO5bCZN4OAEjEyAAAECBAgQIECAAAECBAj0X0CFBAgQIECAAAECsysgAJ7dtTNzAgQI7LeA8QgQIECAAAECBAgQIECAAIH+C6iQAAECBAgQmHEBAfCML6DpEyBAgACB/REwCgECBAgQIECAAAECBAgQINB/ARUSIECAQB8EBMB9WEU1ECBAgAABAgQmKaBvAgQIECBAgAABAgQIECBAoP8CKiRAoDcCAuDeLKVCCBAgQIAAAQIECIxfQI8ECBAgQIAAAQIECBAgQIBA/wVU2C8BAXC/1lM1BAgQIECAAAECBAgQGJeAfggQIECAAAECBAgQIECAAIEZFNhhADyDFZoyAQIECBAgQIAAAQIECBAgsEMBtxMgQIAAAQIECBAgQIDArAoIgGd15Q5i3sYkQIAAAQIECBAgQIAAAQIE+i+gQgIECBAgQIAAAQIEZlpAADzTy2fyBPZPwEgE/j/27jzMtrWuD/zvXbuqznDPHRguGpVoGzqPjwafqNEnbTt0ko79GBKnSIw28CgiAoLtBUXEB5A4Ig6AomkQNS2IYosJimk1rW3EIQYkbTdxQkVUFNB7OfeeqYa9V961q+qcOnMNe+/a67c+ddfaa++113rX+/2897/vU3UIECBAgAABAgQIECBAgAABAvkFJCRAgAABAgT6L6AA7v8aSkCAAAECBOYtYHwCBAgQIECAAAECBAgQIEAgv4CEBAgQIJBEQAGcZCHFIECAAAECBAjMR8CoBAgQIECAAAECBAgQIECAQH4BCQkQyCSgAM60mrIQIECAAAECBAgQmKWAsQgQIECAAAECBAgQIECAAIH8AhKmE1AAp1tSgQgQIECAAAECBAgQIHB0ASMQIECAAAECBAgQIECAAAEC/RQ4SAHcz4RmTYAAAQIECBAgQIAAAQIECBxEwLUECBAgQIAAAQIECBAg0GMBBXCPF2+xU/c0AgQIECBAgAABAgQIECBAIL+AhAQIECBAgAABAgQI9F1AAdz3FTR/AosQ8AwCBAgQIECAAAECBAgQIEAgv4CEBAgQIECAAAECKQQUwCmWUQgCBAjMT8DIBAgQIECAAAECBAgQIECAQH4BCQkQIECAAIE8AgrgPGspCQECBAgQmLWA8QgQIECAAAECBAgQIECAAIH8AhISIECAQDIBBXCyBRWHAAECBAgQIDAbAaMQIECAAAECBAgQIECAAAEC+QUkJEAgo4ACOOOqykSAAAECBAgQIEDgKALuJUCAAAECBAgQIECAAAECBPILSJhWQAGcdmkFI0CAAAECBAgQIECAwMEF3EGAAAECBAgQIECAAAECBAj0W2A/BXC/E5o9AQIECBAgQIAAAQIECBAgsB8B1xAgQIAAAQIECBAgQIBAAgEFcIJFnG8EoxMgQIAAAQIECBAgQIAAAQL5BSQkQIAAAQIECBAgQCCLgAI4y0rKQWAeAsYkQIAAAQIECBAgQIAAAQIE8gtISIAAAQIECBAgkEpAAZxqOYUhQIDA7ASMRIAAAQIECBAgQIAAAQIECOQXkJAAAQIECBDIJ6AAzremEhEgQIAAgaMKuJ8AAQIECBAgQIAAAQIECBDILyAhAQIECCQVUAAnXVixCBAgQIAAAQKHE3AXAQIECBAgQIAAAQIECBAgkF9AQgIEMgsogDOvrmwECBAgQIAAAQIEDiLgWgIECBAgQIAAAQIECBAgQCC/gITpBRTA6ZdYQAIECBAgQIAAAQIECNxewBUECBAgQIAAAQIECBAgQIBADoFbFcA5EkpBgAABAgQIECBAgAABAgQI3ErAdwQIECBAgAABAgQIECCQSEABnGgxZxvFaAQIECBAgAABAgQIECBAgEB+AQkJECBAgAABAgQIEMgmoADOtqLyEJiFgDEIECBAgAABAgQIECBAgACB/AISEiBAgAABAgQIpBRQAKdcVqEIECBweAF3EiBAgAABAgQIECBAgAABAvkFJCRAgAABAgTyCiiA866tZAQIECBA4KACridAgAABAgQIECBAgAABAgTyC0hIgAABAskFFMDJF1g8AgQIECBAgMD+BFxFgAABAgQIECBAgAABAgQI5BeQkACBIQgogIewyjISIECAAAECBAgQuJWA7wgQIECAAAECBAgQIECAAIH8AhIORkABPJilFpQAAQIECBAgQIAAAQLXCzhDgAABAgQIECBAgAABAgQI5BK4UQGcK6E0BAgQIECAAAECBAgQIECAwI0EnCNAgAABAgQIECBAgACBhAIK4ISLerRI7iZAgAABAgQIECBAgAABAgTyC0hIgAABAgQIECBAgEBWAQVw1pWVi8BhBNxDgAABAgQIECBAgAABAgQI5BeQkAABAgQIECBAILWAAjj18gpHgACB/Qu4kgABAgQIECBAgAABAgQIEMgvICEBAgQIECCQX0ABnH+NJSRAgAABArcT8D0BAgQIECBAgAABAgQIECCQX0BCAgQIEBiIgAJ4IAstJgECBAgQIEDgxgLOEiBAgAABAgQIECBAgAABAvkFJCRAYEgCCuAhrbasBAgQIECAAAECBPYKeE+AAAECBAgQIECAAAECBAjkF5BwcAIK4MEtucAECBAgQIAAAQIECBCIYECAAAECBAgQIECAAAECBAjkFNhbAOdMKBUBAgQIECBAgAABAgQIECCwV8B7AgQIECBAgAABAgQIEEgsoABOvLgHi+ZqAgQIECBAgAABAgQIECBAIL+AhAQIECBAgAABAgQIZBdQAGdfYfkI7EfANQQIECBAgAABAgQIECBAgEB+AQkJECBAgAABAgQGIaAAHsQyC0mAAIGbC/iGAAECBAgQIECAAAECBAgQyC8gIQECBAgQIDAcAQXwcNZaUgIECBAgcK2AzwQIECBAgAABAgQIECBAgEB+AQkJECBAYGACCuCBLbi4BAgQIECAAIFtAa8ECBAgQIAAAQIECBAgQIBAfgEJCRAYooACeIirLjMBAgQIECBAgMCwBaQnQIAAAQIECBAgQIAAAQIE8gtIOFgBBfBgl15wAgQIECBAgAABAgSGKCAzAQIECBAgQIAAAQIECBAgkFugK4BzJ5SOAAECBAgQIECAAAECBAgQ6ATsBAgQIECAAAECBAgQIDAAAQXwABb51hF9S4AAAQIECBAgQIAAAQIECOQXkJAAAQIECBAgQIAAgaEIKICHstJyEriRgHMECBAgQIAAAQIECBAgQIBAfgEJCRAgQIAAAQIEBiWgAB7UcgtLgACBKwLeESBAgAABAgQIECBAgAABAvkFJCRAgAABAgSGJ6AAHt6aS0yAAAECBAgQIECAAAECBAgQIECAAAEC+QUkJECAAIGBCiiAB7rwYhMgQIAAAQJDFZCbAAECBAgQIECAAAECBAgQyC8gIQECQxZQAA959WUnQIAAAQIECBAYloC0BAgQIECAAAECBAgQIECAQH4BCQcvoAAe/P8CAAgQIECAAAECBAgQGIKAjAQIECBAgAABAgQIECBAgEB+gS6hArhTsBMgQIAAAQIECBAgQIAAgbwCkhEgQIAAAQIECBAgQIDAgAQUwANa7Kuj+kSAAAECBAgQIECAAAECBAjkF5CQAAECBAgQIECAAIGhCSiAh7bi8hLoBOwECBAgQIAAAQIECBAgQIBAfgEJCRAgQIAAAQIEBimgAB7ksgtNgMCQBWQnQIAAAQIECBAgQIAAAQIE8gtISIAAAQIECAxXQAE83LWXnAABAgSGJyAxAQIECBAgQIAAAQIECBAgkF9AQgIECBAYuIACeOD/A4hPgAABAgQIDEVATgIECBAgQIAAAQIECBAgQCC/gIQECBCIUAD7v4AAAQIECBAgQIBAdgH5CBAgQIAAAQIECBAgQIAAgfwCEhLYEVAA70A4ECBAgAABAgQIECBAIKOATAQIECBAgAABAgQIECBAgEB+gb0JFcB7NbwnQIAAAQIECBAgQIAAAQJ5BCQhQIAAAQIECBAgQIAAgQEKKIAHt+gCEyBAgAABAgQIECBAgAABAvkFJCRAgAABAgQIECBAYKgCCuChrrzcwxSQmgABAgQIECBAgAABAgQIEMgvICEBAgQ8PUazAAAQAElEQVQIECBAgMCgBRTAg15+4QkQGJKArAQIECBAgAABAgQIECBAgEB+AQkJECBAgAABAgpg/w8QIECAAIH8AhISIECAAAECBAgQIECAAAEC+QUkJECAAAECUwEF8JTBCwECBAgQIEAgq4BcBAgQIECAAAECBAgQIECAQH4BCQkQIHBFQAF8xcI7AgQIECBAgAABArkEpCFAgAABAgQIECBAgAABAgTyC0hI4BoBBfA1ID4SIECAAAECBAgQIEAgg4AMBAgQIECAAAECBAgQIECAQH6BGyVUAN9IxTkCBAgQIECAAAECBAgQINBfATMnQIAAAQIECBAgQIAAgQELKIAHs/iCEiBAgAABAgQIECBAgAABAvkFJCRAgAABAgQIECBAYOgCCuCh/x8g/zAEpCRAgAABAgQIECBAgAABAgTyC0hIgAABAgQIECBAoAoogCuCjQABApkFZCNAgAABAgQIECBAgAABAgTyC0hIgAABAgQIENgVUADvSjgSIECAAIF8AhIRIECAAAECBAgQIECAAAEC+QUkJECAAAECVwkogK/i8IEAAQIECBAgkEVADgIECBAgQIAAAQIECBAgQCC/gIQECBC4XkABfL2JMwQIECBAgAABAgT6LWD2BAgQIECAAAECBAgQIECAQH4BCQncREABfBMYpwkQIECAAAECBAgQINBHAXMmQIAAAQIECBAgQIAAAQIE8gvcKqEC+FY6viNAgAABAgQIECBAgAABAv0RMFMCBAgQIECAAAECBAgQIBAK4PT/EwhIgAABAgQIECBAgAABAgQI5BeQkAABAgQIECBAgAABAtsCCuBtB68EcgpIRYAAAQIECBAgQIAAAQIECOQXkJAAAQIECBAgQIDAHgEF8B4MbwkQIJBJQBYCBAgQIECAAAECBAgQIEAgv4CEBAgQIECAAIFrBRTA14r4TIAAAQIE+i8gAQECBAgQIECAAAECBAgQIJBfQEICBAgQIHBDAQXwDVmcJECAAAECBAj0VcC8CRAgQIAAAQIECBAgQIAAgfwCEhIgQODmAgrgm9v4hgABAgQIECBAgEC/BMyWAAECBAgQIECAAAECBAgQyC8gIYHbCCiAbwPkawIECBAgQIAAAQIECPRBwBwJECBAgAABAgQIECBAgACB/AL7SagA3o+SawgQIECAAAECBAgQIECAwPIKmBkBAgQIECBAgAABAgQIELgsoAC+TJHtjTwECBAgQIAAAQIECBAgQIBAfgEJCRAgQIAAAQIECBAgcLWAAvhqD58I5BCQggABAgQIECBAgAABAgQIEMgvICEBAgQIECBAgACBGwgogG+A4hQBAgT6LGDuBAgQIECAAAECBAgQIECAQH4BCQkQIECAAAECNxNQAN9MxnkCBAgQINA/ATMmQIAAAQIECBAgQIAAAQIE8gtISIAAAQIEbimgAL4ljy8JECBAgAABAn0RME8CBAgQIECAAAECBAgQIEAgv4CEBAgQuL2AAvj2Rq4gQIAAAQIECBAgsNwCZkeAAAECBAgQIECAAAECBAjkF5CQwD4FFMD7hHIZAQIECBAgQIAAAQIEllHAnAgQIECAAAECBAgQIECAAIH8AgdJqAA+iJZrCRAgQIAAAQIECBAgQIDA8giYCQECBAgQIECAAAECBAgQuE5AAXwdSd9PmD8BAgQIECBAgAABAgQIECCQX0BCAgQIECBAgAABAgQI3FhAAXxjF2cJ9FPArAkQIECAAAECBAgQIECAAIH8AhISIECAAAECBAgQuIWAAvgWOL4iQIBAnwTMlQABAgQIECBAgAABAgQIEMgvICEBAgQIECBA4HYCCuDbCfmeAAECBAgsv4AZEiBAgAABAgQIECBAgAABAvkFJCRAgAABAvsSUADvi8lFBAgQIECAAIFlFTAvAgQIECBAgAABAgQIECBAIL+AhAQIENi/gAJ4/1auJECAAAECBAgQILBcAmZDgAABAgQIECBAgAABAgQI5BeQkMABBRTABwRzOQECBAgQIECAAAECBJZBwBwIECBAgAABAgQIECBAgACB/AKHSagAPoyaewgQIECAAAECBAgQIECAwPEJeDIBAgQIECBAgAABAgQIELipgAL4pjR9+8J8CRAgQIAAAQIECBAgQIAAgfwCEhIgQIAAAQIECBAgQODWAgrgW/v4lkA/BMySAAECBAgQIECAAAECBAgQyC8gIQECBAgQIECAAIF9CCiA94HkEgIECCyzgLkRIECAAAECBAgQIECAAAEC+QUkJECAAAECBAjsV0ABvF8p1xEgQIAAgeUTMCMCBAgQIECAAAECBAgQIEAgv4CEBAgQIEDgQAIK4ANxuZgAAQIECBAgsCwC5kGAAAECBAgQIECAAAECBAjkF5CQAAECBxdQAB/czB0ECBAgQIAAAQIEjlfA0wkQIECAAAECBAgQIECAAIH8AhISOKSAAviQcG4jQIAAAQIECBAgQIDAcQh4JgECBAgQIECAAAECBAgQIJBf4CgJFcBH0XMvAQIECBAgQIAAAQIECBBYnIAnESBAgAABAgQIECBAgACB2woogG9LtOwXmB8BAgQIECBAgAABAgQIECCQX0BCAgQIECBAgAABAgQI7E9AAbw/J1cRWE4BsyJAgAABAgQIECBAgAABAgTyC0hIgAABAgQIECBA4AACCuADYLmUAAECyyRgLgQIECBAgAABAgQIECBAgEB+AQkJECBAgAABAgcVUAAfVMz1BAgQIEDg+AXMgAABAgQIECBAgAABAgQIEMgvICEBAgQIEDiUgAL4UGxuIkCAAAECBAgcl4DnEiBAgAABAgQIECBAgAABAvkFJCRAgMDhBRTAh7dzJwECBAgQIECAAIHFCngaAQIECBAgQIAAAQIECBAgkF9AQgJHFFAAHxHQ7QQIECBAgAABAgQIEFiEgGcQIECAAAECBAgQIECAAAEC+QVmkVABPAtFYxAgQIAAAQIECBAgQIAAgfkJGJkAAQIECBAgQIAAAQIECOxbQAG8b6plu9B8CBAgQIAAAQIECBAgQIAAgfwCEhIgQIAAAQIECBAgQOBgAgrgg3m5msByCJgFAQIECBAgQIAAAQIECBAgkF9AQgIECBAgQIAAAQKHEFAAHwLNLQQIEDhOAc8mQIAAAQIECBAgQIAAAQIE8gtISIAAAQIECBA4rIAC+LBy7iNAgAABAosX8EQCBAgQIECAAAECBAgQIEAgv4CEBAgQIEDgSAIK4CPxuZkAAQIECBAgsCgBzyFAgAABAgQIECBAgAABAgTyC0hIgACBowsogI9uaAQCBAgQIECAAAEC8xUwOgECBAgQIECAAAECBAgQIJBfQEICMxJQAM8I0jAECBAgQIAAAQIECBCYh4AxCRAgQIAAAQIECBAgQIAAgfwCs0yoAJ6lprEIECBAgAABAgQIECBAgMDsBIxEgAABAgQIECBAgAABAgQOLKAAPjDZcd/g+QQIECBAgAABAgQIECBAgEB+AQkJECBAgAABAgQIECBwOAEF8OHc3EXgeAQ8lQABAgQIECBAgAABAgQIEMgvICEBAgQIECBAgACBIwgogI+A51YCBAgsUsCzCBAgQIAAAQIECBAgQIAAgfwCEhIgQIAAAQIEjiqgAD6qoPsJECBAgMD8BTyBAAECBAgQIECAAAECBAgQyC8gIQECBAgQmImAAngmjAYhQIAAAQIECMxLwLgECBAgQIAAAQIECBAgQIBAfgEJCRAgMDsBBfDsLI1EgAABAgQIECBAYLYCRiNAgAABAgQIECBAgAABAgTyC0hIYMYCCuAZgxqOAAECBAgQIECAAAECsxAwBgECBAgQIECAAAECBAgQIJBfYB4JFcDzUDUmAQIECBAgQIAAAQIECBA4vIA7CRAgQIAAAQIECBAgQIDAoQUUwIemW/SNnkeAAAECBAgQIECAAAECBAjkF5CQAAECBAgQIECAAAECRxNQAB/Nz90EFiPgKQQIECBAgAABAgQIECBAgEB+AQkJECBAgAABAgQIzEBAATwDREMQIEBgngLGJkCAAAECBAgQIECAAAECBPILSEiAAAECBAgQmJWAAnhWksYhQIAAAQKzFzAiAQIECBAgQIAAAQIECBAgkF9AQgIECBAgMFMBBfBMOQ1GgAABAgQIEJiVgHEIECBAgAABAgQIECBAgACB/AISEiBAYPYCCuDZmxqRAAECBAgQIECAwNEE3E2AAAECBAgQIECAAAECBAjkF5CQwJwEFMBzgjUsAQIECBAgQIAAAQIEDiPgHgIECBAgQIAAAQIECBAgQCC/wDwTKoDnqWtsAgQIECBAgAABAgQIECCwfwFXEiBAgAABAgQIECBAgACBIwsogI9MOO8BjE+AAAECBAgQIECAAAECBAjkF5CQAAECBAgQIECAAAECsxFQAM/G0SgE5iNgVAIECBAgQIAAAQIECBAgQCC/gIQECBAgQIAAAQIEZiigAJ4hpqEIECAwSwFjESBAgAABAgQIECBAgAABAvkFJCRAgAABAgQIzFpAATxrUeMRIECAAIGjCxiBAAECBAgQIECAAAECBAgQyC8gIQECBAgQmIuAAngurAYlQIAAAQIECBxWwH0ECBAgQIAAAQIECBAgQIBAfgEJCRAgMD8BBfD8bI1MgAABAgQIECBA4GACriZAgAABAgQIECBAgAABAgTyC0hIYM4CCuA5AxueAAECBAgQIECAAAEC+xFwDQECBAgQIECAAAECBAgQIJBfYBEJFcCLUPYMAgQIECBAgAABAgQIECBwcwHfECBAgAABAgQIECBAgACBmQkogGdGOeuBjEeAAAECBAgQIECAAAECBAjkF5CQAAECBAgQIECAAAECsxVQAM/W02gEZiNgFAIECBAgQIAAAQIECBAgQCC/gIQECBAgQIAAAQIE5iCgAJ4DqiEJECBwFAH3EiBAgAABAgQIECBAgAABAvkFJCRAgAABAgQIzEtAATwvWeMSIECAAIGDC7iDAAECBAgQIECAAAECBAgQyC8gIQECBAgQmKuAAniuvAYnQIAAAQIECOxXwHUECBAgQIAAAQIECBAgQIBAfgEJCRAgMH8BBfD8jT2BAAECBAgQIECAwK0FfEuAAAECBAgQIECAAAECBAjkF5CQwIIEFMALgvYYAgQIECBAgAABAgQI3EjAOQIECBAgQIAAAQIECBAgQCC/wCITKoAXqe1ZBAgQIECAAAECBAgQIEDgioB3BAgQIECAAAECBAgQIEBg5gIK4JmTHnVA9xMgQIAAAQIECBAgQIAAAQL5BSQkQIAAAQIECBAgQIDAfAQUwPNxNSqBwwm4iwABAgQIECBAgAABAgQIEMgvICEBAgQIECBAgACBOQoogOeIa2gCBAgcRMC1BAgQIECAAAECBAgQIECAQH4BCQkQIECAAAEC8xZQAM9b2PgECBAgQOD2Aq4gQIAAAQIECBAgQIAAAQIE8gtIoTTKFQAAEABJREFUSIAAAQIEFiKgAF4Is4cQIECAAAECBG4m4DwBAgQIECBAgAABAgQIECCQX0BCAgQILE5AAbw4a08iQIAAAQIECBAgcLWATwQIECBAgAABAgQIECBAgEB+AQkJLFhAAbxgcI8jQIAAAQIECBAgQIBAJ2AnQIAAAQIECBAgQIAAAQIE8gscR0IF8HGoeyYBAgQIECBAgAABAgQIDFlAdgIECBAgQIAAAQIECBAgMDcBBfDcaA86sOsJECBAgAABAgQIECBAgACB/AISEiBAgAABAgQIECBAYL4CCuD5+hqdwP4EXEWAAAECBAgQIECAAAECBAjkF5CQAAECBAgQIECAwAIEFMALQPYIAgQI3ErAdwQIECBAgAABAgQIECBAgEB+AQkJECBAgAABAosSUAAvStpzCBAgQIDA9QLOECBAgAABAgQIECBAgAABAvkFJCRAgAABAgsVUAAvlNvDCBAgQIAAAQK7Ao4ECBAgQIAAAQIECBAgQIBAfgEJCRAgsHgBBfDizT2RAAECBAgQIEBg6ALyEyBAgAABAgQIECBAgAABAvkFJCRwTAIK4GOC91gCBAgQIECAAAECBIYpIDUBAgQIECBAgAABAgQIECCQX+A4EyqAj1PfswkQIECAAAECBAgQIEBgSAKyEiBAgAABAgQIECBAgACBuQsogOdOfLsH+J4AAQIECBAgQIAAAQIECBDILyAhAQIECBAgQIAAAQIEFiOgAF6Ms6cQuLGAswQIECBAgAABAgQIECBAgEB+AQkJECBAgAABAgQILFBAAbxAbI8iQIDAXgHvCRAgQIAAAQIECBAgQIAAgfwCEhIgQIAAAQIEFi2gAF60uOcRIECAAIEIBgQIECBAgAABAgQIECBAgEB+AQkJECBAgMCxCCiAj4XdQwkQIECAAIHhCkhOgAABAgQIECBAgAABAgQI5BeQkAABAscnoAA+PntPJkCAAAECBAgQGJqAvAQIECBAgAABAgQIECBAgEB+AQkJHLOAAviYF8DjCRAgQIAAAQIECBAYhoCUBAgQIECAAAECBAgQIECAQH6BZUioAF6GVTAHAgQIECBAgAABAgQIEMgsIBsBAgQIECBAgAABAgQIEFiYgAJ4YdTXPshnAgQIECBAgAABAgQIECBAIL+AhAQIECBAgAABAgQIEFisgAJ4sd6eRmBbwCsBAgQIECBAgAABAgQIECCQX0BCAgQIECBAgAABAscgoAA+BnSPJEBg2ALSEyBAgAABAgQIECBAgAABAvkFJCRAgAABAgQIHJeAAvi45D2XAAECBIYoIDMBAgQIECBAgAABAgQIECCQX0BCAgQIECBwrAIK4GPl93ACBAgQIEBgOAKSEiBAgAABAgQIECBAgAABAvkFJCRAgMDxCyiAj38NzIAAAQIECBAgQCC7gHwECBAgQIAAAQIECBAgQIBAfgEJCSyJgAJ4SRbCNAgQIECAAAECBAgQyCkgFQECBAgQIECAAAECBAgQIJBfYJkSKoCXaTXMhQABAgQIECBAgAABAgQyCchCgAABAgQIECBAgAABAgQWLqAAXji5BxIgQIAAAQIECBAgQIAAAQL5BSQkQIAAAQIECBAgQIDA8QgogI/H3VOHKiA3AQIECBAgQIAAAQIECBAgkF9AQgIECBAgQIAAAQLHKKAAPkZ8jyZAYFgC0hIgQIAAAQIECBAgQIAAAQL5BSQkQIAAAQIECBy3gAL4uFfA8wkQIEBgCAIyEiBAgAABAgQIECBAgAABAvkFJCRAgAABAkshoABeimUwCQIECBAgQCCvgGQECBAgQIAAAQIECBAgQIBAfgEJCRAgsDwCCuDlWQszIUCAAAECBAgQyCYgDwECBAgQIECAAAECBAgQIJBfQEICSyagAF6yBTEdAgQIECBAgAABAgRyCEhBgAABAgQIECBAgAABAgQI5BdYxoQK4GVcFXMiQIAAAQIECBAgQIAAgT4LmDsBAgQIECBAgAABAgQIEDg2AQXwwug9iAABAgQIECBAgAABAgQIEMgvICEBAgQIECBAgAABAgSOV0ABfLz+nj4UATkJECBAgAABAgQIECBAgACB/AISEiBAgAABAgQIEFgCAQXwEiyCKRAgkFtAOgIECBAgQIAAAQIECBAgQCC/gIQECBAgQIAAgWURUAAvy0qYBwECBAhkFJCJAAECBAgQIECAAAECBAgQyC8gIQECBAgQWCoBBfBSLYfJECBAgAABAnkEJCFAgAABAgQIECBAgAABAgTyC0hIgACB5RNQAC/fmpgRAQIECBAgQIBA3wXMnwABAgQIECBAgAABAgQIEMgvICGBJRVQAC/pwpgWAQIECBAgQIAAAQL9FDBrAgQIECBAgAABAgQIECBAIL/AMidUAC/z6pgbAQIECBAgQIAAAQIECPRJwFwJECBAgAABAgQIECBAgMCxCyiA574EHkCAAAECBAgQIECAAAECBAjkF5CQAAECBAgQIECAAAECyyGgAF6OdTCLrAJyESBAgAABAgQIECBAgAABAvkFJCRAgAABAgQIECCwRAIK4CVaDFMhQCCXgDQECBAgQIAAAQIECBAgQIBAfgEJCRAgQIAAAQLLJqAAXrYVMR8CBAgQyCAgAwECBAgQIECAAAECBAgQIJBfQEICBAgQILCUAgrgpVwWkyJAgAABAgT6K2DmBAgQIECAAAECBAgQIECAQH4BCQkQILC8Agrg5V0bMyNAgAABAgQIEOibgPkSIECAAAECBAgQIECAAAEC+QUkJLDkAgrgJV8g0yNAgAABAgQIECBAoB8CZkmAAAECBAgQIECAAAECBAjkF+hDQgVwH1bJHAkQIECAAAECBAgQIEBgmQXMjQABAgQIECBAgAABAgQILI2AAnhuS2FgAgQIECBAgAABAgQIECBAIL+AhAQIECBAgAABAgQIEFguAQXwcq2H2WQRkIMAAQIECBAgQIAAAQIECBDILyAhAQIECBAgQIAAgSUUUAAv4aKYEgEC/RYwewIECBAgQIAAAQIECBAgQCC/gIQECBAgQIAAgWUVUAAv68qYFwECBAj0UcCcCRAgQIAAAQIECBAgQIAAgfwCEhIgQIAAgaUWUAAv9fKYHAECBAgQINAfATMlQIAAAQIECBAgQIAAAQIE8gtISIAAgeUXUAAv/xqZIQECBAgQIECAwLILmB8BAgQIECBAgAABAgQIECCQX0BCAj0RUAD3ZKFMkwABAgQIECBAgACB5RQwKwIECBAgQIAAAQIECBAgQCC/QJ8SKoD7tFrmSoAAAQIECBAgQIAAAQLLJGAuBAgQIECAAAECBAgQIEBg6QQUwDNfEgMSIECAAAECBAgQIECAAAEC+QUkJECAAAECBAgQIECAwHIKKICXc13Mqq8C5k2AAAECBAgQIECAAAECBAjkF5CQAAECBAgQIECAwBILKICXeHFMjQCBfgmYLQECBAgQIECAAAECBAgQIJBfQEICBAgQIECAwLILKICXfYXMjwABAgT6IGCOBAgQIECAAAECBAgQIECAQH4BCQkQIECAQC8EFMC9WCaTJECAAAECBJZXwMwIECBAgAABAgQIECBAgACB/AISEiBAoD8CCuD+rJWZEiBAgAABAgQILJuA+RAgQIAAAQIECBAgQIAAAQL5BSQk0DMBBXDPFsx0CRAgQIAAAQIECBBYDgGzIECAAAECBAgQIECAAAECBPIL9DGhAriPq2bOBAgQIECAAAECBAgQIHCcAp5NgAABAgQIECBAgAABAgSWVkABPLOlMRABAgQIECBAgAABAgQIECCQX0BCAgQIECBAgAABAgQILLeAAni518fs+iJgngQIECBAgAABAgQIECBAgEB+AQkJECBAgAABAgQI9EBAAdyDRTJFAgSWW8DsCBAgQIAAAQIECBAgQIAAgfwCEhIgQIAAAQIE+iKgAO7LSpknAQIECCyjgDkRIECAAAECBAgQIECAAAEC+QUkJECAAAECvRJQAPdquUyWAAECBAgQWB4BMyFAgAABAgQIECBAgAABAgTyC0hIgACB/gkogPu3ZmZMgAABAgQIECBw3AKeT4AAAQIECBAgQIAAAQIECOQXkJBATwUUwD1dONMmQIAAAQIECBAgQOB4BDyVAAECBAgQIECAAAECBAgQyC/Q54QK4D6vnrkTIECAAAECBAgQIECAwCIFPIsAAQIECBAgQIAAAQIECCy9gAL4yEtkAAIECBAgQIAAAQIECBAgQCC/gIQECBAgQIAAAQIECBDoh4ACuB/rZJbLKmBeBAgQIECAAAECBAgQIECAQH4BCQkQIECAAAECBAj0SEAB3KPFMlUCBJZLwGwIECBAgAABAgQIECBAgACB/AISEiBAgAABAgT6JqAA7tuKmS8BAgQILIOAORAgQIAAAQIECBAgQIAAAQL5BSQkQIAAAQK9FFAA93LZTJoAAQIECBA4PgFPJkCAAAECBAgQIECAAAECBPILSEiAAIH+CiiA+7t2Zk6AAAECBAgQILBoAc8jQIAAAQIECBAgQIAAAQIE8gtISKDnAgrgni+g6RMgQIAAAQIECBAgsBgBTyFAgAABAgQIECBAgAABAgTyC2RIqADOsIoyECBAgAABAgQIECBAgMA8BYxNgAABAgQIECBAgAABAgR6I6AAPvRSuZEAAQIECBAgQIAAAQIECBDILyAhAQIECBAgQIAAAQIE+iWgAO7XepntsgiYBwECBAgQIECAAAECBAgQIJBfQEICBAgQIECAAAECPRRQAPdw0UyZAIHjFfB0AgQIECBAgAABAgQIECBAIL+AhAQIECBAgACBvgoogPu6cuZNgAABAsch4JkECBAgQIAAAQIECBAgQIBAfgEJCRAgQIBArwUUwL1ePpMnQIAAAQIEFifgSQQIECBAgAABAgQIECBAgEB+AQkJECDQfwEFcP/XUAICBAgQIECAAIF5CxifAAECBAgQIECAAAECBAgQyC8gIYEkAgrgJAspBgECBAgQIECAAAEC8xEwKgECBAgQIECAAAECBAgQIJBfIFNCBXCm1ZSFAAECBAgQIECAAAECBGYpYCwCBAgQIECAAAECBAgQINA7AQXwgZfMDQQIECBAgAABAgQIECBAgEB+AQkJECBAgAABAgQIECDQTwEFcD/XzayPS8BzCRAgQIAAAQIECBAgQIAAgfwCEhIgQIAAAQIECBDosYACuMeLZ+oECCxWwNMIECBAgAABAgQIECBAgACB/AISEiBAgAABAgT6LqAA7vsKmj8BAgQILELAMwgQIECAAAECBAgQIECAAIH8AhISIECAAIEUAgrgFMsoBAECBAgQIDA/ASMTIECAAAECBAgQIECAAAEC+QUkJECAQB4BBXCetZSEAAECBAgQIEBg1gLGI0CAAAECBAgQIECAAAECBPILSEggmYACONmCikOAAAECBAgQIECAwGwEjEKAAAECBAgQIECAAPvjZ8kAABAASURBVAECBAjkF8iYUAGccVVlIkCAAAECBAgQIECAAIGjCLiXAAECBAgQIECAAAECBAj0VkABvO+lcyEBAgQIECBAgAABAgQIECCQX0BCAgQIECBAgAABAgQI9FtAAdzv9TP7RQl4DgECBAgQIECAAAECBAgQIJBfQEICBAgQIECAAAECCQQUwAkWUQQCBOYrYHQCBAgQIECAAAECBAgQIEAgv4CEBAgQIECAAIEsAgrgLCspBwECBAjMQ8CYBAgQIECAAAECBAgQIECAQH4BCQkQIECAQCoBBXCq5RSGAAECBAgQmJ2AkQgQIECAAAECBAgQIECAAIH8AhISIEAgn4ACON+aSkSAAAECBAgQIHBUAfcTIECAAAECBAgQIECAAAEC+QUkJJBUQAGcdGHFIkCAAAECBAgQIEDgcALuIkCAAAECBAgQIECAAAECBPILZE6oAM68urIRIECAAAECBAgQIECAwEEEXEuAAAECBAgQIECAAAECBHovoAC+7RK6gAABAgQIECBAgAABAgQIEMgvICEBAgQIECBAgAABAgRyCCiAc6yjFPMSMC4BAgQIECBAgAABAgQIECCQX0BCAgQIECBAgAABAokEFMCJFlMUAgRmK2A0AgQIECBAgAABAgQIECBAIL+AhAQIECBAgACBbAIK4GwrKg8BAgQIzELAGAQIECBAgAABAgQIECBAgEB+AQkJECBAgEBKAQVwymUVigABAgQIEDi8gDsJECBAgAABAgQIECBAgACB/AISEiBAIK+AAjjv2kpGgAABAgQIECBwUAHXEyBAgAABAgQIECBAgAABAvkFJCSQXEABnHyBxSNAgAABAgQIECBAYH8CriJAgAABAgQIECBAgAABAgTyCwwhoQJ4CKssIwECBAgQIECAAAECBAjcSsB3BAgQIECAAAECBAgQIEAgjYAC+KZL6QsCBAgQIECAAAECBAgQIEAgv4CEBAgQIECAAAECBAgQyCWgAM61ntLMSsA4BAgQIECAAAECBAgQIECAQH4BCQkQIECAAAECBAgkFFAAJ1xUkQgQOJqAuwkQIECAAAECBAgQIECAAIH8AhISIECAAAECBLIKKICzrqxcBAgQIHAYAfcQIECAAAECBAgQIECAAAEC+QUkJECAAAECqQUUwKmXVzgCBAgQIEBg/wKuJECAAAECBAgQIECAAAECBPILSEiAAIH8Agrg/GssIQECBAgQIECAwO0EfE+AAAECBAgQIECAAAECBAjkF5CQwEAEFMADWWgxCRAgQIAAAQIECBC4sYCzBAgQIECAAAECBAgQIECAQH6BISVUAA9ptWUlQIAAAQIECBAgQIAAgb0C3hMgQIAAAQIECBAgQIAAgXQCCuDrltQJAgQIECBAgAABAgQIECBAIL+AhAQIECBAgAABAgQIEMgpoADOua5SHVbAfQQIECBAgAABAgQIECBAgEB+AQkJECBAgAABAgQIJBZQACdeXNEIEDiYgKsJECBAgAABAgQIECBAgACB/AISEiBAgAABAgSyCyiAs6+wfAQIECCwHwHXECBAgAABAgQIECBAgAABAvkFJCRAgAABAoMQUAAPYpmFJECAAAECBG4u4BsCBAgQIECAAAECBAgQIEAgv4CEBAgQGI6AAng4ay0pAQIECBAgQIDAtQI+EyBAgAABAgQIECBAgAABAvkFJCQwMAEF8MAWXFwCBAgQIECAAAECBLYFvBIgQIAAAQIECBAgQIAAAQL5BYaYUAE8xFWXmQABAgQIECBAgAABAsMWkJ4AAQIECBAgQIAAAQIECKQVUABfXlpvCBAgQIAAAQIECBAgQIAAgfwCEhIgQIAAAQIECBAgQCC3gAI49/pKt18B1xEgQIAAAQIECBAgQIAAAQL5BSQkQIAAAQIECBAgMAABBfAAFllEAgRuLeBbAgQIECBAgAABAgQIECBAIL+AhAQIECBAgACBoQgogIey0nISIECAwI0EnCNAgAABAgQIECBAgAABAgTyC0hIgAABAgQGJaAAHtRyC0uAAAECBAhcEfCOAAECBAgQIECAAAECBAgQyC8gIQECBIYnoAAe3ppLTIAAAQIECBAgQIAAAQIECBAgQIAAAQIECBDILyAhgYEKKIAHuvBiEyBAgAABAgQIEBiqgNwECBAgQIAAAQIECBAgQIBAfoEhJ1QAD3n1ZSdAgAABAgQIECBAgMCwBKQlQIAAAQIECBAgQIAAAQLpBRTAkX6NBSRAgAABAgQIECBAgAABAgQCAQECBAgQIECAAAECBIYhoAAexjpLeTMB5wkQIECAAAECBAgQIECAAIH8AhISIECAAAECBAgQGJCAAnhAiy0qAQJXC/hEgAABAgQIECBAgAABAgQI5BeQkAABAgQIECAwNAEF8NBWXF4CBAgQ6ATsBAgQIECAAAECBAgQIECAQH4BCQkQIECAwCAFFMCDXHahCRAgQIDAkAVkJ0CAAAECBAgQIECAAAECBPILSEiAAIHhCiiAh7v2khMgQIAAAQIEhicgMQECBAgQIECAAAECBAgQIJBfQEICAxdQAA/8fwDxCRAgQIAAAQIECAxFQE4CBAgQIECAAAECBAgQIEAgv4CEEQpg/xcQIECAAAECBAgQIECAQHYB+QgQIECAAAECBAgQIECAwGAEBlwAD2aNBSVAgAABAgQIECBAgAABAgMWEJ0AAQIECBAgQIAAAQLDElAAD2u9pd0VcCRAgAABAgQIECBAgAABAgTyC0hIgAABAgQIECBAYIACCuABLrrIBIYuID8BAgQIECBAgAABAgQIECCQX0BCAgQIECBAgMBQBRTAQ115uQkQIDBMAakJECBAgAABAgQIECBAgACB/AISEiBAgACBQQsogAe9/MITIECAAIEhCchKgAABAgQIECBAgAABAgQI5BeQkAABAgQUwP4fIECAAAECBAgQyC8gIQECBAgQIECAAAECBAgQIJBfQEICBKYCCuApgxcCBAgQIECAAAECBLIKyEWAAAECBAgQIECAAAECBAjkF5DwioAC+IqFdwQIECBAgAABAgQIECCQS0AaAgQIECBAgAABAgQIECAwOIEBFsCDW2OBCRAgQIAAAQIECBAgQIDAAAVEJkCAAAECBAgQIECAwDAFFMDDXPfhppacAAECBAgQIECAAAECBAgQyC8gIQECBAgQIECAAIEBCyiAB7z4ohMYmoC8BAgQIECAAAECBAgQIECAQH4BCQkQIECAAAECQxdQAA/9/wD5CRAgMAwBKQkQIECAAAECBAgQIECAAIH8AhISIECAAAECVUABXBFsBAgQIECAQGYB2QgQIECAAAECBAgQIECAAIH8AhISIECAwK6AAnhXwpEAAQIECBAgQCCfgEQECBAgQIAAAQIECBAgQIBAfgEJCRC4SkABfBWHDwQIECBAgAABAgQIZBGQgwABAgQIECBAgAABAgQIEMgvIOH1Agrg602cIUCAAAECBAgQIECAAIF+C5g9AQIECBAgQIAAAQIECBAYrMCACuDBrrHgBAgQIECAAAECBAgQIEBgQAKiEiBAgAABAgQIECBAYNgCCuBhr/9w0ktKgAABAgQIECBAgAABAgQI5BeQkAABAgQIECBAgACBUAD7n4AAgfQCAhIgQIAAAQIECBAgQIAAAQL5BSQkQIAAAQIECBDYFlAAbzt4JUCAAIGcAlIRIECAAAECBAgQIECAAAEC+QUkJECAAAECBPYIKID3YHhLgAABAgQIZBKQhQABAgQIECBAgAABAgQIEMgvICEBAgQIXCugAL5WxGcCBAgQIECAAIH+C0hAgAABAgQIECBAgAABAgQI5BeQkACBGwoogG/I4iQBAgQIECBAgAABAn0VMG8CBAgQIECAAAECBAgQIEAgv4CENxdQAN/cxjcECBAgQIAAAQIECBAg0C8BsyVAgAABAgQIECBAgAABAoMXGEABPPg1BkCAAAECBAgQIECAAAECBAYgICIBAgQIECBAgAABAgQIdAIK4E7BnldAMgIECBAgQIAAAQIECBAgQCC/gIQECBAgQIAAAQIECFwWUABfpvCGAIFsAvIQIECAAAECBAgQIECAAAEC+QUkJECAAAECBAgQuFpAAXy1h08ECBAgkENACgIECBAgQIAAAQIECBAgQCC/gIQECBAgQIDADQQUwDdAcYoAAQIECBDos4C5EyBAgAABAgQIECBAgAABAvkFJCRAgACBmwkogG8m4zwBAgQIECBAgED/BMyYAAECBAgQIECAAAECBAgQyC8gIQECtxRQAN+Sx5cECBAgQIAAAQIECPRFwDwJECBAgAABAgQIECBAgACB/AIS3l5AAXx7I1cQIECAAAECBAgQIECAwHILmB0BAgQIECBAgAABAgQIECCwI5C4AN5J6ECAAAECBAgQIECAAAECBAgkFhCNAAECBAgQIECAAAECBPYKKID3anifR0ASAgQIECBAgAABAgQIECBAIL+AhAQIECBAgAABAgQIXCegAL6OxAkCBPouYP4ECBAgQIAAAQIECBAgQIBAfgEJCRAgQIAAAQIEbiygAL6xi7MECBAg0E8BsyZAgAABAgQIECBAgAABAgTyC0hIgAABAgQI3EJAAXwLHF8RIECAAAECfRIwVwIECBAgQIAAAQIECBAgQCC/gIQECBAgcDsBBfDthHxPgAABAgQIECCw/AJmSIAAAQIECBAgQIAAAQIECOQXkJAAgX0JKID3xeQiAgQIECBAgAABAgSWVcC8CBAgQIAAAQIECBAgQIAAgfwCEu5fQAG8fytXEiBAgAABAgQIECBAgMByCZgNAQIECBAgQIAAAQIECBAgcI1AwgL4moQ+EiBAgAABAgQIECBAgAABAgkFRCJAgAABAgQIECBAgACBGwkogG+k4lx/BcycAAECBAgQIECAAAECBAgQyC8gIQECBAgQIECAAAECNxVQAN+UxhcECPRNwHwJECBAgAABAgQIECBAgACB/AISEiBAgAABAgQI3FpAAXxrH98SIECAQD8EzJIAAQIECBAgQIAAAQIECBDILyAhAQIECBAgsA8BBfA+kFxCgAABAgQILLOAuREgQIAAAQIECBAgQIAAAQL5BSQkQIAAgf0KKID3K+U6AgQIECBAgACB5RMwIwIECBAgQIAAAQIECBAgQCC/gIQECBxIQAF8IC4XEyBAgAABAgQIECCwLALmQYAAAQIECBAgQIAAAQIECOQXkPDgAgrgg5u5gwABAgQIECBAgAABAgSOV8DTCRAgQIAAAQIECBAgQIAAgZsIJCqAb5LQaQIECBAgQIAAAQIECBAgQCCRgCgECBAgQIAAAQIECBAgcCsBBfCtdHzXHwEzJUCAAAECBAgQIECAAAECBPILSEiAAAECBAgQIECAwG0FFMC3JXIBAQLLLmB+BAgQIECAAAECBAgQIECAQH4BCQkQIECAAAECBPYnoADen5OrCBCK1tttAAAQAElEQVQgQGA5BcyKAAECBAgQIECAAAECBAgQyC8gIQECBAgQIHAAAQXwAbBcSoAAAQIECCyTgLkQIECAAAECBAgQIECAAAEC+QUkJECAAIGDCiiADyrmegIECBAgQIAAgeMXMAMCBAgQIECAAAECBAgQIEAgv4CEBAgcSkABfCg2NxEgQIAAAQIECBAgcFwCnkuAAAECBAgQIECAAAECBAjkF5Dw8AIK4MPbuZMAAQIECBAgQIAAAQIEFivgaQQIECBAgAABAgQIECBAgMBtBBIUwLdJ6GsCBAgQIECAAAECBAgQIEAggYAIBAgQIECAAAECBAgQILAfAQXwfpRcs7wCZkaAAAECBAgQIECAAAECBAjkF5CQAAECBAgQIECAAIF9CyiA903lQgIElk3AfAgQIECAAAECBAgQIECAAIH8AhISIECAAAECBAgcTEABfDAvVxMgQIDAcgiYBQECBAgQIECAAAECBAgQIJBfQEICBAgQIEDgEAIK4EOguYUAAQIECBA4TgHPJkCAAAECBAgQIECAAAECBPILSEiAAAEChxVQAB9Wzn0ECBAgQIAAAQKLF/BEAgQIECBAgAABAgQIECBAIL+AhAQIHElAAXwkPjcTIECAAAECBAgQILAoAc8hQIAAAQIECBAgQIAAAQIE8gtIeHQBBfDRDY1AgAABAgQIECBAgAABAvMVMDoBAgQIECBAgAABAgQIECCwT4EeF8D7TOgyAgQIECBAgAABAgQIECBAoMcCpk6AAAECBAgQIECAAAECBxFQAB9Ey7XLI2AmBAgQIECAAAECBAgQIECAQH4BCQkQIECAAAECBAgQOLCAAvjAZG4gQOC4BTyfAAECBAgQIECAAAECBAgQyC8gIQECBAgQIECAwOEEFMCHc3MXAQIECByPgKcSIECAAAECBAgQIECAAAEC+QUkJECAAAECBI4goAA+Ap5bCRAgQIAAgUUKeBYBAgQIECBAgAABAgQIECCQX0BCAgQIEDiqgAL4qILuJ0CAAAECBAgQmL+AJxAgQIAAAQIECBAgQIAAAQL5BSQkQGAmAgrgmTAahAABAgQIECBAgACBeQkYlwABAgQIECBAgAABAgQIEMgvIOHsBBTAs7M0EgECBAgQIECAAAECBAjMVsBoBAgQIECAAAECBAgQIECAwAEFelgAHzChywkQIECAAAECBAgQIECAAIEeCpgyAQIECBAgQIAAAQIECBxGQAF8GDX3HJ+AJxMgQIAAAQIECBAgQIAAAQL5BSQkQIAAAQIECBAgQODQAgrgQ9O5kQCBRQt4HgECBAgQIECAAAECBAgQIJBfQEICBAgQIECAAIGjCSiAj+bnbgIECBBYjICnECBAgAABAgQIECBAgAABAvkFJCRAgAABAgRmIKAAngGiIQgQIECAAIF5ChibAAECBAgQIECAAAECBAgQyC8gIQECBAjMSkABPCtJ4xAgQIAAAQIECMxewIgECBAgQIAAAQIECBAgQIBAfgEJCRCYqYACeKacBiNAgAABAgQIECBAYFYCxiFAgAABAgQIECBAgAABAgTyC0g4ewEF8OxNjUiAAAECBAgQIECAAAECRxNwNwECBAgQIECAAAECBAgQIHBIgR4VwIdM6DYCBAgQIECAAAECBAgQIECgRwKmSoAAAQIECBAgQIAAAQJHEVAAH0XPvYsT8CQCBAgQIECAAAECBAgQIEAgv4CEBAgQIECAAAECBAgcWUABfGRCAxAgMG8B4xMgQIAAAQIECBAgQIAAAQL5BSQkQIAAAQIECBCYjYACeDaORiFAgACB+QgYlQABAgQIECBAgAABAgQIEMgvICEBAgQIECAwQwEF8AwxDUWAAAECBAjMUsBYBAgQIECAAAECBAgQIECAQH4BCQkQIEBg1gIK4FmLGo8AAQIECBAgQODoAkYgQIAAAQIECBAgQIAAAQIE8gtISIDAXAQUwHNhNSgBAgQIECBAgAABAocVcB8BAgQIECBAgAABAgQIECCQX0DC+QkogOdna2QCBAgQIECAAAECBAgQOJiAqwkQIECAAAECBAgQIECAAIEjCvSgAD5iQrcTIECAAAECBAgQIECAAAECPRAwRQIECBAgQIAAAQIECBCYhYACeBaKxpifgJEJECBAgAABAgQIECBAgACB/AISEiBAgAABAgQIECAwMwEF8MwoDUSAwKwFjEeAAAECBAgQIECAAAECBAjkF5CQAAECBAgQIEBgtgIK4Nl6Go0AAQIEZiNgFAIECBAgQIAAAQIECBAgQCC/gIQECBAgQIDAHAQUwHNANSQBAgQIECBwFAH3EiBAgAABAgQIECBAgAABAvkFJCRAgACBeQkogOcla1wCBAgQIECAAIGDC7iDAAECBAgQIECAAAECBAgQyC8gIQECcxVQAM+V1+AECBAgQIAAAQIECOxXwHUECBAgQIAAAQIECBAgQIBAfgEJ5y+gAJ6/sScQIECAAAECBAgQIECAwK0FfEuAAAECBAgQIECAAAECBAjMSGCJC+AZJTQMAQIECBAgQIAAAQIECBAgsMQCpkaAAAECBAgQIECAAAECsxRQAM9S01izEzASAQIECBAgQIAAAQIECBAgkF9AQgIECBAgQIAAAQIEZi6gAJ45qQEJEDiqgPsJECBAgAABAgQIECBAgACB/AISEiBAgAABAgQIzEdAATwfV6MSIECAwOEE3EWAAAECBAgQIECAAAECBAjkF5CQAAECBAgQmKOAAniOuIYmQIAAAQIEDiLgWgIECBAgQIAAAQIECBAgQCC/gIQECBAgMG8BBfC8hY1PgAABAgQIECBwewFXECBAgAABAgQIECBAgAABAvkFJCRAYCECCuCFMHsIAQIECBAgQIAAAQI3E3CeAAECBAgQIECAAAECBAgQyC8g4eIEFMCLs/YkAgQIECBAgAABAgQIELhawCcCBAgQIECAAAECBAgQIEBgxgJLWADPOKHhCBAgQIAAAQIECBAgQIAAgSUUMCUCBAgQIECAAAECBAgQmIeAAngeqsY8vIA7CRAgQIAAAQIECBAgQIAAgfwCEhIgQIAAAQIECBAgMDeBWgC3Nxl8cpPzThMgQGA+AkYlQIAAAQIECBAgQIAAAQIE8gtISIAAAQIECBAgMF+BZjyexGS885Cu8532wVv1xO5e39oIECBAgMB8BYxOgAABAgQIECBAgAABAgQI5BeQkAABAgQIEFiAQPP2X45oJ7X5bWvz29QnlrP1pWuESz1u1r2er682AgQIECBAgMB8BIxKgAABAgQIECBAgAABAgQI5BeQkAABAgQWJdB8zRMvxTP+6Tje8ubNmFyqj53cXV9W6r5Vm+Hu2BXB9aONAAECBAgQIECAwKwFjEeAAAECBAgQIECAAAECBAjkF5CQAIGFCjQro9Pxu/9lEi94+oPxFY9/f/zmL4yjXR/V8ncSMVm9yWTqdzf5xmkCBAgQIECAAAECBAjsR8A1BAgQIECAAAECBAgQIECAQH4BCRcv0Gyur8eoKdGM747ff9ud8TVPuhBP/+xz8atvPhlt7Xnb8STa7peB6/vw16DDDwECBAgQIECAAAECBAgcWcAABAgQIECAAAECBAgQIECAwJwEmqYZxcrKapT6X8RKrDSn452/fSpe/JXn4xmfcz7+83+orW/XBJeuAa6zqB8jmvqm+9z9W8HdsX488mYAAgQIECBAgAABAgQIECBAIL+AhAQIECBAgAABAgQIECAwT4FmbWUlYlxL3LaNUvdRM4mmHUW7flctgkfx/CdvxDM/q41f+9lxTNYjJht1OvXyaDfrm0t17z7Ug43AUQTcS4AAAQIECBAgQIAAAQIECOQXkJAAAQIECBAgQIAAgbkLNJNa/rbtZPr7v6X7G8/NuYgynn5uJ0207Ur817dPpv9G8DM+/y/i995xsbbAUX9K3bs2uPtt4PrWRoAAgUMKuI0AAQIECBAgQIAAAQIECBDILyAhAQIECBAgQIDAYgSatm13ntQVuaOIrXvq52ZaAI9iNUoZxWjURNm6K/7g7ffE//bZJZ7/xRfij95Rr20fVq/diq43nr7sDlXP2ggQIECAwD4EXEKAAAECBAgQIECAAAECBAjkF5CQAAECBAgQWKBAs/2ssn2Yvl7zfm+p267EeONk/KdfKvHkz3goXnLfQ/HgX67Vu8Z1r/eV7s9C772hnrYRIECAAAECBG4o4CQBAgQIECBAgAABAgQIECCQX0BCAgQIEFi0QC2A6xa1vL3Jk0eliVH9fhRNPdZ9FDGanIqVcmf8whtOxxd++l/FD3zzxbh4NqLdWq0vpe51sK4H7vb61kaAAAECBAgQIEDgKgEfCBAgQIAAAQIECBAgQIAAgfwCEhIgcCwCzdVPreXt1Seu+VS/3y11y0ZEKTHeuDNe/8oT8cR/cDZ+7se3or3lLwFPwg8BAgQIECBAgAABAsMWkJ4AAQIECBAgQIAAAQIECBDILyDh8Qk0pZTa4zZRYhSllIjSNbyTaNtuH+8co/7U76Lu3fd1byYnoqmXjjfXohmtxtn33Rnf+bzNePpnPRTv+LVaBI/HMenK4K7z3aq3R724O0R3YvrGCwECBAgQIECAAAECBAgMS0BaAgQIECBAgAABAgQIECBAYM4CzfXj7xa1e7+pxW9X/u49Nf1c6mvZOVuHak/GO///lXjm4y/Ei59+Me7/y/pVLZLrRfVNd1231+vqpyubdwQIECBAgAABAgQIECBAgEB+AQkJECBAgAABAgQIECBAYBECTbS1lO32y0+rn6eN7d7j5S+ve1NqX9z9JvD2XqKZrMVquTN++U0n44mfvhmvfcVDMV6vF42j/lyKaOv7usXuXs/aBiwgOgECBAgQIECAAAECBAgQIJBfQEICBAgQIECAAAECBBYmcJNfx+3K324Ou8fu/T73dlRL3hKjZiU2Lq3Gj7y8iS/5jIfiN39xPSJO1u/q4fK2twX2p6Evs3hDYCACYhIgQIAAAQIECBAgQIAAAQL5BSQkQIAAAQIECBBYrMDVBXD3m8DdfoQ5lDpit4/qcaVpYzJp4i/+6K74uic/GN/0jAfigT8v0W7UB3R9b+neXNgpheuJutVvbAQIECCQX0BCAgQIECBAgAABAgQIECBAIL+AhAQIECBAgMAxCNSadp5PLVHGp6P7i9Kr5d74xX/bxBd+2oPxhu/fjEvnImJ8ImJyR31jI0CAAAECBIYjICkBAgQIECBAgAABAgQIECCQX0BCAgQIEDgugSZKG9M99vx0vwW8u+85fZi3pY7TdDeOI1bbe2Kyfle85js24r4vOBd//P/W/ndzI9rJekS7EtFcrFe2dbcRIECAAAECBAikFBCKAAECBAgQIECAAAECBAgQyC8gIQECxyrQzP3ppT6hdrpt1JfRpSjNZu2b74g/+q8r8ZTP+qv4/m+8EOOLJ+pFtSFuT9Vjd0M9TDd/E3rK4IUAqgS5vAAAEABJREFUAQIECBAgQIBAAgERCBAgQIAAAQIECBAgQIAAgfwCEh6/wJUCuNSCdu++z7m1ba12b7fX8rdeEu1kre6jmN6ztRajycPjp37odHz54ybx1p/feeBWPdapRNRCOK5Mr561ESBAgAABAgQIECBAgEA/BcyaAAECBAgQIECAAAECBAgQWJDAghvW7rd7u71L1x3rXkvhP3lnxNc8MeJbnnUpzt4f0Xbd72RU33TX2QkQIECAAAECBAgQIECAAIH+Cpg5AQIECBAgQIAAAQIECCxSYMEF8DXR2rJd9o6bWFndiF/8qYgv/8yL8R9/pvs14IhJVwR3vw28dw8/KQSEIECAAAECBAgQIECAAAECBPILSEiAAAECBAgQIECAwMIFblIA18Z1989Bz3NKZRxNM4laA8f0T0TXl/e+Zz2+4Znn48XPeDA+8L768DqV+lq3y2+ueV8/2ggQ6JWAyRIgQIAAAQIECBAgQIAAAQL5BSQkQIAAAQIECBA4HoErBXBbdmbQFa17953TczmUKE1b94gmTsQoVqMpp6JpT8Qv/3SJZz++jbf+0qWI8TiibES0UfdJfdmqx3qop+urjQABAgT6I2CmBAgQIECAAAECBAgQIECAQH4BCQkQIECAAIFjFLhSAF83iWnbWs92x3qYy1bqqN1eD3u37pHtSvzpuy7F1z/lYnzPC8/HpQ+c2L6idAXwKKI7jtZjuwmuBxsBAgQIECCw5AKmR4AAAQIECBAgQIAAAQIECOQXkJAAAQIEjltg+geYJ3GDEnZhM9v77BKj7r8yiqZtotQieLJ+Kt70w6fiaY97KN7x61sRk5WYbE0iut9YnnSl8N77ww8BAgQIECBAgMAyCpgTAQIECBAgQIAAAQIECBAgkF9AQgIElkKgmc6iFq11m75dlpeu1i1dMV2L4Jisxnv+ZC3u+6Kz8fpXXIx2cyWinK97LYKjm3m3Ry2F624jQIAAAQIECBAgQGCpBEyGAAECBAgQIECAAAECBAgQyC8g4fIINFE2ojQ7BWqplWuJKKVEs7OXUi+p70spUcr1e8zsp9SRdva21GeNosRKlFL3Or92vBKTjXvi1d+2El/9hRfjL37/TLRbTb2n+zPQDyp/q4SNAAECBAgQIECAAAECSyZgOgQIECBAgAABAgQIECBAgMCCBZqP+Xtb0ZZaojaT2KmB5zyF/Qxf6kXd3hW83bF+rFuJUoveJt7x9kl8yePeH7/80+OI8cn6zamIsln37jeCww8BAgQIECBAgAABAgQIECBw7AImQIAAAQIECBAgQIAAAQLHIdC8/MdPx7961Sge89hLsTm+PyZtLVWPYybTZ9aCtyt5r9qnX0Qppe5trK6MomzcEeML98Y3f9XF+K6vfTDG59ZisrEabVu2L/a6vAJmRoAAAQIECBAgQIAAAQIECOQXkJAAAQIECBAgQIAAgWMTaLaajfjkz2zi+950Op7/3Sfi9N2bMY5L0e78d2Vm3e8Hd/vkyqm5vOtK3N197wN2zjXnIurb0k1l80y8+cc340sf90C8513jqA1w1Je62wgQWEYBcyJAgAABAgQIECBAgAABAgTyC0hIgAABAgQIECBwvALNyspaRBl1W3zG4++In/zN0/Hlz48YnX4otsoDEbUOnpaqpRas3Z+KrsVwPXlMW4mY3BHTAri+bZr6dnJ3/Nk7z8RT/+n98XOvr3MctzEeb9RZboYfAgQIEFgaARMhQIAAAQIECBAgQIAAAQIE8gtISIAAAQIECCyBQBO1RK1taXSlalvaKKcuxeOfcTJ+9D/eFf/L552MycpDMWm2ItqVunf/3u4ojvenNr9XTaB+rnO79OC98a1ffS6+5b7zMVlfq3Hq+auu84EAAQIECBA4HgFPJUCAAAECBAgQIECAAAECBPILSEiAAAECyyLQ1b+X51JKiVE5GW3bxD2PauK53306Xv0z98RHfuxfxTjOR1m9GJP637htYzl+2jrfSYyazVhdezDWVs7Ef/g/Szz1n2zF+95VC+tJnWV7zV4/2ggQIECAAAECBBYk4DEECBAgQIAAAQIECBAgQIBAfgEJCRBYKoHtAvhyoTuO6H7bt5tiV5yWNj78oyL+9b/9G/GC712Nh33QerRlM6Kej8s/3YX1Q1vqy6K3+uzmXMRkre6nokxWayF8Jt79zogn/KP3xq/9+616/mZz6trhm33nPAECBAgQIECAAAECRxVwPwECBAgQIECAAAECBAgQIJBfQMLlE2iidqhRanlbt2jqS1mJ0tXC3V96bkZRP0ZZjfj0z12LH/qFe+JffGnEiTseiM3JRkzKVrTl0kJTtbWsvrKXaLfuirb7bzKK2PmutKOYXLo3Xvi0C/GD37YeUTvry5PU+16m8IYAAQIECBAgQIAAAQJzEjAsAQIECBAgQIAAAQIECBAgcEwCXdW759F7PtYuePrF7rEWxSfvjHjqC0fxfW+8J/7ep12KNjbqJfWeUkvWMq4FbL34pr8JXC+dy1afPx23Pnt6rC91rlHnUSZn4vWvuhRf/YWb8dd/Vs93W3O+vnaNcHd9nXNohCuIjQABAgQIECBAgAABAgQIzEjAMAQIECBAgAABAgQIECBwnAK77elVc+j606tOdB+6vrTbRxfjw//OKL79R+6KF33PibjzYQ9GO/0V252hrvrz0N2Ni927WezupSuBN++K3/71UTz7C9bjD99W57J5R7Tj7reFt2phXY/RXV3P2+YrYHQCBAgQIECAAAECBAgQIEAgv4CEBAgQIECAAAECBAgcu0ATpc6h2+thf9taveyhiLU2PvWzR/HaX3pUfPaTmpiMzsZk998PrlfUdrW+3rBKrucXtNUCOLq9lrx/8Sdt3PfEB+M//fwkStNEdP+W8STqNI95jnUKNgLZBeQjQIAAAQIECBAgQIAAAQIE8gtISIAAAQIECBAgsBwCtQndmcieErjc6M8idz1pt8eJesOdda831LtP3xvxzG++I17xo3fHf/dR69H9u8BlFFFGF6M0kyj1slJKPd54j3n+lDrhbo96bE/EpbNn4vlPvRD/5qXrEZOT0TYXIkr3J6Ensf2zVQ+77+tbGwECBAgcVcD9BAgQIECAAAECBAgQIECAQH4BCQkQIECAAIElEqgVbXT16A2m1BWhe/cbXLJ7qhbBH/2pJb7v390RT/iKiObE+yMmd9Rva/HavbZttHWvb495K3Fi9Uz8yMvbeOFT1mPz3Mk6nyZqE1z3+ja6vKV7YydAgAABAgSOLGAAAgQIECBAgAABAgQIECBAIL+AhAQIECCwbAK1/dzpPmcws9Uz4/ji5zXxsh97VHzkR7cxbiexVYvfca2Yp3t9P4PHHGmIrfWIpj0Rv/ELq/HMf/5gvPePT9RyehxRNiIm3Z+3LuGHAAECBAgQIEDgiAJuJ0CAAAECBAgQIECAAAECBPILSEiAwFIKTAvgo1ee3W/6btaA07/9HH/7E9p45ZtKPOmr2jhx6lI9vxXTZ5Tuum6vp45lq89u6nzGJTY3SvzB/7caz33ihfi936wMk9WoPfWVWdVLr3zwjgABAgQIECBAgACB/Qq4jgABAgQIECBAgAABAgQIEMgvIOHyCjS1+twuZ6+aY3f2mr1rcLt973WXS9Luzcrlb0odsTkZ8aRnn4zv/alT8ZiPuz9W1jZjZaWNSbO+3bN2t9S9lHr1LfbLg87kTakl71pE08bqqInVcjre/Qd3xLP+5f3xGz/bTSYixnW/vHV/EvryB28IECBAgAABAgQIECBA4NYCviVAgAABAgQIECBAgAABAgSOWaBreQ8/hbJ7azfM5Q+7JyPq6Y98bMR3vvbeeMIz2yirD9TvRtE2mxEltn/a7cPiXuuD67b7vFEtgtutU/H1TzsXP/ryrejK4e2Guruim9xVjXB30k6AAAECBAgQIECAAAECBAhcJ+AEAQIECBAgQIAAAQIECCyDQK1oZzyNUse7ai9x5p5RPOE5J+K7f+yeuPdD12NlZfs3a7t69XIRXG9b+NaWad/bjE/HaHJH/OB3RLzqm89GuxkxLYHbUX3T7fVgO5yAuwgQIECAAAECBAgQIECAAIH8AhISIECAAAECBAgQILA0ArMvgK+LVsveshHtZBwf9fER/+bnz8T//M+3Ytw8GJP63/bl0yp4++0iX8ue55ZxRNmKn3j1OF78zPPX/Cno2P7Zc/n2Ca8ECNxKwHcECBAgQIAAAQIECBAgQIBAfgEJCRAgQIAAAQIElktgAQVw94jViGY03VfvinjOS+6IF33P6bjngx6IGE1iq93YUeka1loY73xayGG3BG5XopmsRTs+FW9580o850l/Gefv72bQzafOr5ta6T7bCRAgQGAfAi4hQIAAAQIECBAgQIAAAQIE8gtISIAAAQIECCyhQLOYOZUopdRHdXstVJs2PvWfrcT//qZHxN/5xEtRRlvRrFyI0mxGW4vWtnupVy9sm5bA3dzqPjkR0Z6It/3ymXjG5z0U7/mjjmgton4VfggQIECAAIF9CLiEAAECBAgQIECAAAECBAgQyC8gIQECBAgsq0DXbi5wbuP6rFoAl9qm1u0RHxrxnT92Op7xgtVYOdnGJJrorhhHG+NaAnd7vWGhWzMZ1VlsxMqoxJ+/82R83ZMuxZ/9bhsxmUTb7XVeCy+oFyrgYQQIECBAgACBIwi4lQABAgQIECBAgAABAgQIEMgvICEBAkst0Cx2dqP6uG7fjJj+1m1ErER83petxbe85kR88Ee+N6Jcitq01mPE5Wti56f2sDvv5nNoaytdt4g6x0mdWJT40z8ax3O+aBK/99YSpTR7njvvyex5lLcECBAgQIAAAQIEeiBgigQIECBAgAABAgQIECBAgEB+AQmXX2Bvo7mg2Zb6nFqudr8FvOfpj/2UlXjNv//Q+MR//IFoTp6t13TbVkzGJSZRug8Rk3qc9q7Tl+1zs36dFtMlmna17qO63xF//f5z8ewn3B9v/cWNiK0SpZSIqCX2pB5sBAgQIECAAAECBAgQIECAAAECBAgQIECAAAECBAgQWBKBZn7zuNXIXYF6zfe10109FfFtP/Ah8WXPvSNO31kL1ljdvqh+V5vXiNFWROn+SHR3ottjtj/T8rcbstSXnb3pWt4mLp27M174tK14+1vq87tTk7Vo6xS6vV5sI0CAAAECBAgQIECAAAECAxUQmwABAgQIECBAgAABAgSWSeCYCuA9BDs9a+weVybxL778ZHzTa0rc+ciz0axtxaQdRymjKE1b94hSmijTvbsp5vTTRpSN6b8H3GzdGaP6qI1Lk3jek8/Gr/5sLaK7Eji6l0ktguu14ecqAR8IECBAgAABAgQIECBAgACB/AISEiBAgAABAgQIECCwdALN0s2orVNqJvGxf381XvUz98RHf9KliNVztQRuatG6GtGu7Ey5K1933s7lUBvfyVrE5OT26N37+uxm/PB48Zg3tOwAABAASURBVFeei594zflaRnfFb71u+4r62n2uBxuBgQuIT4AAAQIECBAgQIAAAQIECOQXkJAAAQIECBAgQGA5BZqlm9a0T63TGkXc++iI7/zRM/H4L12LcZyrBXBEV7G23Z+BLlt16t2nepjXtvsnoXeOzeREbG1GTC7eE6/61q14w/eNIzZLTLbqcTqHD9TXOc+pPsFGgACBJRYwNQIECBAgQIAAAQIECBAgQCC/gIQECBAgQIDAEgvUpnWJZ1enVlYn8fQXnYoXfM+pKKffdaUArpVwxLQtjrn+7JS/MT1OIppaPNd9vHF3vPqll+J1r9yIppQ6hQt1f1jdu/f1YCNAgAABAoMTEJgAAQIECBAgQIAAAQIECBDILyAhAQIECCy7wNIXwE1TC9Uyjn/wOaP4gX/3EfGID7sQbS1cJ3Eq2uZi9d37G7d739evZr21o2gmK9N91NQyePOu+KHv2IjXfXd97vhkdL+i3LZtPdTPs3628QgQIECAAAECyyxgbgQIECBAgAABAgQIECBAgEB+AQkJEOiFQLPcs+yK1Lq3pZaqEY/+7yNe+ZOn4+M+5WxEuVQL4I3Y/qnXxN59++zMX0stfVfunw5bor6v70p7R/zQyy7Fj7xsK2KrltX1XG2Cp6+xc83OBwcCBAgQIECAAAECKQWEIkCAAAECBAgQIECAAAECBPILSNgfgR4UwLVULU2UUURZi3jEh23ES3/43vgn/3IrmmYSk7aJSanl67QAbiLm+meh61zGd9dH1LJ50kRp2+mff27iTPzwy87HT7x6sz69ROmK4uh+mu7FToAAAQIECBAgQIAAgawCchEgQIAAAQIECBAgQIAAAQJLJjCHhnKWCbvple0Bdw4RK9PtvpeciS//2tMRq+/f/n4yinZcop3UC9u6b5+dw2uzZ8xJRBlP92bysPjhl2/Er//cRky26hzDDwECBAgQIECAAAECBAgQyCwgGwECBAgQIECAAAECBAgso8DeNnMZ53eDOdXCtWkj6sw/72kr8e0/+PBYO302xnEp2nq6jUm09dP2jfXE9ps5vJaIdhSlFs9N3Ut95sa5O+L7vnEz1s/X59ZuOLp9Dk9e6iFNjgABAgQIECBAgAABAgQIEMgvICEBAgQIECBAgAABAksrUGvUpZ3bTSbW/XZtLYFrx9oVsB/3P0V8/xvvjQ97TGz3rV0vO/2uu/3ym+7D7PfuTz2vfGA6bn1sdPt7/qSNn//JizH90J0IPwSGIyApAQIECBAgQIAAAQIECBAgkF9AQgIECBAgQIAAgeUW6GEB3LWqo9gtWMtKEx/+2HF8x4+cjI987IPRrIxjPKnF76S7rh5jnj/1GdN/E7h7RplOKcan442vORHjjXG07VZEN4Vu7y6xEyBAIK+AZAQIECBAgAABAgQIECBAgEB+AQkJECBAgACBHgj0sADuVEv3Uvdx3WvJGk088iM241VvPhOf8GlbsbpWv6/J2rYWxdu1bL1uXlt91nTo+sB6bEoTf/7us/Gu3yv1yaWe0f5WBBsBAgQIpBYQjgABAgQIECBAgAABAgQIEMgvICEBAgQI9EVgu7Xsy2yvm2dX8K7Ws1u1bF2J5uQkvuH7T8U//NytaFfPx2RSol10/1qf17Sn4h3/+WK0XT9dZ1YnaCNAgAABAgQI5BSQigABAgQIECBAgAABAgQIEMgvICEBAr0S6HkBvGu9GjHuftt2PU7cdS6+9mVr8aRnrcToxPkopTayl/8Oc/d+9575HLtZxGQ13vvuJspKV1DP5zlGJUCAAAECBAgQIHDcAp5PgAABAgQIECBAgAABAgQI5BeQsH8CTf+mfJMZr3TnT9eXM1Fq7/rE+9biqc8bRVk7HyunLkSUSd0vRUzL4HqY01aqaKkv58/VN+P5F85zimFYAgQIECBAgAABAgQI3ErAdwQIECBAgAABAgQIECBAgMCSCtSWclYzW4Zxyk6/W48rJT7/qSfjRd97Isbtej1fo467grh+N++pdmXzqD6zLOBZ885ifAIECBAgQIAAAQIECBAgcJWADwQIECBAgAABAgQIECCwzAK1FV3m6R10bm1E6X7LdyOmPysRn/yZa/Gtr747RiceiEn9rutkSylRyvY+vW6mL91vGm/EnffUeYxmOvByD2Z2BAgQIECAAAECBAgQIECAQH4BCQkQIECAAAECBAgQWHqBZAVwqeAn6z6Oy3/puZawf/fT23jpa++JOx9Wy9nLX9TLrnrffT7q3kbbbNWieSv+9mPvieged9Qh3U+gBwKmSIAAAQIECBAgQIAAAQIECOQXkJAAAQIECBAgQKAfAskK4F30UxFdFxz1p41oRqvxMZ/UxMvfWOJhH3IhNsdbMe1+m0vbF9TXWWxtKXXYcUzKOD7649di+98djrg8l/BDgACBdAICESBAgAABAgQIECBAgAABAvkFJCRAgAABAgR6JJC0AN6zAmX7fVkt8ejHnIyXvf5MfMjfejC6crYdd78tXGJWP7VrrkOdir/7KW084kPaaMt6/bx9tr6xESBAgACBZALiECBAgAABAgQIECBAgAABAvkFJCRAgACBvgnkL4C7Fek63trDllGJD/5bES993Zl4+N/882hXLsSktNH9pebdvbv8KHtZOR+f+8RT0yG6x07feCFAgAABAgQIZBOQhwABAgQIECBAgAABAgQIEMgvICEBAr0UGEYBvLs0tQSejCfxNz5iNb73DR8Wj/yQs/WbrvqtX0S314/Xbd35vfu1F2x/13b3l834xE9r4pP/YS2AJ139u1Yv7o71YCNAgAABAgQIECCQREAMAgQIECBAgAABAgQIECBAIL+AhP0VGE4B3PWwNW1T6pva+T7i0SW+/bV31xK4fljZikk7ibbukyjR7dtLul3uRlfuXrXXb9s6Tv26bS7FpO7dn5R++IfeH/e95GRE7X0no+6u+lIvtREgQIAAAQIECBAgQCCJgBgECBAgQIAAAQIECBAgQIDAkgvUSvSoM+zZ/bW3ja4ErtN+9GPuiFe8YS0eWYvb0mxEV+LGAX9qB1zvWInTd1+KF77sEfHIR5Uo9YyNAAECBAgQIECAAAECBAjkEpCGAAECBAgQIECAAAECBPogMLwCuKn1bN12F+feR0e8/Mc/OD76E9poV/56+lvAu9/t5zhuL8QHf/jZeNmPn4yP+aTKWceuW9R3wyiC94PkGgIECBAgQIAAAQIECBAgQKDfAmZPgAABAgQIECBAgEBvBLqesjeTnf1Eu9L3Ytz76EvxXW84HV/8lQ+PlVPrMSndPqnHuPEebUyazZisPBj/7ItW41U//cj4m48ZRTSVs8x+lkYksKwC5kWAAAECBAgQIECAAAECBAjkF5CQAAECBAgQIECgXwK1sezXhGc72xJNnIwSazFaa+OJz16LH/uVU/GlX7MRj/6o8zFuHoj18UMRo40Yx6XYai/U4vfB+KCPmMTnfNmFeN2v3hX3veSuOHlPRLMW2z/bfxM6ake8vW+f9UqAAIFsAvIQIECAAAECBAgQIECAAAEC+QUkJECAAAECBHoo0PRwzjOecqnjlSil1GPE3R8U8b9+1Z3xA//XnfHGtz0iXvnGe+LrXrFV9834ztefite95Z547a9GPPMbTsa9HxaxOZnEuJa+7fbt0zGm5e/2O68ECBAgQCChgEgECBAgQIAAAQIECBAgQIBAfgEJCRAgQKCvAk1fJz7LeZdSpgVwPUSz0o28GaPV9XjYoyI+9u9H/KPPujP+8WffEx//P67EBz+6+7775d42SrMZzahEUxVLie2f7rh3b+vpbq8HGwECBAgQIECg9wICECBAgAABAgQIECBAgAABAvkFJCRAoNcCtbrs9fxnO/kyqeN1+2o9dn/T+XzEbpnbSXX7tMzdPlliNZp6QRN+CBAgQIAAAQIECOQXkJAAAQIECBAgQIAAAQIECBDILyBh/wV0l1etYcfR7d3J7ng6ar873Uv9ON1H9WMZ1dNdQVzqMW79U+rX3V4PNgIECBAgQIAAAQIECPRUwLQJECBAgAABAgQIECBAgACBngjUWvOwMx3Cfbdqbm/13RBsZCRAgAABAgQIECBAgACBYQhISYAAAQIECBAgQIAAAQJ9ElAA92m1lmmu5kKAAAECBAgQIECAAAECBAjkF5CQAAECBAgQIECAAIHeCSiAe7dkJkzg+AXMgAABAgQIECBAgAABAgQIEMgvICEBAgQIECBAgEA/BRTA/Vw3syZAgMBxCXguAQIECBAgQIAAAQIECBAgkF9AQgIECBAgQKDHAgrgHi+eqRMgQIAAgcUKeBoBAgQIECBAgAABAgQIECCQX0BCAgQIEOi7gAK47yto/gQIECBAgACBRQh4BgECBAgQIECAAAECBAgQIJBfQEICBFIIKIBTLKMQBAgQIECAAAECBOYnYGQCBAgQIECAAAECBAgQIEAgv4CEeQQUwHnWUhICBAgQIECAAAECBAjMWsB4BAgQIECAAAECBAgQIECAQM8EDlEA9yyh6RIgQIAAAQIECBAgQIAAAQKHEHALAQIECBAgQIAAAQIECPRRQAHcx1U7zjl7NgECBAgQIECAAAECBAgQIJBfQEICBAgQIECAAAECBHoroADu7dKZOIHFC3giAQIECBAgQIAAAQIECBAgkF9AQgIECBAgQIAAgX4LKID7vX5mT4AAgUUJeA4BAgQIECBAgAABAgQIECCQX0BCAgQIECBAIIGAAjjBIopAgAABAgTmK2B0AgQIECBAgAABAgQIECBAIL+AhAQIECCQRUABnGUl5SBAgAABAgQIzEPAmAQIECBAgAABAgQIECBAgEB+AQkJEEgloABOtZzCECBAgAABAgQIEJidgJEIECBAgAABAgQIECBAgACB/AIS5hNQAOdbU4kIECBAgAABAgQIECBwVAH3EyBAgAABAgQIECBAgAABAj0VOEAB3NOEpk2AAAECBAgQIECAAAECBAgcQMClBAgQIECAAAECBAgQINBnAQVwn1dvkXP3LAIECBAgQIAAAQIECBAgQCC/gIQECBAgQIAAAQIECPReQAHc+yUUgMD8BTyBAAECBAgQIECAAAECBAgQyC8gIQECBAgQIECAQA4BBXCOdZSCAAEC8xIwLgECBAgQIECAAAECBAgQIJBfQEICBAgQIEAgkYACONFiikKAAAECBGYrYDQCBAgQIECAAAECBAgQIEAgv4CEBAgQIJBNQAGcbUXlIUCAAAECBAjMQsAYBAgQIECAAAECBAgQIECAQH4BCQkQSCmgAE65rEIRIECAAAECBAgQOLyAOwkQIECAAAECBAgQIECAAIH8AhLmFVAA511byQgQIECAAAECBAgQIHBQAdcTIECAAAECBAgQIECAAAECPRfYRwHc84SmT4AAAQIECBAgQIAAAQIECOxDwCUECBAgQIAAAQIECBAgkEFAAZxhFeeZwdgECBAgQIAAAQLtmJC4AAAQAElEQVQECBAgQIBAfgEJCRAgQIAAAQIECBBII6AATrOUghCYvYARCRAgQIAAAQIECBAgQIAAgfwCEhIgQIAAAQIECOQSUADnWk9pCBAgMCsB4xAgQIAAAQIECBAgQIAAAQL5BSQkQIAAAQIEEgoogBMuqkgECBAgQOBoAu4mQIAAAQIECBAgQIAAAQIE8gtISIAAAQJZBRTAWVdWLgIECBAgQIDAYQTcQ4AAAQIECBAgQIAAAQIECOQXkJAAgdQCCuDUyyscAQIECBAgQIAAgf0LuJIAAQIECBAgQIAAAQIECBDILyBhfgEFcP41lpAAAQIECBAgQIAAAQK3E/A9AQIECBAgQIAAAQIECBAgkETgFgVwkoRiECBAgAABAgQIECBAgAABArcQ8BUBAgQIECBAgAABAgQIZBJQAGdazVlmMRYBAgQIECBAgAABAgQIECCQX0BCAgQIECBAgAABAgTSCSiA0y2pQASOLmAEAgQIECBAgAABAgQIECBAIL+AhAQIECBAgAABAjkFFMA511UqAgQIHFbAfQQIECBAgAABAgQIECBAgEB+AQkJECBAgACBxAIK4MSLKxoBAgQIEDiYgKsJECBAgAABAgQIECBAgACB/AISEiBAgEB2AQVw9hWWjwABAgQIECCwHwHXECBAgAABAgQIECBAgAABAvkFJCRAYBACTUxqzrbu1203PHndVU4QIECAAAECBAgQINBvAbMnQIAAAQIECBAgQIAAAQIE8gtIOByB5gVf9kCcfV9EO94J3R277rct9eTOOQcCBAgQIECAAAECBAgQyCggEwECBAgQIECAAAECBAgQIJBMoPm1nzsTz/r8C/GePx5vl8Cj9YjSNcCx89P9ivDOWwcCBAgQIECAAAECBAgQIEAgiYAYBAgQIECAAAECBAgQIJBRoGknW/GeP1yLpz7ur+Ltv7QVsXkiYlL2ZPXPBO/ByP9WQgIECBAgQIAAAQIECBAgQCC/gIQECBAgQIAAAQIECKQVqO3uOKJsxsb5u+OFT1+PN79+I8aXIqJs1CI4InZ/GXj3WE/ZCBDIKSAVAQIECBAgQIAAAQIECBAgkF9AQgIECBAgQIAAgdwCTTNZi9KuRrvVxMXza/E9L4h43StrKTxei7ZZj7ZcjMv/PnBuC+kIECAwZAHZCRAgQIAAAQIECBAgQIAAgfwCEhIgQIAAAQIDEGi6jNt/8LlEiSbGW2vxA9/1YDzvSx6IrXMnItq6jzbCDwECBAgQIJBVQC4CBAgQIECAAAECBAgQIEAgv4CEBAgQIDAUgaaptW9pI7o92km0sR6rcVe89f++I178FRfi/AP1u5jUIjjqz8V6rBfXrV5Y39dTNgIECBAgQIAAgf4KmDkBAgQIECBAgAABAgQIECCQX0BCAgQGJdBELYCj/pRSX2qr25YL9c0oJu2leOuvtPGcL9qM9/7xyXqu207Ul+mF9WgjQIAAAQIECBAgQKDPAuZOgAABAgQIECBAgAABAgQI5BeQcHgCTVv73La2v93elFGMJndGacbRlNOxtXEi3vmOEs/6gg/Ee98V0Y4r0KTuZat+qMfuN4O7g50AAQIECBAgQIAAAQIE+iRgrgQIECBAgAABAgQIECBAgEBSgabUArjLVsrOm53fCI56LNHE1vpq3P8Xd8R9T3gg3v07zXbx2462j6Vrg7u/Bx1+CBAgQIAAAQIECBAgQIAAgV4ImCQBAgQIECBAgAABAgQIZBaoje5u8XslZlM73W4vbRtrJybTfx/4/e++K579RRfjd966WcvfcURX/o5X6vt6f70+/PRbwOwJECBAgAABAgQIECBAgACB/AISEiBAgAABAgQIECCQXqAWwLfJOBlFjC5GKSUeeuBEPO+Lt+J3fqPe1nb73nsnez94T4BAjwRMlQABAgQIECBAgAABAgQIEMgvICEBAgQIECBAgMAwBGqLe03Q6Z93rqXv7rH7enxntNPf8i2xfuFUfM2T/zre8ZttTOJixPR8d9HlN90HOwECBAj0Q8AsCRAgQIAAAQIECBAgQIAAgfwCEhIgQIAAAQIDEri+AL42fOlOTF9qCVxL30nExvl747lfci7e/ivdn4Duvq97VxjHuL6pF9RXGwECBAgQILDsAuZHgAABAgQIECBAgAABAgQI5BeQkAABAgSGJlAL4K7c3d33xC9tRLfH1T/dbwK3WxGb587E85/yvvj9t29FOzlX91r8TkvgOuTVt/hEgAABAgQIECCwbALmQ4AAAQIECBAgQIAAAQIECOQXkJAAgUEK1Lb2BuXvHoru2ysfa8lbNiPqXW2UmFz60HjuEyfx+791Ksqknux+AfjKxd4RIECAAAECBAgQILCEAqZEgAABAgQIECBAgAABAgQI5BeQcLgCtbXdDV/qm52Pe3/zd1Kr3uketeQtdR9Fadto67m2Hs8/NIqv+sKH4rfeshHR1IK4Xa/fRURbdxsBAgQIECBAgAABAgQILJOAuRAgQIAAAQIECBAgQIAAAQLJBZqI/SYs9cLdvb7ttloUdyXw5sUz8dLnPRTv/r16cnJiu/ytXbASuHrYCBAgQIAAAQIECBAgQIDAUgiYBAECBAgQIECAAAECBAgMQaCJtpa6u3uXuJa6ETdrb+u13TV1735XuGkjmnIhuuN733UmXvCUjXj/n9Yvy0ZECT99EDBHAgQIECBAgAABAgQIECBAIL+AhAQIECBAgAABAgQIDEagia7w7fbLkWure/n9bd60TcT4rmhrgdy0J+Ldf9jGV37Be2sJvBbTArhshR8CBJZXwMwIECBAgAABAgQIECBAgACB/AISEiBAgAABAgQIDEugNrhd4Vv3Uvdp9u5Xd3f36Ymbv3T31L3Uy0szidXmZLz3XffG1z95PR54T8RkYyViOuzGzcfwDQECBAgch4BnEiBAgAABAgQIECBAgAABAvkFJCRAgAABAgQGKHClAN5uancIaqO78+72h2nDG6WO1F3bNE384TtG8aKvOBfjrvcd17OTtfrSfagHGwECBAgQIHDMAh5PgAABAgQIECBAgAABAgQI5BeQkAABAgSGKrBT294gfltL4G6/wVdXn6rXbf+953q6jWb0UKyUlfjdt63FC592NtbPdwVxt3cl8Nl6jY0AAQIECBAgQODYBDyYAAECBAgQIECAAAECBAgQyC8gIQECgxa4eQF8IJauBN65YXIq2rIR4621+C+/vhIvf9G5aMe1AK5bxOrORQ4ECBAgQIAAAQIECCxawPMIECBAgAABAgQIECBAgACB/AISEmji8m/v7ilxo/6U2th2e327/60bo6kjrsSo3ju+eCp+4SdLvO7lk4itiHbjdER9u//xXEmAAAECBAgQIECAAAECMxAwBAECBAgQIECAAAECBAgQIJBfYJqwiVrXbu8xo5+uBO72iLZt617i/3jFevzsj25EW7bb33p6Rs8yDAECBAgQIECAAAECBAgQIHBrAd8SIECAAAECBAgQIECAwJAEagE8v7il1OG3TsVk41S88hvPxm/9P9sFcNnuh+f3YCPfXsAVBAgQIECAAAECBAgQIECAQH4BCQkQIECAAAECBAgQGJxAbWjnm7nresvowdi4cHf8q2etxx/+7rlot3vg+T7Y6AQI3FTAFwQIECBAgAABAgQIECBAgEB+AQkJECBAgAABAgSGKTD/ArgpUdq7om1Hcf7sWrzwKREPvC+iVQIP8/84qQkQOG4BzydAgAABAgQIECBAgAABAgTyC0hIgAABAgQIDFhg7gXwtm3ZPkQT73lXE9903/0xGdcGuN057UCAAAECBAgsQMAjCBAgQIAAAQIECBAgQIAAgfwCEhIgQIDA0AUWVABHNKWJUkqMylr89lvujpd89QMRCuDwQ4AAAQIECBBYiICHECBAgAABAgQIECBAgAABAvkFJCRAgEAVaOq+Z5vseT+vtyXaSYlffNNm/Ni/fjBiEY+cVxTjEiBAgAABAgQIEOiBgCkSIECAAAECBAgQIECAAAEC+QUkJLArsF0At6V+rk3syvu2j/V1HlsT3XNKfa0l8Ma98epva+NtvzSJduxXgefhbUwCBAgQIECAAAECBAYvAIAAAQIECBAgQIAAAQIECBDIL3BVwtrJno8omxHtKGLrURHR1H2O27Rs7savzxnfGd/8nEvx/j8t9cTWzl4PNgIECBAgQIAAAQIECBAgQOCIAm4nQIAAAQIECBAgQIAAgSEKNN/wvSdjtHYhLpfAsfvT/Vbu3n33/NGOtfaNpg7bVb4lSpz7q5Px9U8ex/jiynYJ7R8GPhrw7e72PQECBAgQIECAAAECBAgQIJBfQEICBAgQIECAAAECBAYr0PwPj2viuS+9IyajczEptZmdUnTHSX3X7d373b2emtU2HbKN9fVJ/Mk7N+I7vu5cHbk7Weqxbt3berARIDA7ASMRIECAAAECBAgQIECAAAEC+QUkJECAAAECBAj8N/buLcauqgDj+LfWPufMpaWlECFi8BZRoomoDwomJpAQH7wk3gKJIUrFoE9AQxoJRKRcA6hcCoqRCCHEB4QYBRJtEB8ImsCLD7yoiVq8BJSaMtPO7Zy9l9/aM6cztMP0THtOhD3/07X2Xnvtvdfl9/plTxHY2AIxxKjzvlDo0p1bFGJPKQUHwT0plK5dSTmQ7VcN7Vd/Ceyx2+2WqrLQnkcrPfGQ58zBb655ypw/D21GBkIAAQQ2tACbRwABBBBAAAEEEEAAAQQQQACB5guwQwQQQAABBBBAQNF5r1II+uI3gy663Knr2D4pdUyTI9qcxLrpoDYfh189fliQ4oxitUU/uHlaL/yuUun8Wb6lOOspc8MnCgIIIIAAAggcowCvIYAAAggggAACCCCAAAIIIIBA8wXYIQIIIIAAAosC0cmrFJKKIuqrOwpdcMmYYntaKUhVKDTSX4qKqa1YTThiTlo4sFW3X3VQ81Oetc5960P/wmcKAggggAACCCCAwLoEeBgBBBBAAAEEEEAAAQQQQAABBJovwA4RQACBFQL5M19fOmh1kWPY7Vds1tnnjktxxrnwmOQ+9X8p9FvDOYdKKvZ5rODqtsd/ae+4bt2ZPwHOtXB/Lm7X68ttKgIIIIAAAggggAACCAwiwDMIIIAAAggggAACCCCAAAIIINB8AXaIwOECMah0xFtK0SGra2tSuu6+tj740UJl/beYfa9+y+ehh7BBKrdJqeUZgmJeSa+tZ/f09IsHPV/pALqesz5IzojFDwEEEEAAAQQQQAABBBBA4GgC3EcAAQQQQAABBBBAAAEEEEAAgeYLrLrDeKg3OGTN1R2xI11/z2adfsa0r9xfTEnBAfHSfQ31Fz2ag2CHv5LnirNSNa57b5zXn//gWzn1TV5Qnt8BtW/mTioCCCCAAAIIIIAAAggggAACCKwqQCcCCCCAAAIIIIAAAggggMBGFohKDmAP1eJQvrrpVOnm+7dp6yldEodT8gAACzFJREFUKW11PNtWKOYVnNWGEHxerMPFC4rlhKJz4KobdNOOKc1NF0rJa1DL63CV1yt+6xbgBQQQQAABBBBAAAEEEEAAAQQQaL4AO0QAAQQQQAABBBBAAIENL3BYmpqUWpXkHFhhXm97r3TdD9vqTB5UFedVpXGDBdcRFoe/SZWqstJLL05q9w37FHLo636FGTkFdqUggMB6BHgWAQQQQAABBBBAAAEEEEAAAQSaL8AOEUAAAQQQQAABBBDIAg6AXXLA6prqbLeOXx3BOgUOpT5wTls7bx9XUk/KIXBIWnwuvz6CGpNCCCriFpW9lvY8sknP/ybHvg6mNamU3M4H8UMAAQQQGECARxBAAAEEEEAAAQQQQAABBBBAoPkC7BABBBBAAAEEEDgkkNPfQxe5UQUHrI5/czspKLnxic8UunjHhHt77lnsc/eIS70QdefGdMu3XtHL/4hey7znzCvyqS45FK4bHBBAAAEEEEDgCAE6EEAAAQQQQAABBBBAAAEEEECg+QLsEAEEEEAAgdcKOAB20OpYV3X1pfIv9+XAtVrsLaSLLm/rvM8mVaHrIDaplyqVo/4S18toxaCpl7fp7mv3KaQxpdd8flzlxVIRQAABBBBAAAEEDhfgGgEEEEAAAQQQQAABBBBAAAEEmi/ADhFAAIFVBPqJ7yq3+l29xYbD2Ku/t1nvObOtuflZheCOsPJr3MXHhnX06B7K47empdTRc0939NRjc24v3vFNF993HO0GBQEEEEAAAQQQQAABBJYEOCGAAAIIIIAAAggggAACCCCAQPMF2CECrycQlSPgpRpCUOF/UWGpO0pqubpEKU5INz0gnfaOpJQcvoauKofAI/kOt0oKeeBqk5TnWJjUvbtaeuXvWhECB1/k6hMFAQQQQAABBBBAAAEEEEAAAQQQQAABBBBAAAEEEEAAAQQQaL7Amjt0rLvW/SNvn/xW6Zo7O4rtA1LV9ssjDmDzn3xOUoxRr/631O7rDzie9rR18Y36zAEBBBBAAAEEEEAAAQQQQACBjS7A/hFAAAEEEEAAAQQQQAABBBBwrroaQlj6/ler/Yqksz7e1iU7HQKP7/cTow1hcwRdV08TU0fPPBn11KM9Lf7l58LzU9YU4CYCCCCAAAIIIIAAAggggAACCDRfgB0igAACCCCAAAIIIIAAAksCOVtdag56ClJMuvDScZ1zfqUQu1rxSa5G/et0JnTndw7oX38tHQIfw/JHvUDGR+ANJMBSEEAAAQQQQAABBBBAAAEEEECg+QLsEAEEEEAAAQQQQACBlQLHmKAGhZZ05S0n6dTTDyjGnlQFKf+55pWjD7ldL9bzzB/YpB/f7KvKEyTXflnZ7vdxRgABBDamALtGAAEEEEAAAQQQQAABBBBAAIHmC7BDBBBAAAEEEEDgCAGnqEf0DdbhN7ecGLVr98mK7YNS/hJ4sDeP4yknvHFOKtt6+slZPfOEg2d3LQ7oNDhMuXmow20KAggggAACG1GAPSOAAAIIIIAAAggggAACCCCAQPMF2CECCCCAAAKrCzjGXf3GQL2F9O4PdXXZrklVxbTKMKfkf8vv5jA21+We422FqqMYkkLV0v23VZp/1SOWM1KVtzLmi+BKQQABBBBAAAEENqgA20YAAQQQQAABBBBAAAEEEEAAgeYLsEMEEEBgDYGcmq5x+2i3khRn9akvd3TupycUQlD+t/iW74Wum5Wr2z4eX/EYebxcU56l0It/mdWPbt3vYSflRFjSnKuf85GCAAIIIIAAAggggMBGE2C/CCCAAAIIIIAAAggggAACCCDQfAF2iMDRBI4zAJZCCFIxoytuGNcpp88oKahylY8a6i9Iqa1UuXqWdhHVDifoVz8L+uNzkkpXTeSDa1pR3aQggAACCCCAAAIIIIAAAs0WYHcIIIAAAggggAACCCCAAAIIINB8gYF2eJwBsENZbXIwO6nNb5GuveNEFWPTUnAaW3+p25KUpwg+D6PkcXJdHmv2YKHv7/q3erOeJ3WWb9BCAAEEEEAAAQQQQAABBBBAYEMIsEkEEEAAAQQQQAABBBBAAAEElgWcmi5fHFurP0RXZ35M+tLXCpVpn4dKDoYLn18b2LpjqKVTTOpvL2zVrx/pLX0FPNTh37yDsXIEEEAAAQQQQAABBBBAAAEEEGi+ADtEAAEEEEAAAQQQQAABBA4T6Ke3h3Wv57JS/cVv/vo2BW3fOan3f2SzqhBVxVJOgV1HWOovjdv6yXeD5qdWztMPnr2+ld20EdgAAmwRAQQQQAABBBBAAAEEEEAAAQSaL8AOEUAAAQQQQAABBBBYTWAIAfDSsDlvLaRivKtr7phUa2xKIVQOgqXRRrDJE0Tt3z+te26cXlpMntH99cxhqY8TAgggsCEE2CQCCCCAAAIIIIAAAggggAACCDRfgB0igAACCCCAAAKvKzCEADgP4eR3aYqqijrtjKTtO7apm+bdO6oANge8rqmj4CWMdU7Unp8v6IXf5768njx3z/NTEEAAAQQQ2CgC7BMBBBBAAAEEEEAAAQQQQAABBJovwA4RQAABBBBYW8DR6doPrO+uw9fg0LUKuuAbbZ119oKq1F3fEAM/7WA55aA3yrOq9DRp4WQ9cHupqpf/9LTvpTGP5ud8pCCAAAIIIIAAAo0WYHMIIIAAAggggAACCCCAAAIIINB8AXaIAAIIDCAw5AA4KIa25FFDq9LVt52kznj+EjdHtJJS8GFYxWOGHPQujRd8Xczo+Wen9eyTnqfyOty1dJcTAggggAACCCCAAAKNFWBjCCCAAAIIIIAAAggggAACCCDQfAF2iMCgAo5qB3100Of6Q0ad+k5p+5VOYVOpKlVKroOOsv7nkkI5oU7cpgfvXtDslEdIrpUPubpJQQABBBBAAAEEEEAAAQQaJsB2EEAAAQQQQAABBBBAAAEEEECg+QLr2mE/rV3XSwM/7NEv/PoWnfnhUkpRKXT9qgNZH4+/BA+Rq0918WTydQja+6dKjz/suaKrhjVfPQkHBBBAAAEEEEAAAQQQQAABBN4gAiwDAQQQQAABBBBAAAEEEEAAgSMFcmp6ZO8Qe6pK+vZd49q8bb9CcEBbj90PZfM517rzGA798ZZfjSoVe5N67IFKB1/Jfwb6yGeWn25giy0hgAACCCCAAAIIIIAAAggggEDzBdghAggggAACCCCAAAIIIPA6AiMPgEM76ZS3S5//yrh66YCXkQPffnU6XH+hm699a1jFme++l4N+ep/nG+r/OzysBTIOAqMRYFQEEEAAAQQQQAABBBBAAAEEEGi+ADtEAAEEEEAAAQQQQGAtgdEFwA5h5RpipdDp6aLLJvSu9xWq4oyqUC6uKVQ++6H8oFvDKCEEBe8qqqNfPlzon3u7Ugyqc2bl+XIdxkyMgQACCLyhBFgMAggggAACCCCAAAIIIIAAAgg0X4AdIoAAAggggAACRxVwVHrUZ47jgaQUu0qppWJCuvSqzb6e93iFFHpS1ZGGGP6q/i1uKX9TPD/T1kN3zaoqHQLX9zzn0OerB+aAAAIIIIDA/1GAqRFAAAEEEEAAAQQQQAABBBBAoPkC7BABBBBAAIHBBBbT0sGePYankuPWjkLwq65nn1/ok58bU9Kc+wpX94+w5OD5t4+39Z+9bc+ZJ/Ii8omKAAIIIIAAAgg0RYB9IIAAAggggAACCCCAAAIIIIBA8wXYIQIIILAOgdEGwMnD5xqS6gTW+evFl52gE7a6vyokX2ukv6SFhZ4e3D3l+b0GtTzbyCf1HBQEEEAAAQQQQAABBEYvwAwIIIAAAggggAACCCCAAAIIINB8AXaIwHoF/gcAAP//Zi5EBgAAAAZJREFUAwDB2PPr80APCwAAAABJRU5ErkJggg=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69836" y="156176"/>
            <a:ext cx="9982454" cy="111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5400" dirty="0" smtClean="0">
                <a:solidFill>
                  <a:srgbClr val="4518FC"/>
                </a:solidFill>
                <a:latin typeface="Arial Black" panose="020B0A04020102020204" pitchFamily="34" charset="0"/>
                <a:ea typeface="Golos Text" pitchFamily="34" charset="-122"/>
              </a:rPr>
              <a:t>Основной функционал</a:t>
            </a:r>
            <a:endParaRPr lang="en-US" sz="5400" dirty="0">
              <a:latin typeface="Arial Black" panose="020B0A04020102020204" pitchFamily="34" charset="0"/>
            </a:endParaRPr>
          </a:p>
        </p:txBody>
      </p:sp>
      <p:sp>
        <p:nvSpPr>
          <p:cNvPr id="12" name="Text 0"/>
          <p:cNvSpPr/>
          <p:nvPr/>
        </p:nvSpPr>
        <p:spPr>
          <a:xfrm>
            <a:off x="3787013" y="8246332"/>
            <a:ext cx="9982454" cy="111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(Карточка товара)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2286" y="1582964"/>
            <a:ext cx="14557554" cy="635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779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bright-minimalism/columns-3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9eYBsaV0f/n+eU73ddYYZZhgQRMQ9GuMSNCBGFkFFURRRZHPBCMiOCCIgKIqKGwiIaBQRcZe4RMGoPyP6U4NbRGOikSg7A8Nsd+ulzvl+nurumXtn7ty53V3VXXXqVXOeOqfO8jzP5/X0f++puk3nRYAAAQIECBAgQIAAAQIECPRdQH0ECBAgQIAAAQIECOxFoM2H27Z71Ys+3H3enbrufnfayLbe3f/Kc9sD8nxtD7xq2H3+nWtrc7/TNuy+/N+sdcOTddDrc+AzXZeHw2ztMA+zdduvPLd9WE9vt+1z87mvKJtmf/0np7svuOep7kEfebp70F277sF36boHjVpdm41cm7pvc7/Vruq6z6/tzlufL2qffXzEidFzD7zLie55X32i69a6rl3vuq69puuGXb6GuTu7bZ3OK+dsbX6qLXd72ZrwmmMBpRMgQIAAAQIECBAgQIAAAQL9F1AhAQIECBAgQIDAuAQe9NA7RBunYzAYjFrTNHF2K6VEKZstosRuX9dffyr+4q3rEd3hbLl12S6ys92PepEDTP1tKdAuR5RT8an3Wop/f7+Tsb66HMNhxLCNaEct32KMr3Zl1FnpluPP33om/vA3zkTJNYuS69esja7t51uzn4MZiwCBKRIwFQIECBAgQIAAAQIECBAgQKD/AiokQIAAAQIExiOQmWKUjbjnv4m4+8fWZC/TxPH0fN5emrIY/+3X6hgL0XVN1BHPe+NZJ+sUa/BX92edns/DChGHoyw08Q3fclkMlq/JoD4Vc8sIOEqpN1Sp2vZKVPsYRJQMlbuFaDYuj1d/z4lYW42IDIQj6lh5vI/b/o+4j8UZigABAgTOL+AsAQIECBAgQIAAAQIECBAg0H8BFRIgQIDAuAQy2Iua5g1H3x69zwPzc5MtA79SIkopt2qxx9f6+jD+5Pe6OHlN7aiJUne11a+V1laPtdsWyOXpYhjdsI2PvEcTD/7y5VjbuDa6PF+/Gbz54E2qmx9rzF5ta9s6c3G7mirXsL6JKLkfnI5rrz4cr3jBqYg2r7ULEaMVrOONJhD1VT/V/TmtnqztnJM7/5Az2flDniBAgAABAgRmVsDECRAgQIAAAQIECBAgQIAAgf4LqJAAgbEKZIg36q/EYCXiAV/exOrqiYgMGDP7jVLKrVpe3MNWoomVWDtT4o/fvJp912+X5hwymGxLZoq1RdS4MiKPY+tVooaLWx/mfZcJaIl0i4gy6OKxTz0Wl1w2iGZxPUpzFlq3fZy+I9HtfezgVfuorT6b+/qt3+GheMsvLsfb/qCNrqbOuXAl+2+y1/p97rrPO7cWMU/mVp/O3Vi22v9YOtIJAQIECBAgQIDAtAuYHwECBAgQIECAAAECBAgQINB/ARWOX6BGdfVbnIvRDbv4mE86HB/50UuxsLAYUTYimtNxTpKXn/a8dTlWtt/+lTPRbXQZHdZwt7bb67neU9vt3Tcf10spUUPyKz8y4hHfsBxlcCZKdyiinozzvWoMu93Od/22zuU4o0t1X6Pe2gbx8udHnPxwxrHNqRwx/1ZGofQw76xj5O6srZ6pK1f3Z53e1WGOuKvnPESAAAECBAgQIECAwCwJmCsBAgQIECBAgAABAgQIECCwS4GM07r6bdImSpPxXNPG/R/axfrG6ejyY9fW0G+XXd/GYyW7LLEQ/+uvu3jfO/LDTd9U3XygyV2ezfdbbD6eKzCCTKkE+8pvWok73PlUdE0GsNWztpjs64PvK/GDz7sxYng4B1qKTPOzLeRxzinfMxXOcL8e3NzyT+rmD7s8ynJ3+aTHCBAgQIAAAQIECBAgQGAmBEySAAECBAgQIECAAAECBPYgsJ3I1X3N7cp63O8hR2OweDqizVBvuJKd1wu5G8uWAzXr2VMXw7VD8V/ecDJqSljq26jV74nmZduOBJYyg/1Pzz6ewf3qeZ5L8/Oc3d2p7GtwbT6a67fexFvfsh6/+8trEZk7R/7txASD5xx0tAmARwzeCBAgQIAAAQIECBAgQIBALwUURYAAAQIECBAgQIDAXgVqtrvdal/dUtzj30bc7R71J6Az1avfCq7nx9hql/Xfih3EYvz33zwUsZaRXttEk+FhM0oSM2Ss423tNg/znthu9YxWv2E7apWiGcb9v+JQfMq92mjLMFs9mS1N832MW4lmeHy0EtG10a0fjx97yUZc/d7M8Yf5N9NsLtrme56LiHFH+vWvILu1zZeAagkQIECAAAECBAgQIECAAIH+C6iQAAECBAgQIEBg7AJdjdbK6NucX/SIQUQGiaNvdcZ2nBdjeGX/MYj689LDdhgfvmYt/ugtaxF17LGHlWOY7ix0UXJ9ukG062vxlG8/HovLZzZnXc/Xo7xWd+Nr9e8ke6tLmQn0DR8exHc95YbYWMu/majfQM755OVJbVujT6p7/RIgMHUCJkSAAAECBAgQIECAAAECBAj0X0CFBAgQIECAwMQF/uMXHYlhed8oqB3/YCXqP1/blCbaYRO/92vrUb84WvPK0maIWIPgyWaI4y/pQHsso9GbpS4+9jPbeMgjMwyOE7EZ3keMgvwY/6uu3yDXsAyX4+/fthI/+yOno1tfiahf+a0J//iHHPUoAB4xeCNAgMB8CKiSAAECBAgQIECAAAECBAgQ6L+ACgkQIEBgHwQyg738bm18+n0ui9Is5ICbAWMejHHLPnOLbhB/+Scb8d5/zdRwFPqK93aMXN2qZdSfYG7jcU9fieNXrGYOW2LYnIku/9txnzt5IMcuw6X4pZ88EX/z1mFEDfBHz9eJjQ7G+uYvZKycOiNAgAABAlMrYGIECBAgQIAAAQIECBAgQIBA/wVUSIDApAUyyIvatsZ5wEMzy4v1aPPcTZne1rVx7La/Qbp+5nC85ZdO1cGy2wwNc7zRPOo+z9TtrMP6UbuVQAboUaPRQRy7MuLJzz8WzaCNpluJaPJ8U6KUzXarR/d4omm6GGQbrl4R3/P0iA++O0ZjRayOZpSjn7OPPb5qf3vswuMECBAgQIAAAQLTLWB2BAgQIECAAAECBAgQIECAQP8FVLjvAhkW3v9LjsXhO5zOoSf3HdLac1MW4zd+PgPgNoey7Vyg1Ee2Y9H80EXc/2FL8e8+dzXa/C+iRJ6KSb+6tsR1H+7ipc++LtrVOtpKvo1/Ubcrzc5tBAgQIECAAAECBAj0TkBBBAgQIECAAAECBAgQIECAwIQEhrF4tIvPffAgomxEfWW+F+P+JnDJcLJ0ESeuvTR+79dPxujbqvm5jndTqwf13Harn7XbFigRTS7bU19wLFYuuTrvG2bbn63rBvEPf35JvOrFN0Ss1zHHH9eOv8c6T40AAQIECBAgQIAAAQIEDlzABAgQIECAAAECBAgQIEBgQgKlfmtzGN2wxIMedjiirGVMG/lqo6shbB6Nb8sOM2Au5XT89i9kalmz5rLde84jL29/st+ZwF0/tsTjn3lZRDP6Om4+vA+YOcT6mRK/+cZh/PFvZwKcn3PgPW23fFgAfEsRnwkQIECAAAECBAgQIECAwOwLqIAAAQIECBAgQIAAgYkKZPAag2gWu/iUz27iirudjI2oIWKeH3ugVyK6hSgbl8Tb33Y6/unvcoysrRv9dHGT1/JD3fK2utMuUqB6Jd/Dvm4p7vEJZzK4z2S91G8ClyiliVLq/vztIke41W1Nnqmt5L49c2l8z7NW4x1/n2N2OXaei/wrijH8/dQxRt15mwcBNRIgQIAAAQIECBAgQIAAAQL9F1AhAQIECBAgQIDA5AVqxFZbpnW5++KvWoloFyPqN4ObPBdjfm1mvjFcOxxvet2Z7Hwtc8K1yLeIHD9GYXCetu1cYBDxrS+9Qywup2vJIHbcv+F9qxnlYi5ekwHzMLr1o/EdT7oxPvjOhRitZQ2Ab3X/zk+M/iR2/pgnCBCYOQETJkCAAAECBAgQIECAAAECBPovoEICBAgQIEBgfwS6jNi2W5T4wocfj4WVG6Nrm8zxVqMtm9/PHctkaiBZMh/MNhgsx+++aS0+8C9LMcqZM0uMrn7zOC9OIHcey/ynvZOk+5hPa+KxTyvRpufa+unoum7Uxj/1zUUq7aX5V7MQG2vDeO8/HYuXPuvaWL2xjraUb222vW3517m3DjxNgAABAtMvYIYECBAgQIAAAQIECBAgQIBA/wVUSIAAAQIHJ3DplRH3vv9KTiDTxHwf35aBYf1Z4u1ua7LXrcSbfyXTwi7DwgyaY/MrwOMbcg576ro2HvnNx+KjP3k9moXFWwjUQLa2W5ze1ceST9WW/ZWNDJkH+bmLv/nThXj5i05GDPNauW50Lt9yy/XfxbeC659JPmwjQIAAAQIEeiqgLAIECBAgQIAAAQIECBAgQKD/AiokQOCABcpCxBd85SDacn00pYZ6455QGyW7rN/6HQyX4tded0OsncyYrzkdo5+drjlheO1WYLRkyfkdrzgey0evj67ZiLZ2NnLNC/V4bK2u5ObfSJOHg9Lk38xivPnnl+PnfzRHXb8sos0Lo7HP7GrUcc94V5PwEAECBAgQIECAwCQE9EmAAAECBAgQIECAAAECBAj0X0CF0yDQdWvxmZ+zEHe7x2JEl2nwKK4dx8wyCBz1dXak18SZE5fFH/xmhr9d/dbx7kLCccyuP31sRGW+y8eXeNwzcg1LNU373GIUxJ7tH2N41Y6zzzLqPP9mMgRuSvznHz4df/ibOZc6aMl9dyiv1b+nnQ2ZPe/sAXcTIECAAAECBAgQIDADAqZIgAABAgQIECBAgAABAgQI7JtA6bpYWBnGgx/eRFvWN8fdDvc2P+3hvYaF5z6+sTqIX3zNYqyfqOeP59ut78mTtosWqD+nXW/u4quecDzu9YD1KM16dG3mr9nyPS/Wg+22Fdzm2d1vW2vWZfjbLkXTDSKGg/juZ9wQb39r9rqewW8dbhdDCYDTz0aAAAECBAgQIECAAIE+CaiFAAECBAgQIECAAAECBPZZoFvOAQfxkK86Es3SjXlcU7th7rdCvjwa19Zl2Nx1C/HOd5yIt77lTMT6LceoY49rtHnqp6atGxHNWjz9hZfFZVdk7ZWy5L5+I7fuJtG2/0eBOlZ7KLq1y+IFT7oh3vOOnE8du7bRuPl5tK83jg7itt4FwLcl4zwBAgQIECBAgAABAgQIEJg9ATMmQIAAAQIECBAgQGA/BGood3ariVu2Y5dFPOiLD0UpNfytQV3uu7yxtj3MazP07aLuazeDaGKhvTR+43VLeS4i6reOc5gYte0AOrx2JNDE6Oe7u6W4/K4RT3tpG7F0Koa5jPWf5N1ue1zK88+ohsDZmgyam9yfuO5wPP/xXXzgHXl7fo7IueSa56fcbsiWk8r329qyktu65Hx/BFRCgAABAgQIECBAgAABAgQI9F9AhQQIECBAgAABAgcmMPr3WiOahS6+5FGHchptZrELEWUtMtPL/YUDu9jhq9lK+N7+N++Pv//zkJZifQAAEABJREFUNp8eZNve/CT0tsTO92X0SJOc9/785fjir+miDDZG57bfuu2D0cLe9GG8B91ivOufm3j+E66P667OEbutBR+Nckm+b84zD867nX33eW9wkgCBGRcwfQIECBAgQIAAAQIECBAgQKD/AiokQIAAAQIEDlAgA7rYCglLiY//zC4+9bPz3OibmzmtC2d1ecPut0FcFq97xYmIYRP136sd9ZRDj/bedi8wyFA91+2JLzgSH/9p10X994Bj9C3c7S4r8nbbPjeufRdNORVNdv/uf1yO537t1bFxJvvu8kRueXS7mwD4doncQIAAgdkVMHMCBAgQIECAAAECBAgQIECg/wIqJECAAIGDFqipXP22b86jHkYTD3tcxPrw+jwxiGhG6V0ej2OrA7QRJUavdmMl/vbPF+Ptf5rn6qVYi9G3jif57dSYh1d6Nm0sHFqP7/jRO8bSSnWtwHn+piC4LkJt4/bIPtvDEYMTceZ0if/7t3eIb3vcqVg/VW5joDqvcy8JgM/18IkAAQIECPRFQB0ECBAgQIAAAQIECBAgQIBA/wVUSIDAVAjUuK0GwBnE1Ywu230+fyXucvc8GP10b54f2zyzz630t/ZaShPDjYX4qZefiNIMc5ScRyzlvt6XO9vOBCpbbRniR7ZSFuLKu0c874ePxFr7oYiu+tb1LtlvbbmbxFa/Pd4eicEgx8v1/fu3rcQLvvH6GJ7JKbQZQo9aDlz/COKG7YPcb251hptH3gkQIECAAAECBHoioAwCBAgQIECAAAECBAgQIECg/wIqnD6B7UAwU7mVNh70pRnENqsR7aGc6va1PNzztt1XjlO/jZoh89/8aRf/83+sReRx1G8B+wbwnpSrbG1R0jrT1Hs/uInHPvkOEc36lnHZU/8X93AZDR8lYvVMG3/51qV40ZOvjfWTOaG2tq1eukvyIG/K9+0tr24f2hMgQIAAAQIECBAgMPMCCiBAgAABAgQIECBAgAABAgQOWKCGcU084puOxNFLlqIt7VnzGcWKZ33e5WE+VkqJUmprYmXhkvjV12713S3Vq9lsuxXoojk3Qh9EfMOzV+IzPnc9NuLGvLZlPRrg7OPRibG9ldJEk2u8MGijzuhP37IS3/7466LdiGiHw4jccjK3Gk8AfCsSJwgQIECAAAECBAgQIDCbAmZNgAABAgQIECBAgAABAlMi0EUcviTiP37RRuZzq1uTypPR5nHd525MW+aDsb6xGm99y1q842+z03ar/61d5AzyrG0HAiXvrS13uSVkbjGIeNpLDsdH3L0G7HUd89JoqxdrG30Y/1v9VncN9buF6IaL8dd/fDi+/etWo9vICd3GaALg24BxmgABAgQIECBAgAABAgQIzJCAqRIgQIAAAQIECBAgMA0CNTUctWFE08Ujn3goFldORzssGf2WiJLnY3yvUko0UaJ0y7EQx+LHvmctuppFdmuRA8Zm9nsitg5yb7sYgZI31Za73BK0Sc9cu6s+IuLFP95Fs3J1DNtc01zXkXfeNbGtdLmm2drFGJRB/lktxP/4o9V4wROui9M35qhNtrrQbd1vttGpzUPv/RNQEQECBAgQIECAAAECBAgQINB/ARUSIECAAAECBAhMnUC3+e3MK+8a8cCHLkc0bYZ4w2x1pjWpy1CxHo6plVE/Jf76Lz4Qb/+zDJnr+JsnM/s9lle3P+ShbRcCdT3TMNfxnp+0Et/5yjtFDDJ9bTayr7LVcrcPWw2ch+sr8Rd/eDy+9dGn4sPvqYPm31SdRu7qJwFwVdAI9FFATQQIECBAgAABAgQIECBAgED/BVRIgAABAgQITK9ADeSWIh76mCPRLb4/2ljNALhEFzU0HO+0S/bedE20q0fj9T96Q3TrGVjW8bfbeIebs95qnJqe9bvWCwk6aOOzHjSIxz5tMQaLp6IMVqPk6VJK7jfbJIFKKbE4yD+szPn/6W8X42kPPxXXvHMQG8NrI0qMXnXGowNvBAgQINAfAZUQIECAAAECBAgQIECAAAEC/RdQIQECBAhMqcBNX+6tB8P4uH+3EZ/x2XeMZpTK5VsGteOd+dbXPrPTQRyPv/zjEv/zz/JcHT5yH5kU5jXbHgRGltvPb0RX2njs01fiPg9ejLK5sBnun3PT9s0T2HdRynpEcyaGa4tx9bsOxVMecV28/58vjejqcF3kX1k90AgQIECAAIGeCCiDAAECBAgQIECAAAECBAgQ6L+ACgkQmGaBkpOrLXejRK5ZiK97+lIMNzKWK6t5aiGv3HRDHo9r66JrSzTdkfjZV52M0WsUNg9Gh972IHDOcjUx+tbvwjCe8wMr8Qmf2sRGOxxF7V1bxxilsPVggq2JaFciFzvaYRcfeu9KfNOXvife9t/Woz3TCYAnKK9rAgQIECBAgMA+CxiOAAECBAgQIECAAAECBAgQ6L+ACmdKoKthb8Qn/vuIz7xvhnbdSpSS+7EWsdlfl7ljbhHdIP7qT4fxJ285NdZRdFYFSr7lmnaHomvWY/mS1Xjxaxfjqo9cjS7D/dHSDm7Me0YrkftJbHUO262NUg9zuI0zR+LFTz0db35jJwCeBLs+CRAgQIAAAQIECOy7gAEJECBAgAABAgQIECBAgACBKRPYDGYzkY1uYTW+7HELMSw3RAwyrdvtTG/zuSaDwBKj/0oTsXY0XveDG9Ft5AOTGC67nfetxErEcCUuvTLiZW84Epfe6WR0g/Xo2mMRuRIx0VcZ9V7qWndNlJxHrF8aGyePxCte0AiARzreCBAgQIAAAQIECBAgMMMCpk6AAAECBAgQIECAAAEC0yxQosRyfM4XDOKT/t3hKIMzOdnJpbKlRDRNE//8D8P47V9YzbHO/jeA67i15Wnb7gVKfTQdBycimrW46h5r8V2vujwGyx+K+k3sGvrXO0b7ruQu2+aJPb2f9+GS86gX2jIau4tWAFw9NAIECBAgQIAAAQIECBAgMKMCpk2AAAECBAgQIECAwDQL1NyvtliPWDgTj3pSidWNa6Nmgu0e5t1lyni+1mSfJa9FczpKtxKvf/lqnLxmkGe7bHWrk/G14Cqx91Ytj0SUxWgWmvikz27jhT96aQwOvzu6wWq0pZrvZZXjol9d5H85Xpd/WLXVv4OLftiNsyJgngQIECBAgAABAgQIECBAgED/BVRIgAABAgQIECAwMwLdYkS3EP/h85fiHh+f8VyZZDCYwWR7KDIBjhs+vBy/9lP1G8B1vBpIRr5qAJw72xgE0jqy5dpGrul/+IJD8dTnXzVa64h0bhc2x8hwdvNg0u85l5xP/oVNeiD9EyCwrwIGI0CAAAECBAgQIECAAAECBPovoEICBAgQIEBgtgRGuVyGgQvDeOxTLovS1FB2u4TtYHb78x73XYlBNDHolmN4Zine8GMn4/p3DSIyGIzRUBlGh9fYBWoIHCfiix69GI952jCawcbmEM2p3I/gc1+3elxbPZ5MaybTrV4JECBA4CAEjEmAAAECBAgQIECAAAECBAj0X0CFBAgQIDBrAm3U7DXyVQaDuN9Dl+JjPm45yk3fCq1hYG15w5637KdkuFz77jL0zTB4uLYSP/UjZ6Jb2+48g+ioifT2Z/uxCCR9ZPAeg5PxmGcsxpc/vo124WS0sbTVfb2htvx7GCXx9Xjr0ph3AuAxg+qOAAECBAgckIBhCRAgQIAAAQIECBAgQIAAgf4LqJAAgZkU2IrjSk6+raFfF49+xmosHTqdJ+pWr9eL9XivrfZT21Y/GQQ33WL81i8O4x/+chhRh6+X6r62eqztXaCS1xaHsq/DUcognvC8IxkCn4mN9rpoS4bB2fJi1J+KzreIGD0Qk3jVv6hJ9KtPAgQIECBAgACBfRMwEAECBAgQIECAAAECBAgQINB/ARX2RiBzv3s/aDk++hOzorKeoWyeyMPxbVv9Zfi73WfTHorXfP/VOdb2GfuxC4zY61u23GJQ4gnPvTzu96X5octIdli/eZ2jjn4qOs/l4aS2HG1SXeuXAAECBAgQIECAAIGJCxiAAAECBAgQIECAAAECBAgQmB2BksFfbrHYxuOefijKwjDaZi3nfztfx8079rKVDCD/99uOxFt+8YaIdi89efb2BRK42VzPZjHiO15xedz7i05Et7geudoxbCcfz05+hNtXcAcBAgQIECBAgAABAgQI7ELAIwQIECBAgAABAgQIECAwqwJdfOZ9m/i3n51hYdm4uYiupsM3fxzbUclx2pX46ZdfG6euy+PacZchZW71UBunQI1fcx3rv8VcD5c24kWvPhafcZ/ELhn256WbR8tzN3+4zaOdXqjD7vQZ9xMgQIAAAQIECBAgQIAAAQIHK2B0AgQIECBAgAABAgRmUaCGf7V1GQQOIr7mSQsRzUa0zZloYzJhYNR+RyHzYnzo3VfGG340x67hbwaUXd3nyLNIOf1zzgUudZaDaBZLfN/rluLen78RzSDXO4P+zRh+a83zc71zXK0ZV0f6mQYBcyBAgAABAgQIECBAgAABAgT6L6BCAgQIECBAgACB2RbIVLA9FDE4GZ/2OctxnwetRuTnElux3ZjDwIgSMfp3ZzNs7A7Fr73+VLz3H0t0wxJl9PPTGQjXkDi8JiNQ0j+iLHfxnT9+PD7vobnezemIui6Rr8G1EWUzDo4xvbb+ksbUm24IEDg4ASMTIECAAAECBAgQIECAAAEC/RdQIQECBAgQINAPgUEt40hE6eLrnnVZDFaujcFCbL7GHAaOOu0yEqwt2tg4dVl837dmCDmsgXBOpF3JWzKkzHfbhAQqbzmVIfBafPsrjsTnf0UXXbk+oq3+h24xaK5L1HaL0zv4mKu9g7vdSoAAAQJTKWBSBAgQIECAAAECBAgQIECAQP8FVEiAAAECPRIYfeEz35oSH/Xxg3jgly7G6vq10eWpGH07dG8B4LlS2Vf9CejcRf3G7+B0/O3bVuP/96aMCdvt1PncJ3was0C1jxr0ZhK8cCKe8/JD8YgnLEe3dH20dU22vw08Cn7rzdttd/PIld3dg54iQIAAAQIEpkLAJAgQIECAAAECBAgQIECAAIH+C6iQAIG+CYwSutFb1F9+/rqnH4tDR4YRg9WstIZ/uRvrVqJmjE0Gvk27FINmIV713cM4c11E163nW3hNUiD5oy50LOYoR7KV+KZvX4pHP3kl2uFCthLtKPzNv4E8irpYoxa7em39Ze3qWQ8RIECAAAECBAgcqIDBCRAgQIAAAQIECBAgQIAAgf4LqHAeBC6/a8Sjn3Q4unI6oj2UJZds49pqXxkJlhos574Gkd1KXP/hYbzyJScjSv3acb0WXpMSqEtwU99bH3IpHveti/HUF+d6L94Yo7y3y4C4ttGH2PUru971sx4kQIAAAQIECBAgQOCgBIxLgAABAgQIECBAgAABAgQI9EagRoJf8fjDccXd1qJt6rdAtwLZqK96XFs93murI0U0XZNtOX7rjevx9j+uoWPZa8eev7C2oQ8AABAASURBVCiBGrZnK9m27v+yx0e87PXHYnDouhg2J6M969rWLTveCYB3TOYBAgQIECBAgAABAgQIHKyA0QkQIECAAAECBAgQIECgfwLLhyK+9qmHoxkFgFuBbFf3NfzdbmOsO/teWTweP/zCE7F+egL9j3Gqve2qrVFtE592v4gf+blL4/K7nI6uLkV0+V8bke+bbWcCtdedPeFuAgQIECBAgAABAgQIECBA4KAEjEuAAAECBAgQIECAQB8Fas67MIwHf9XRuOcnn4quWYubvyM6oTivdNG2Jd71T0vxMz/UxsbGxm6yxj6uxgRrqmtZ29YQ9bCufdmIT/z3TfzYm+4YH/VJq9EtnIzVjWuja7qtVqIrmy1yX0rJ3W232u3WCHazK2DmBAgQIECAAAECBAgQIECAQP8FVEiAAAECBAgQINBbgQz6IgYRZRjf/LxLI5rViCijLZO/DGbzWv0cE3h1i/ELP/2++N9/lePVb5/WNoFhdHlbAhV8bXTx8rueiR/91eX49PueieVDuR71fwNoc+3rLaM78k9ha3+hnQD4QjquEZgFAXMkQIAAAQIECBAgQIAAAQIE+i+gQgIECBAgQKDnAhn25RbNMD75c0o84KGDGLZr0bYxalHOSgDHIXFOfznw2pXxyhedjhwyuuE4BtDHhQVqRFtbvSv943Bs5vuDOHxJEy/9ySviq564lPHv6SiZ/0Yu/+ZPQ8dFvbZ7vqib3USAAAEC0yVgNgQIECBAgAABAgQIECBAgED/BVRIgAABAvMksBg17P36Zx3JIHCt5n7R1XwwJvvqhoP4x7d38cbXnIgiPZws9oV6H9b1X4tY3oive9bRePFrDsXi0Q/k38DOUnlLeCFk1wgQIECAwPQKmBkBAgQIECBAgAABAgQIECDQfwEVEiAwdwI17W3ijnft4lHf3EVZOD0SaPO9ttyNfasjRmTvG4fi9S8fxP/92zyODBy77aHq5+1j+4kKDGrvi1EyhS+DLu7zRQvx2t8+Hne6x4fzb2G4+e3sm9al3nv+JgA+v4uzBAgQIECAAIEpFjA1AgQIECBAgAABAgQIECBAoP8CKpxngTIo8YhvOhZXfOSN0TWZ+G2mtBMhGXVdSpRuMdZXm/je534g2tVMIst6jldb7myTFyjbQ5Rocz26pkTJ9hH3OBSv++0r4gFfthZlYW37pgvuBcAX5HGRAAECBAgQIECAwJQJmA4BAgQIECBAgAABAgQIECDQe4HSDGNhKeJZ331JlKVropSIGgaWUvK4xPheXXbVxSBKDLLbhbIU//p3V8SPf//1ERuLEXm5i9UYHeS7bX8ESq5HbdujLR7t4rk/dCie/tJhLBy9JlY31qLNxWlLrky27fs2910IgDclvBMgQIAAAQIECBAgQGDqBUyQAAECBAgQIECAAAECBOZFoIsoXXzm5y3GvR+wkMcbkVFfdG2+t3ktP41nq+lhtvpt32Y1h8zjbiF+7afX4+1vW49oFzJmzP14BtPLRQrkKmQEfNbNGfzHwno85FGH4tW/cnl87CcsRZTNv4nIV9d10dU/jjyOMhQAVweNAAECBAgQIECAAAECBAhMuYDpESBAgAABAgQIECAwVwJNZPIaUZp42ncdjUsuz3B2cDpDvogYfe0z92PbSkSXgWK3mD12GQK30a0eie//ljNx6toSTXs84tw4MrwmK5Arcq54PRH1fwSIuMcnR/zY70Q85NGr0SyciDI4k38qJdoM8LtumH8j6wLgyS7PpHvXPwECBAgQIECAAAECBAgQINB/ARUSIECAAAECBAjMq0C7sRF3vMtCPPIJGfCtL0RXMuBr1iJT2hjvqyaMtdVeS4aPK/G+d67HK19yOvJD1FdX37QDFCibY+euZBb89Jccje9/3ZG49Mrrox1cE91wOaI5k/cUAXB4EZhVAfMmQIAAAQIECBAgQIAAAQIE+i+gQgIECBAgQGBOBZqIUqIZZNLXRnzF1x+JT/iMk9HFmehGIV/k6+xI9uzjvLTHretKRHss3vzLa/Hnb8m+c8sze+zV43sWqItQ2mgWN/LvIOJT79vEz/7eneIBDzkWMbg+Rj8DXfwE9J6ddUCAAIGDEDAmAQIECBAgQIAAAQIECBAg0H8BFRIgQIAAgZFA6aJbXI0nveBYDJbyuMtQOKPgqK0GtXV/Uxs9MZ63bjEWBovx3c+6Md7/rrXx9KmXMQg02UeJqN8EbzZiKbPf571yKZ7/I8fjkiuGMYzWN4BTyEaAAAECBGZJwFwJECBAgAABAgQIECBAgACB/guokAABApsCJXelRInF+KRPX4gvfWyJ+u3ctjkdbQbDeTW3km2cWxdRhtkyYm6X4/QNy/E9z7wm2tORr7yW77aDFShlECX/JqIsxCjtzUz4fg8bxM/90aXxJY9dG5062BkanQABAgQIECBA4CIF3EaAAAECBAgQIECAAAECBAj0X0CFBM4jUPLcIOLxzzkSd/6oDGeHRzOdzfCvhsD1W8BdXsxIMO8a45bj1D67xfinv7k83viaMzlm7X413wTBiXDAW/2j2JpCBsAx6GLp+Go87bsuFwBvsdgRIECAAAECBAgQmG4BsyNAgAABAgQIECBAgAABAgT6L3DeCmvYuhFR1mL5SMSTnr8csfih6LqNbBkCljav1bC23hcTeJXYOLUUr//hLv7Xn+VYbY4/Cp0nMJQudylQ177NuH45SgbBzS578RgBAgQIECBAgAABAgQI7JOAYQgQIECAAAECBAgQIEBgngUy5O2WEmAp2nYj7n3/xfiiRxyKsnBj1C8AR1nPa3lPvsck/i3g2md2320cihc9+UTc+KHRQFtvNXjcOrTbs8CuO2hzgeJEPl7/Fm70DeCUsBEgQIAAAQIECBAgQIAAgWkVMC8CBAgQIECAAAECBAhE1HwvIppmIcpKxDc+50hc9VER7WAYbTRR/z3gs1vU0Dbv391Woum2W5PHteXYEXHNh9bju5913Wb3bZ7Ynlg91A5OYPSV3+M5/kK2Y/kXkTvbrAmYLwECBAgQIECAAAECBAgQINB/ARUSIECAAAECBAgQOL/AsSsinvr8SzKVvTFvGKV/uR/nVrKz2nIXmfQ26xHNRgzXl+PP/vBU/MIr6k9O12va9AiUnMpmm8RfRHZuI0BgYgI6JkCAAAECBAgQIECAAAECBPovoEICBAgQIECAwIUE2i7u9YAmHvwVC7G4lOHsnr7xe6GB6rWME7tBjrARg1iKwcZd4mdePoy//sMuYiPytZbNNk0CuWLTNB1zIUCAAIELCbhGgAABAgQIECBAgAABAgQI9F9AhQQIECBA4HYFmgxfBxFPfsHRuOSK4Vm312+A1o/b+3o8hjbMSLFbiFK7zaHXVpt42fNujHf/v/zQbZ2s3xTOmHgMo+lijwK5WnvsweMECBAgQIDAfggYgwABAgQIECBAgAABAgQIEOi/gAoJECBwYYGatZYMXWMtopyJlUsjnvk9S1GaEm2biXANY+s+xvzKrkssRJMh8KBpo2mauPo9i/GDz16L1ROLOdjpbDWIrhPMQ9uBCgiAD5Tf4AQIECBAgACBixFwDwECBAgQIECAAAECBAgQINB/ARUSuFiBEl2sjFrbRdzrgYvx0EcPoyycjCjDbG1M7lUD3hy/rfsu/ufbbojXvPSGiOGhHHKQzTYNAgLgaVgFcyBAgAABAgQIECBwWwLOEyBAgAABAgQIECBAgAABAv0X2GGFXca/mf3GYKE+uBbf9Lyl+Ih7RHTNWrb1rav1Wr2r7sfTSmmiZPY7KG0MoonFuDx+6w0l/vubMnTeaGL0K9CxHpEzyDfbAQnkShzQyIYlQIAAAQIECBAgQIAAgQsKuEiAAAECBAgQIECAAAECBG4t0EWJ67J1sfnqYvFQF9/2Q0ubgXC7nKczpc07otQwNj+Obcsxa5/1m8bdUvbaRNk4Ft/7nOvi//ztWn7OrRts5r95a8RGnrDdnsC4rzfj7lB/BAgQIECAAAECBAgQIECAwJ4FdECAAAECBAgQIECAAIHbECgZ7V6arWxdX46yMIxP/PTF+PqnL2QIvBZdXm1rSFvvqP8ucN3vonVdF+e2zHbb+rXjGjFujl+/Ebxx+vL4zicO44PviRiu5fk6ZlcHHMbmt4LrsbZfAnV19mss4+xZQAcECBAgQIAAAQIECBAgQIBA/wVUSIAAAQIECBAgQOD2BDJkPfuWLkPZPPXwbxzEJ9/rVESzGlFORdcubQawozA2xvQqEfVbvhkyb3dYMnG8+r0RL3nyRnQbeb3kgLmLek9TvxmcQXB47ZdALsd+DWUcAgT2JOBhAgQIECBAgAABAgQIECBAoP8CKiRAgAABAgQI7EZg9LPMEQuHB/Hcl10aR+5wdUavKzEKghfORNRANsb5Kud0VrtvhofiH/4q4oe//XQGxCW6+m8BjwLoDKFHgfE5j/gwQYFmgn3rmgABAgTGJKAbAgQIECBAgAABAgQIECBAoP8CKiRAgAABArsT6PKx+i3b3OXhlfeIePb3XBHRrEUpw81vAUfJi5Pa2oitAHp9rcSbf3kjfunVp6N0ixFNXot8lWy2fRMQAO8btYEIECBAgMCuBDxEgAABAgQIECBAgAABAgQI9F9AhQQIENiDQE1Xj2w+nwFwtF3c5wuW4iFfNYhSlqIbNrkv57TNm8f5XqLrulhocpz2ULzm+z4cf/UHw4gcO5ocp84rd7b9Eajk+zOSUQgQIECAAAECBHYo4HYCBAgQIECAAAECBAgQIECg/wIqJDBOgc2ktSw28ZQXrsTdP3ohFhbH2f/5+sq48RY/8TwoR+MFTzwZ//S361ED6fM95dzkBHJFJte5ngkQIECAAAECBAgQ2KWAxwgQIECAAAECBAgQIECAAIH+C4y7wlIiassceHC0ixe+JmL5+MnoShdtXqqty32M/VVy2M3WlEE0w2OxceJ4vOgb27jm3SUi53NOG/v4OjxboDn7g2MCBAgQIECAAAECBAgQOHgBMyBAgAABAgQIECBAgAABAnsWyKT3rp9Q4lkvXY5oTmV3mylsRsFbx7mbxFaHqT/9PNiID72/iWc/7obo1rYHqhe3j+0nJSAAnpSsfgkQIECAAAECBAgQIECAwM4FPEGAAAECBAgQIECAAIHdC5R8tLbcxdb+c79kIR7yNU0Mo4bAw3oluiYjwvrv9ZYSpdy6jW66wFv9937P10aPlHwfZKs/C90txnv+6VA893FnNkPgsjn+Td8Gztts4xfI1R1/p3oct4D+CBAgQIAAAQIECBAgQIAAgf4LqJAAAQIECBAgQIDABAQyDfzmFx6Kj/uUmsrWlidymMl/F7cmwXWgxXjbHy7F9z6tjRjW8fOcbaICmys80SF0ToDAngQ8TIAAAQIECBAgQIAAAQIECPRfQIUECBAgQIAAgXEK1Oz1rNasbMTzX7UYRy67MaLpYvTt3bZGwLXFxF+LCyWv/0taAAAQAElEQVR+/9c34sdfcjJy8ImPN+8DCIDn/S9A/QQITLWAyREgQIAAAQIECBAgQIAAAQL9F1AhAQIECBCYrEAXpXRxl7tHPOf7jkaU+lPQka82otSfZM59TPjVlRiUpfiVnyzxxpevRezDkDHHLwHwHC++0gkQIEBgqgVMjgABAgQIECBAgAABAgQIEOi/gAoJECCwDwIlSixGMyjxH76gicc+PYcsq9GVjei6msTuQ1xY6pgRpTsSr/vh9fij39qI6GLrVeewdWg3FoF9WNGxzFMnBAgQIECAAIE5ElAqAQIECBAgQIAAAQIECBAg0H8BFRLYZ4EuY8EyjEd+0+G47xeuRSlt1GD45iB28vOpmW/XHomXPvuG+B9/sB6j/DnqN5LrlcmPPy8j5ErPS6nqJECAAAECBAgQIDADAqZIgAABAgQIECBAgAABAgQI9F9gXyvciChrm60dxMKhEs/63uNx53sMIwbD6Jrc72cKnLHzxqk7xAufcE38xe/n2BkId5n/dvUtvMYh0IyjE30QIECAAAECBAgQIECAwN4F9ECAAAECBAgQIECAAAECBMYvsBDRLmW3GQRn0Fqz3iN3GMZLf+pwNEvX5/lbxIX1njw7ia2MOs0BypkYrh+K73jKh+Lv/qyN6PJKnh5dnoO3SZd4ixWd9HD6J0CAAAECBAgQIECAAAECBM4j4BQBAgQIECBAgAABAgQmJzBKBA9FDHKIpovSnIm73qOJF73qSHSD66Nt1qLLS5FZbN2VUqKU2271ngu1+m3e87Vouyg5RtcuR7dxLDZOXhnf+eQm3vV/uhhulM0uu82d990LjJZ79497crICeidAgAABAgQIECBAgAABAgT6L6BCAgQIECBAgAABAvshsBWwRu67pai7z7rfSnzDM45G5IfRLzDXn4Mu+5DAjr7xW6LNMPjaD0Z8y2NviGveE/nKE2U997a9CAiA96LnWQKTFNA3AQIECBAgQIAAAQIECBAg0H8BFRIgQIAAAQIEDkKgLMbo28ALXXz1Exbi8x6yEV1zJqLJ8LUMc0aTDYFrQDlqOUyXme/V7zwUz31cxAf+XxNdW6/kFGy7FiC4azoPEiBAYHICeiZAgAABAgQIECBAgAABAgT6L6BCAgQIECBwoAIZvkaUiOUuvvUHDsfH/9tBtN1StkHUbwN3UYPgyNfoxtxPaMsEuGm6eMc/nYynPer9cfW7ck4TGmpeuhUAz8tKq5MAAQIEZkXAPAkQIECAAAECBAgQIECAAIH+C6iQAAECBy9Qc9aaFOZ+8egwXvjqxbjyrvVbwKsx7EoGwW1kNhtdc23OdXIhcBNNxtALMYiVuPqdd4ynPbyL974jx97oossJdNs5dM7CdnECzcXd5i4CBAgQIECAAIHJCxiBAAECBAgQIECAAAECBAgQ6L+ACglMo8Ba3OmjIr7npw9FWTwdkXlvbpsT3bgs95kS5/sktzrCwmAhPvi+Lp77ddfG+/6lnslZNO0kh+1l3wLgXi6roggQIECAAAECBGZOwIQJECBAgAABAgQIECBAgACB/gtMZYUZtLaHRqHv3T+xi+/7qWOxfPTGiHYx2ljPLDhbNxx9G3dS0x+UJmobrg2j/vL0e/55MZ772PV4/zsGUUKcGTt8EdshmNsJECBAgAABAgQIECAwbgH9ESBAgAABAgQIECBAgACBAxXIDLjLuLdrIz7tvgvx+G85FN3gw6MQuOsWc2p5Q77vx1ZKiYWFJt7zztPxjEe/P97//7qbh62Htd18ZqaO9muyAuD9kjYOAQIECBAgQIAAAQIECBC4tYAzBAgQIECAAAECBAgQOHiBzHdLaaJkq1+4/fL/tBBf88RLIhZWo2tOR1vabBkR577LFjGZFLZ+C7jJCXQbR/L9WHzwXy+PF3xdiff8wxbR9rB1X9vWabtzBZpzP/o0HQJmQYAAAQIECBAgQIAAAQIECPRfQIUECBAgQIAAAQIEplAgg9Uu22OfWeLzvjhiYWEpJ5kJcb7XrasX68FEWx2vRNMsxjv+cT2+5XHXxz//dZu5c05sX8aPmX41Mz17kyfQRwE1ESBAgAABAgQIECBAgAABAv0XUCEBAgQIECBAYFoFMnstTRtLh5p43iuW41PvfTKaQRc1+O3adrSf9NRL5rzNVlvIEPiadx+PJz/8XfF3f5In25xgDYFrm/REZrR/AfCMLpxpEyDQTwFVESBAgAABAgQIECBAgAABAv0XUCEBAgQIEJh6gZIRYtmIYbkxXvzjx+Kj7rkQi4tNZAy82TKH3b8auijNRrRn7hrf9o2n4y/+cC2iyxD4pgl0Nx052BTI1ds88E6AAAECBAgcqIDBCRAgQIAAAQIECBAgQIAAgf4LqJAAAQLTLVBz1dpGs8zQd+FYHDpa4ntfH3HF3U5F261HF2fy6n6GrjmhbiHHHMTqycPx/G88E7/7phvyc56PjdyvZtvP+eRwU74JgKd8gUyPAAECBAgQmAcBNRIgQIAAAQIECBAgQIAAAQL9F1AhgdkRqHHqTS1z1kuvinj5zx+NO91lOaI9FKV+Q3hfy8lJ5HhdlBiuH4vve1Ybv/jq+k3gQZ7NOeX5PLBtCQiAtyDsCBAgQIAAAQIECByIgEEJECBAgAABAgQIECBAgACB/gvMWIVdzre2mvPW1iyux2V36+I7f6KJS648E/WnoPOWA9pKNMNj8ZPftx6vecn1Mdz+AnCd8HaL+X4JgOd7/VVPgAABAgQIECBAgMABChiaAAECBAgQIECAAAECBAhMo0D9vm1tN89tcXT4cZ9S4tt+KI8H1+XnNtt24nrLfV6awHbTnLpBRHc4fum1TXznkzKQXjvPYHVKo5+IPs+1fT6138MJgPdb3HgECBAgQIAAAQIECBAgQCCCAQECBAgQIECAAAECBKZWoAattZ07wTyzEHGv+y/HD7zhWDSHPhjt4MZom7VoS5utu6llOnvuozv81HVdnK9F20XJtnktommPxp+8pYlvfcyN8eF3RwzX6nPDzeG7Omge15y6Hs5REwBP1WKbDAECBAgQIECAAAECBAgQINB/ARUSIECAAAECBAgQmGGBEvGp912IF7/yjlEGpyLaA/o3eGvA2+Vk2qX4n39yNJ76lWfinf+8EVHPZSC9KZzXM6DOaHjz45y8C4DnZKGVOQMCpkiAAAECBAgQIECAAAECBAj0X0CFBAgQIECAAIGZF8jktTkVn/WghXjByy+LbnB1VpTn8n2/thpwnt2iLXH1v67EE7746viL32szBM6rTYbBw6XMfrPVn4zer8lNwThZ/RTMwhQIECAw5wLKJ0CAAAECBAgQIECAAAECBPovoEICBAgQINAPgZJlHI7IlPFzH7ocT37RJXl8Is+dHQKX/LyPW8mxyzDa9cvi+U+4Nt74ilPRnRlE5Lmor3o98p5Ry4C4nutxy6XpcXVKI0CAAAEC0y9ghgQIECBAgAABAgQIECBAgED/BVRIgACBfgjUXLe2yLfcalEP+9qVePJ3HImFlfX8mCfbDF7zaP+3knnvcnSrl8drXxrx0meeiWENgZsa/N6Q0e/pnNIwW/83AXD/11iFBAgQIECAwNQKmBgBAgQIECBAgAABAgQIECDQfwEVEuifQI1Ua6s5cP0m8Jc+djEe/c0LEc2NB1hsybE329LCYvzur7bxzEd08d5/znPD4xHdYl6v3/7tfzza/wpzKW0ECBAgQIAAAQIEpk7AhAgQIECAAAECBAgQIECAAIH+C/S0whr+1jYqL/PVsnQmHv3UxXjsMwax0XwouvxvdG3f3+qsNjLsjVhsjsTf/cVaPPOrNuKv/ng1YqMGwDnZesvZbd/nOPkBm8kPYQQCBAgQIECAAAECBAgQOFvAMQECBAgQIECAAAECBAgQmGWBjFFHX/69uYZBRG6PfcbR+PpnHI9oTuWlmrLmbhQG1+OzWz0/iVay05xItzCaX1MW4kPvH8S3PPqG+KXXrG+GwGUt76lzyd2Et4PqXgB8UPLGJUCAAAECBAgQIECAAIF5FFAzAQIECBAgQIAAAQIEZl6gxqy13VzIQsTWicc+Yym+4VtWIhavj/qDy21zJtrSZutuaqOv6MakXlsTKVshb9tGaY/Ea793I57zuKvj1IeWIkqGwTWYznnVXeSr3t1u7XM301sz07PvzeQVQoAAAQIECBAgQIAAAQIECPRfQIUECBAgQIAAAQIE+iqwFbrW8jJ9/OonLsSTnn84YvH9sRm2xsG+2uWI9lD8zVsviW/8kuvif79tEN1GzrltYirmF+N9ZVXj7VBvBAjsUMDtBAgQIECAAAECBAgQIECAQP8FVEiAAAECBAgQmCeBxYgv+/rlePZLroiVwxsHVnkpTTTZBt1CDOpPP3fD+NC7jsYzH/X++NXXrmcoHLFxZnG0jzaiBqflwGY7voFrHePrTU8ECBAgsCMBNxMgQIAAAQIECBAgQIAAAQL9F1AhAQIECBCYO4Em09TByXjwowbxjJccj4Xlk0lQf2Q5d9u/uVwP96N1GenmFjGIyCC4y89rJ+4cr37JajznMdfHjR/KSWxPLQ9v3s578ubLU3wkAJ7ixTE1AgQIEOi1gOIIECBAgAABAgQIECBAgACB/guokAABAvMlULLc2kbfpT0SUUo84MsX48WvXYlu8dpo2/U8ly32+VVqmJsT6xajZBBcMiEdDA7H///3SjzxS7v46z/eyPP1ntMZEke+MsCOjc3jYX6csS3Lm7EZmy4BAgQIECBAYOYFFECAAAECBAgQIECAAAECBAj0X0CFBOZXoEaptWWqGjUL/qwHLsdLX3tpXHrlDdEOFxOmRNeN7sjjCW+j8LeOUfKtttxtbSvLR+OaD7TxjEeejh98zg1x8tqVvFIT39oWIkoGwYMMgqN+jpl5CYBnZqlMlAABAgQIECBAoBcCiiBAgAABAgQIECBAgAABAgT6LzDnFdZot7YRQ81cuzbu9fkL8UM/d8e44m43xNrGakaqXbT156CbEqXUFlv7Evv5KplQL5Zj8eY3HotnfOVqvPPvBxFthtS1gC7n0mUQHHkuZuclAJ6dtTJTAgQIECBAgAABAgRmXMD0CRAgQIAAAQIECBAgQIDAPAhkbBq13VRrBryRZz7qkyNe/vOXxT0/fiWG7XqUpqkRcER9L8PRbustz01uO3tuXR27DtU18X//10Z808Oujp/5gROxcSLvKidj9C3g2NnroO8WAB/0ChifAAECBAgQIECAAAECBOZBQI0ECBAgQIAAAQIECBCYG4GMTjPuPbvcPJNbdCWuukfES98Q8Ymfvh7tsI3hcDWG5XQMY23zgeZklLy3lJL787fNG3f+Xn92urZoY5Tr1l94HrWuixJdNOVwrJ+6Y7zhRwfxjEddH//814cjhhmnZjadl+PmV3fz4RQe5YyncFZzMyWFEiBAgAABAgQIECBAgAABAv0XUCEBAgQIECBAgAABugGIrQAAEABJREFUApsCJTJpjSvvGvHqNx2Lf3+/DHsHbUS3GKXktcjX8Gi+bR3n0WS22v/ZbWuUDKhr0NsND8X//qvD8ZQvH8bP/sh6nDmR10eZ73oenMlW/13g0Yk8nr5NADx9a2JG8yKgTgIECBAgQIAAAQIECBAgQKD/AiokQIAAAQIECBC4WWA7c82EslmOeOnPHI0vecx6NAuno4lD0TWnIwY3pa03P7dPR/UHqZsYxqB00bSLMVxdjNf/yDCe/BXXxT/+ZUS7USK6lZzNYrY8zvdp3JJ3GqdlTgQIEOi3gOoIECBAgAABAgQIECBAgACB/guokAABAgQIELiAQNmIKCWe/j3H4jFPXYnh4NroYinaWIibX/Vbtu3NH/flqManGe7Wocsw8ije+45j8c0PPx0/9uJhDDOjzomeZyb1gf2e63mmkadqBbmzESBAgAABAvskYBgCBAgQIECAAAECBAgQIECg/wIqJECAAIELCdRUtQa9gwxNMwR+zNOX4jtfczRWjp7MpwbRdiW6DF+jrOXn/dzqxGrLMUcp6iCiXY7VMyXataX49dcN4mvuM4w/+vWc10be03XRdasR3Xp0cSpPCIATwUaAAAECBAgQmCcBtRIgQIAAAQIECBAgQIAAAQL9F1AhAQIXK1DKVtg62Ih7P3gxvvdnDsVVd89AtWmj2w5/u1ESe7FdjuG+rTlt91Qz6q3j4UaJaz5Q4kVPHMaLvnE1PvQvZfQz0RGZBnfLeVf99vIw9we77bfYwVZrdAIECBAgQIAAAQIHJWBcAgQIECBAgAABAgQIECBAoP8CKtydQJfBaVmPf/NZC/H9P3M0PuZTz8TCchNthqrdLfLYiExkdzfKrp4qpUQTJQalGbV6vNgcij/9b4N4/BeeiDf88Fp0q4dyWk1EZPjbDfI4D+s0a8vD/d7qTPZ7TOMRIECAAAECBAgQIEBgrgQUS4AAAQIECBAgQIAAAQIECFxYoBsuxnBjNe58z2G84pcOxb0fdCaibNw67q0/DX3rs7Evr5pGj1qO1i7EqRuX4ud/bBCPut/74o9+cxgx3Ap/83Ic1BxzbAFwItgIECBAgAABAgQIECBAgMCEBHRLgAABAgQIECBAgAABArcnUCJKppaDhZWIaGLxyHq84EcuiSd8Wxdtc3UM27Pj1BKlRLZymy32+OpG/7ZvF9v7m7orXcSoRUSJnNRCdBsLcfW/3im+60ldPO3hH45/eXuerxOu99UQOOded/lktPlf3ecdE92ScqL96/y8Ak4SIECAAAECBAgQIECAAAEC/RdQIQECBAgQIECAAAECFy1QA9XRzXnQLUUsrcdXPHExXvazl8Rld74x2nIqA9e8oRtkMFuy7UeUmuNdcKtzrS0j124x/s9fXRKPf8iJ+IFvuzGuf2+eq/82cA2Caxv1U9PgM3m0nm1y868j5wA2AgT2TcBABAgQIECAAAECBAgQIECAQP8FVEiAAAECBAgQILB7gcxUR2lvWY9Pv+9SvPJXj8WnfPqhKM1GrK+3o/B3+9u5db/7gfb2ZMl5lsEwBrVFhtLrgxh0R+K//uyhePTnrcZrXrgWazeUGK5FvRpNLETpViIyLI48ExN6NRPqV7cECBAgcB4BpwgQIECAAAECBAgQIECAAIH+C6iQAAECBAgQ2KtA/aZsxphlI2JwIq78qIiXvbHEAx++FmXxZHSRIXC2vY6y9+dLhrnZckZRcs61ZbC7MFiK0yeX4ld/ehBf/bkn4zd+9lSsn6r3rUde3mxRX119G3tLubH3qUMCBAgQIEDg1gLOECBAgAABAgQIECBAgAABAv0XUCEBAgQIjEWgRpgL2VP9tuzRqFnvwtEz8ayXHo7n/sByLF/y/miWTmeWWqJ+CzdvPMAt59plu2kGm0FwKV103SBu+NBivPyFw3jcA2+IX/+pjVg9maFvbu2wPpCBcB7X/Lh+GhVaP29+2PX72bPZdSceJECAAAECBAgQuJCAawQIECBAgAABAgQIECBAgED/BVRIgMD4BUqMEt5B5GshSubBn/+IpfiJ/3LXuMvdM2ityXCX9+TVg91q5Frb+WZRYlCOxPv/5Xi88sVd/KcvvjZ+91fOxMZqRHRLESUPMiyO0StrKifzaG8p8G3NJDu2ESBAgAABAgQIECCwZwEdECBAgAABAgQIECBAgAABAv0XUOEEBTIUrUFvLETUoHSwGnf5uIif/J1L4v4PPxXdYD1qBtxmDlxbPY4peZUyiJKt6QYxqHPaOBzv/adL4nufcSKe+JD1eMsvZhB8cjmD4Jx8V0PfrLE9knfm53zf7dbs9kHPESBAgAABAgQIECBAgMCFBVwlQIAAAQIECBAgQIAAAQIE9ipQ48za6m8mZzA6zMA0M+HBShvPednReNGrmyiLN+QgG9kyS40apNaWH/cpDc6Rztlylmd9zrk06xEZXEfJiY/C4OPxrndsxA9825l4/BffEL/6kzfG+smSz2QNdZdHm1s+e1M99bgabF650HtzoYuuESBAgAABAgQIECBAgAABArsS8BABAgQIECBAgAABAgQIjFVg9B3aGH2VtumilBKxFHHvhwziZ3//eHzyfziRUempWMpzbXNm9J3hsQ5/Vmdd18X5W+T5vDFz3pr1ljbnWY+HgyjDxbyWc85ZRrcY7UYG2WvH493/eCRe+cJBPPb+N8Yv/9harJ7I52vOm8+13Zm8ezVP1HY69122298EwLdvNMY7dEWAAAECBAgQIECAAAECBAj0X0CFBAgQIECAAAECBAjsm0Bmqld+dBcv/anj8ZinlGiba3LojECbDE1LJqn1W8C15dnJbzmZ2G63HC3PZ36b2XEGwXkt59RlK9Fkpn04rnn3sXj1dzXxyP/4vnjtS2+Ia98X2VP9SegMiqO+6j4/R9Z0Oy2rrw9oBAhMXMAABAgQIECAAAECBAgQIECAQP8FVEiAAAECBAgQIDB5gSbD1NpylylpdG2J5SNNPO5bD8UP/vzxuPNH1pB0PefRZMutZPKau/3dtiZXJzhqkVHvrVvJuQ9KRJ3ioF2JG95/Vfzyj5d4xL0/GD/4Lavxjr/rottYiehqLW3uB7duGSHHWa3eGV4ECBAgMFkBvRMgQIAAAQIECBAgQIAAAQL9F1AhAQIECBAgcEAC9Zu+o2/8dvEJn9HFT/zXI/HFjxpEO7g+2mbjgCZVhy35VlvubmsrGU7XW5oMrUfJbYlueCy69TvGb//iQnzDF304nvmItfizN7fRruYNeXuc3Wq/Z3/O47yrntUIECBAgACBCQnolgABAgQIECBAgAABAgQIEOi/gAoJECBA4AAFShlEiaWcQYmmWY6V4xFP/+7D8bKfPhZX3u3D0UaGwE2JkiFr6UpM1ysT25xhRBOD0o5aadqcaxdNN4iF7ni8/c8H8fxvKPGY/3gmfuEVZ+KGq7OCzIu7jS66LmurAXie2t6a7QN7AgQIECBAgACBcQvojwABAgQIECBAgAABAgQIEOi/gAoJEJgOgXLzNGoCuhDxaQ8YxE/81yvjQQ/fiMHyDRFtnhys5X1dtmnZ6rzrhOt+c043H9XP+SmD4Oia+OA7V+LHX1ri4fc6Gd/5xNPxV3+0EaXLmrqsJ8PjKBsRZTWj5PAiQIAAAQIECBAgQGDsAjokQIAAAQIECBAgQIAAAQIE+i+gwukUyMx0+2eSj9xhPb71hw7Fd732UNzhLqdj2A2jLZkF58zbrZa7s7YMU8/6dBCHJafQZBtE/W8hBnliMFjPktZisVnOnPdI/MmbF+NbHn1DfM1nr8Uvv2ojPvTOJrph/fnoEAAfxKIZkwABAgQIECBAgACBfguojgABAgQIECBAgAABAgQIEDhggdE3YldzEoOIQRefef/F+Ln/fige+phhRHNjZIqaLSIyXI3RKxPXjFgj8vpoPzp5wbfJX8w5lbWI2rrFKO1SjF7Neu7aWF64PK5531L855ctxiM+54PxvK89E3/4pkUBcOrYCBAgQIAAAQIECBAgQIDAuAT0Q4AAAQIECBAgQIAAAQLTIlCWMuxtbprN4HDEU7/7aLzyTUfiYz7twxHldJQMituuRNtk0Bolz2XoGvv76rr6b/nWFpGH57Z2Mbra6oX6teAMrLt2MDrXtvlMto31Jprh5fG2P1iK7376mgB4f5bPKAQIECBAgAABAgQIECBAgED/BVRIgAABAgQIECBAgMD0CNTgNwPd0YS29/khT3/CZwziR37+ivhPz1mMhUPXRQxWIzZW8mKJGH3LNvf5af+3Ou52O3v0eu5Cn/NahthR/z3gdlkAnBw2ApMV0DsBAgQIECBAgAABAgQIECDQfwEVEiBAgAABAgQITK9AzU/PaSVWjjbxlU8exE//zh3jcx80iGZxPdbX16Npbq+M/fqG8NkTvvCc6pRv2S78hKsECBAgsGsBDxIgQIAAAQIECBAgQIAAAQL9F1AhAQIECBAgMGsCbXRlNaJt46qPGcZzXtHEC141iLt+7DBiMc9HDXm3W9a2fVi/ZRvt1oncTXyrIfDOB2l2/ognCBAgQIAAgYsQcAsBAgQIECBAgAABAgQIECDQfwEVEiBAgMBMCjRRYinKYCFn38Ty0Yj7PnQ1/vPvrMTXPqPNz2sRg2Feq8lv7tqSYXG2PJyFrZmFSZojAQIECBAgQGC2BMyWAAECBAgQIECAAAECBAgQ6L+ACgkQmG2B7UA3912NTFdi8VgbX/2UQ/Ha31qJ+37hekRzOtv1EYMMgmsgXNqIrobGZapLr9VM9QRNjgABAgQIECBAgMBMCZgsAQIECBAgQIAAAQIECBAg0H8BFfZIYBhRNiKT3Sglg91mI+58z4gXvGYlXv7Lh+KjP7mJbrAaXWmijWxN3p9333rrtk5t77c+HsBOAHwA6IYkQIAAAQIECBAgQKCfAqoiQIAAAQIECBAgQIAAAQIEZkygG0S0CxH1W8CjIDjnP6jf/m3jEz6zi9f816Px3O9fikuv+kBEWcu2GpFRcNz0qoHvVusyQI6t45uu7/+BAHj/zY1IgAABAgQIECBAgAABAv0TUBEBAgQIECBAgAABAgQIzKJAzWxrYlr3kUFwZCBcf+Y5g+GykMdNEw94ZBNv+O9XxRNfeDqWj10TZenGWO9OR9fWhzYiypm4+XVTZzef2uejOoN9HnKehlMrAQIECBAgQIAAAQIECBAg0H8BFRIgQIAAAQIECBAg0A+BGujestXK2lg+2sWXf90l8fO/f7d42KMPxeGjG1Ga9Yh2KWJ4OCID4yhd7vP50TeB63MH0wTAB+Nu1HkQUCMBAgQIECBAgAABAgQIECDQfwEVEiBAgAABAgQI9E8gM9y4qW1kfW22EmUh4vhVEU940XK87nePxxd81XosHrk22sH10Qy2wt+S95Zh3p+f8/0gNgHwQagbkwCB3gsokAABAgQIECBAgAABAgQIEOi/gAoJECBAgACBeRDI1O9MNoAAABAASURBVLf+LHRkqFu/4VtLLhFXfGTEM192OP7z79wh7v+wLtqFD0X9Reh2cGpzn/dlFBy1xejfBc4To23ywbAAeATtjQABAgQIjE1ARwQIECBAgAABAgQIECBAgED/BVRIgAABAnMlkIlv/UpwyX1NV5uMdWtb6OKqj+viea84Fq/81Svivl98YzSLaxGLN8ZG10abiXCXeW/brGYQnAejn4bOIPmcQHj8kM34u9QjAQIECBAgQGBeBdRNgAABAgQIECBAgAABAgQI9F9AhQQIzKfAWbFq5sA1D950yGC3aeLjPj3iha86Fq/+9UvigQ9bjOXjH4qu2diMettDcdP97WLEKAiOib3OmunExtAxAQIECBAgQIAAgf4LqJAAAQIECBAgQIAAAQIECBDov4AKCdxKYCsNrruFiHv+m0E85wcPx2t/68r4im+8IZpD74thORNRSnSDDIsXT+Vx7uO2Xhe6dlvPnHteAHyuh08ECBAgQIAAAQIECBDYsYAHCBAgQIAAAQIECBAgQIAAgf4LnL/CTH5rZtvm1dyXTF9L08bdP3YYT/6Oy+KX/+Qu8WWPW4/Dl5yI6LrIWzZvHB3VT7XlqZu2+rm2m07s+CCnsONnPECAAAECBAgQIECAAAECBAhsCngnQIAAAQIECBAgQIAAgbkTqBFrbRn+1trrLj/W8Ld+jBjkbjEiz93hqoinvvhY/MIfH4snveiGuOyqG2I4uD42uvpN4PWIki3y1ZYMiLNFbTUAri3P72LLYXfxlEduR8BlAgQIECBAgAABAgQIECBAoP8CKiRAgAABAgQIECBAgMDtC5TMgw9dEvGwr700fvb3rooXveJ4fNy/bfPBbGVjM/htMgguq3mubjUErq0e77wJgHdu5gkCFxZwlQABAgQIECBAgAABAgQIEOi/gAoJECBAgAABAgQIXIxAzXFrq/dmELx0rI37fslCvOa3jser3rQc9/mCU7F09JpYXT8RXddEF+vRdu2o1Ucu3Oq3hLfbzXcKgG+2cESAAIE9C+iAAAECBAgQIECAAAECBAgQ6L+ACgkQIECAAAECOxGoEW2UfG82IurvRNeEdjHiY+/VxHf8+BXxc390eTzhuYfiirudiW7xg9GVYeTd0UZkq0d5cPbWZaJc20131Xtq27ypdr955J0AAQIECBDYi4BnCRAgQIAAAQIECBAgQIAAgf4LqJAAAQIECOxYoGReW2oAHIOIPB617bw2T11yVcQjn7ESr/+DY/HiH7syPv1z2yjL1+e9wyhNG10pGQRH5EFEmx1sPxt5UNp6IdvNmwD4ZgtHBAgQIECAAIFdCniMAAECBAgQIECAAAECBAgQ6L+ACgkQILAXgRrLZnhbu6i72upxbfU4g96FoxH3+cKl+P43rsQv//ll8cin3BhX3i2ia05ENGciyjBbxChAjvoq9WIe5D7ft7c60vaxPQECBAgQIECAAAECOxVwPwECBAgQIECAAAECBAgQINB/ARUSmKhAl71vxbZlNUqzHpde2cU3PPvS+Lm3DuJ7X7cS9/vSNsryyVjvTkU32MhWvxk8iK4sZMt900TXlFHb6in7tBEgQIAAAQIECBAgQIDAjgTcTIAAAQIECBAgQIAAAQIECPRfYPIVrkfUDLi2WM7hFvJz/VZvtqaLz/i8hfjWlx2O//K24/HcH+ziEz5lIZqFUxFlI25+1YdrixAA36ziiAABAgQIECBAgAABAgQIXKyA+wgQIECAAAECBAgQIECAwJgEFmP0s84ltl5NlCYPB9maZnS8eKjEocsiHvzII/Hy31iP1//B0fj6Z6/FR3z8+2M9romNuCHashptZsBNPmYbm4COCBAgQIAAAQIECBAgQIAAgf4LqJAAAQIECBAgQIAAAQLjFLgp+b1wp/W20kaz0MSd7hHxyKcejp9+853iZ/7b5fHob+7ibh+9EF2cCQHwhRldJXDxAu4kQIAAAQIECBAgQIAAAQIE+i+gQgIECBAgQIAAAQL7LTAKfnPQ0T7j3ZIHZRhR1qMsrcfdP2k9vuG5x+Knf38hfuLNywLg8CJAgMAYBHRBgAABAgQIECBAgAABAgQI9F9AhQQIECBAgACBAxfocgZdhsDtIKJbzLaULfcxiC5z4Xt+SgiAk8hGgAABAgT2IuBZAgQIECBAgAABAgQIECBAoP8CKiRAgAABAtMhULamkRlw1OOzWlPP5cnRbus2OwIECBAgQIAAgR0JuJkAAQIECBAgQIAAAQIECBDov4AKCRAgMGUCNfQ935S2zguAz4fjHAECBAgQIECAAIHbE3CdAAECBAgQIECAAAECBAgQ6L+ACgnMoIAAeAYXzZQJECBAgAABAgQIEDhYAaMTIECAAAECBAgQIECAAAEC/ReY1QoFwLO6cuZNgAABAgQIECBAgAABAgchYEwCBAgQIECAAAECBAgQIDDVAgLgsSyPTggQIECAAAECBAgQIECAAIH+C6iQAAECBAgQIECAAAEC0y8gAJ7+NTLDaRcwPwIECBAgQIAAAQIECBAgQKD/AiokQIAAAQIECBAgMCMCAuAZWSjTJEBgOgXMigABAgQIECBAgAABAgQIEOi/gAoJECBAgAABArMkIACepdUyVwIECBCYJgFzIUCAAAECBAgQIECAAAECBPovoEICBAgQIDBzAgLgmVsyEyZAgAABAgQOXsAMCBAgQIAAAQIECBAgQIAAgf4LqJAAAQKzKSAAns11M2sCBAgQIECAAIGDEjAuAQIECBAgQIAAAQIECBAg0H8BFRKYYQEB8AwvnqkTIECAAAECBAgQILC/AkYjQIAAAQIECBAgQIAAAQIE+i8w6xUKgGd9Bc2fAAECBAgQIECAAAECBPZDwBgECBAgQIAAAQIECBAgQGAmBATAe1omDxMgQIAAAQIECBAgQIAAAQL9F1AhAQIECBAgQIAAAQIEZkdAADw7a2Wm0yZgPgQIECBAgAABAgQIECBAgED/BVRIgAABAgQIECBAYMYEBMAztmCmS4DAdAiYBQECBAgQIECAAAECBAgQINB/ARUSIECAAAECBGZRQAA8i6tmzgQIECBwkALGJkCAAAECBAgQIECAAAECBPovoEICBAgQIDCzAgLgmV06EydAgAABAgT2X8CIBAgQIECAAAECBAgQIECAQP8FVEiAAIHZFhAAz/b6mT0BAgQIECBAgMB+CRiHAAECBAgQIECAAAECBAgQ6L+ACgn0QEAA3INFVAIBAgQIECBAgAABApMV0DsBAgQIECBAgAABAgQIECDQf4G+VCgA7stKqoMAAQIECBAgQIAAAQIEJiGgTwIECBAgQIAAAQIECBAgMFMCAuBdLZeHCBAgQIAAAQIECBAgQIAAgf4LqJAAAQIECBAgQIAAAQKzJyAAnr01M+ODFjA+AQIECBAgQIAAAQIECBAg0H8BFRIgQIAAAQIECBCYUQEB8IwunGkTIHAwAkYlQIAAAQIECBAgQIAAAQIE+i+gQgIECBAgQIDALAsIgGd59cydAAECBPZTwFgECBAgQIAAAQIECBAgQIBA/wVUSIAAAQIEZl5AADzzS6gAAgQIECBAYPICRiBAgAABAgQIECBAgAABAgT6L6BCAgQI9ENAANyPdVQFAQIECBAgQIDApAT0S4AAAQIECBAgQIAAAQIECPRfQIUEeiQgAO7RYiqFAAECBAgQIECAAIHxCuiNAAECBAgQIECAAAECBAgQ6L9A3yoUAPdtRdVDgAABAgQIECBAgAABAuMQ0AcBAgQIECBAgAABAgQIEJhJAQHwjpbNzQQIECBAgAABAgQIECBAgED/BVRIgAABAgQIECBAgACB2RUQAM/u2pn5fgsYjwABAgQIECBAgAABAgQIEOi/gAoJECBAgAABAgQIzLiAAHjGF9D0CRDYHwGjECBAgAABAgQIECBAgAABAv0XUCEBAgQIECBAoA8CAuA+rKIaCBAgQGCSAvomQIAAAQIECBAgQIAAAQIE+i+gQgIECBAg0BsBAXBvllIhBAgQIECAwPgF9EiAAAECBAgQIECAAAECBAj0X0CFBAgQ6JeAALhf66kaAgQIECBAgACBcQnohwABAgQIECBAgAABAgQIEOi/gAoJ9FBAANzDRVUSAQIECBAgQIAAAQJ7E/A0AQIECBAgQIAAAQIECBAg0H+BvlYoAO7ryqqLAAECBAgQIECAAAECBHYj4BkCBAgQIECAAAECBAgQIDDTAgLgi1o+NxEgQIAAAQIECBAgQIAAAQL9F1AhAQIECBAgQIAAAQIEZl9AADz7a6iCSQvonwABAgQIECBAgAABAgQIEOi/gAoJECBAgAABAgQI9ERAANyThVQGAQKTEdArAQIECBAgQIAAAQIECBAg0H8BFRIgQIAAAQIE+iQgAO7TaqqFAAECBMYpoC8CBAgQIECAAAECBAgQIECg/wIqJECAAAECvRMQAPduSRVEgAABAgQI7F1ADwQIECBAgAABAgQIECBAgED/BVRIgACBfgoIgPu5rqoiQIAAAQIECBDYrYDnCBAgQIAAAQIECBAgQIAAgf4LqJBAjwUEwD1eXKURIECAAAECBAgQILAzAXcTIECAAAECBAgQIECAAAEC/Rfoe4UC4L6vsPoIECBAgAABAgQIECBA4GIE3EOAAAECBAgQIECAAAECBHohIAC+4DK6SIAAAQIECBAgQIAAAQIECPRfQIUECBAgQIAAAQIECBDoj4AAuD9rqZJxC+iPAAECBAgQIECAAAECBAgQ6L+ACgkQIECAAAECBAj0TEAA3LMFVQ4BAuMR0AsBAgQIECBAgAABAgQIECDQfwEVEiBAgAABAgT6KCAA7uOqqokAAQIE9iLgWQIECBAgQIAAAQIECBAgQKD/AiokQIAAAQK9FRAA93ZpFUaAAAECBAjsXMATBAgQIECAAAECBAgQIECAQP8FVEiAAIF+CwiA+72+qiNAgAABAgQIELhYAfcRIECAAAECBAgQIECAAAEC/RdQIYE5EBAAz8EiK5EAAQIECBAgQIAAgQsLuEqAAAECBAgQIECAAAECBAj0X2BeKhQAz8tKq5MAAQIECBAgQIAAAQIEzifgHAECBAgQIECAAAECBAgQ6JWAAPi8y+kkAQIECBAgQIAAAQIECBAg0H8BFRIgQIAAAQIECBAgQKB/AgLg/q2pivYq4HkCBAgQIECAAAECBAgQIECg/wIqJECAAAECBAgQINBTAQFwTxdWWQQI7E7AUwQIECBAgAABAgQIECBAgED/BVRIgAABAgQIEOizgAC4z6urNgIECBDYiYB7CRAgQIAAAQIECBAgQIAAgf4LqJAAAQIECPReQADc+yVWIAECBAgQIHD7Au4gQIAAAQIECBAgQIAAAQIE+i+gQgIECMyHgAB4PtZZlQQIECBAgAABArcl4DwBAgQIECBAgAABAgQIECDQfwEVEpgjAQHwHC22UgkQIECAAAF4Yo6jAAAQAElEQVQCBAgQOFfAJwIECBAgQIAAAQIECBAgQKD/AvNWoQB43lZcvQQIECBAgAABAgQIECBQBTQCBAgQIECAAAECBAgQINBLAQHwOcvqAwECBAgQIECAAAECBAgQINB/ARUSIECAAAECBAgQIECgvwIC4P6urcp2KuB+AgQIECBAgAABAgQIECBAoP8CKiRAgAABAgQIECDQcwEBcM8XWHkECFycgLsIECBAgAABAgQIECBAgACB/guokAABAgQIECAwDwIC4HlYZTUSIECAwIUEXCNAgAABAgQIECBAgAABAgT6L6BCAgQIECAwNwIC4LlZaoUSIECAAAECtxZwhgABAgQIECBAgAABAgQIEOi/gAoJECAwXwIC4Plab9USIECAAAECBAhsC9gTIECAAAECBAgQIECAAAEC/RdQIYE5FBAAz+GiK5kAAQIECBAgQIDAvAuonwABAgQIECBAgAABAgQIEOi/wLxWKACe15VXNwECBAgQIECAAAECBOZTQNUECBAgQIAAAQIECBAgQKDXAgLg0fJ6I0CAAAECBAgQIECAAAECBPovoEICBAgQIECAAAECBAj0X0AA3P81VuHtCbhOgAABAgQIECBAgAABAgQI9F9AhQQIECBAgAABAgTmREAAPCcLrUwCBM4v4CwBAgQIECBAgAABAgQIECDQfwEVEiBAgAABAgTmSUAAPE+rrVYCBAgQOFvAMQECBAgQIECAAAECBAgQINB/ARUSIECAAIG5ExAAz92SK5gAAQIECBCIYECAAAECBAgQIECAAAECBAj0X0CFBAgQmE8BAfB8rruqCRAgQIAAAQLzK6ByAgQIECBAgAABAgQIECBAoP8CKiQwxwIC4DlefKUTIECAAAECBAgQmDcB9RIgQIAAAQIECBAgQIAAAQL9F5j3CgXA8/4XoH4CBAgQIECAAAECBAjMh4AqCRAgQIAAAQIECBAgQIDAXAjMeQA8F2usSAIECBAgQIAAAQIECBAgMOcCyidAgAABAgQIECBAgMD8CAiA52etVXpLAZ8JECBAgAABAgQIECBAgACB/guokAABAgQIECBAgMCcCQiA52zBlUuAwKaAdwIECBAgQIAAAQIECBAgQKD/AiokQIAAAQIECMyjgAB4HlddzQQIEJhvAdUTIECAAAECBAgQIECAAAEC/RdQIQECBAgQmFsBAfDcLr3CCRAgQIDAPAqomQABAgQIECBAgAABAgQIEOi/gAoJECAw3wIC4Plef9UTIECAAAECBOZHQKUECBAgQIAAAQIECBAgQIBA/wVUSIBACID9ERAgQIAAAQIECBAg0HsBBRIgQIAAAQIECBAgQIAAAQL9F1DhpoAAeNPBOwECBAgQIECAAAECBAj0U0BVBAgQIECAAAECBAgQIEBgrgTmNACeqzVWLAECBAgQIECAAAECBAgQmFMBZRMgQIAAAQIECBAgQGD+BATA87fmKiZAgAABAgQIECBAgAABAgQI9F9AhQQIECBAgAABAgTmVEAAPKcLr2wC8yqgbgIECBAgQIAAAQIECBAgQKD/AiokQIAAAQIECMyzgAB4nldf7QQIEJgvAdUSIECAAAECBAgQIECAAAEC/RdQIQECBAgQmHsBAfDc/wkAIECAAAEC8yCgRgIECBAgQIAAAQIECBAgQKD/AiokQIAAgSogAK4KGgECBAgQIECAQH8FVEaAAAECBAgQIECAAAECBAj0X0CFBAjcJCAAvonCAQECBAgQIECAAAECfRNQDwECBAgQIECAAAECBAgQINB/ARWeKyAAPtfDJwIECBAgQIAAAQIECBDoh4AqCBAgQIAAAQIECBAgQIDAXArMWQA8l2usaAIECBAgQIAAAQIECBAgMGcCyiVAgAABAgQIECBAgMD8CgiA53ft569yFRMgQIAAAQIECBAgQIAAAQL9F1AhAQIECBAgQIAAgTkXEADP+R+A8gnMi4A6CRAgQIAAAQIECBAgQIAAgf4LqJAAAQIECBAgQCBCAOyvgAABAgT6LqA+AgQIECBAgAABAgQIECBAoP8CKiRAgAABAgS2BATAWxB2BAgQIECAQB8F1ESAAAECBAgQIECAAAECBAj0X0CFBAgQIHC2gAD4bA3HBAgQIECAAAEC/RFQCQECBAgQIECAAAECBAgQINB/ARUSIHArAQHwrUicIECAAAECBAgQIEBg1gXMnwABAgQIECBAgAABAgQIEOi/gArPLyAAPr+LswQIECBAgAABAgQIECAwmwJmTYAAAQIECBAgQIAAAQIE5lpgTgLguV5jxRMgQIAAAQIECBAgQIAAgTkRUCYBAgQIECBAgAABAgQICID9DfRfQIUECBAgQIAAAQIECBAgQIBA/wVUSIAAAQIECBAgQIDASEAAPGLwRoBAXwXURYAAAQIECBAgQIAAAQIECPRfQIUECBAgQIAAAQI3CwiAb7ZwRIAAAQL9ElANAQIECBAgQIAAAQIECBAg0H8BFRIgQIAAAQK3EBAA3wLERwIECBAgQKAPAmogQIAAAQIECBAgQIAAAQIE+i+gQgIECBA4n4AA+HwqzhEgQIAAAQIECMyugJkTIECAAAECBAgQIECAAAEC/RdQIQECtykgAL5NGhcIECBAgAABAgQIEJg1AfMlQIAAAQIECBAgQIAAAQIE+i+gwgsLCIAv7OMqAQIECBAgQIAAAQIECMyGgFkSIECAAAECBAgQIECAAAECKdDzADgrtBEgQIAAAQIECBAgQIAAAQI9F1AeAQIECBAgQIAAAQIECGwLCIC3Jez7J6AiAgQIECBAgAABAgQIECBAoP8CKiRAgAABAgQIECBA4BwBAfA5HD4QINAXAXUQIECAAAECBAgQIECAAAEC/RdQIQECBAgQIECAwK0FBMC3NnGGAAECBGZbwOwJECBAgAABAgQIECBAgACB/guokAABAgQIELgNAQHwbcA4TYAAAQIECMyigDkTIECAAAECBAgQIECAAAEC/RdQIQECBAhcSEAAfCEd1wgQIECAAAECBGZHwEwJECBAgAABAgQIECBAgACB/guokACB2xUQAN8ukRsIECBAgAABAgQIEJh2AfMjQIAAAQIECBAgQIAAAQIE+i+gwosTEABfnJO7CBAgQIAAAQIECBAgQGA6BcyKAAECBAgQIECAAAECBAgQOEugpwHwWRU6JECAAAECBAgQIECAAAECBHoqoCwCBAgQIECAAAECBAgQuKWAAPiWIj7PvoAKCBAgQIAAAQIECBAgQIAAgf4LqJAAAQIECBAgQIAAgfMKCIDPy+IkAQKzKmDeBAgQIECAAAECBAgQIECAQP8FVEiAAAECBAgQIHDbAgLg27ZxhQABAgRmS8BsCRAgQIAAAQIECBAgQIAAgf4LqJAAAQIECBC4HQEB8O0AuUyAAAECBAjMgoA5EiBAgAABAgQIECBAgAABAv0XUCEBAgQIXIyAAPhilNxDgAABAgQIECAwvQJmRoAAAQIECBAgQIAAAQIECPRfQIUECFy0gAD4oqncSIAAAQIECBAgQIDAtAmYDwECBAgQIECAAAECBAgQINB/ARXuTEAAvDMvdxMgQIAAAQIECBAgQIDAdAiYBQECBAgQIECAAAECBAgQIHAegZ4FwOep0CkCBAgQIECAAAECBAgQIECgZwLKIUCAAAECBAgQIECAAIHbEhAA35aM87MnYMYECBAgQIAAAQIECBAgQIBA/wVUSIAAAQIECBAgQIDABQUEwBfkcZEAgVkRME8CBAgQIECAAAECBAgQIECg/wIqJECAAAECBAgQuH0BAfDtG7mDAAECBKZbwOwIECBAgAABAgQIECBAgACB/guokAABAgQIELhIAQHwRUK5jQABAgQIEJhGAXMiQIAAAQIECBAgQIAAAQIE+i+gQgIECBDYiYAAeCda7iVAgAABAgQIEJgeATMhQIAAAQIECBAgQIAAAQIE+i+gQgIEdiwgAN4xmQcIECBAgAABAgQIEDhoAeMTIECAAAECBAgQIECAAAEC/RdQ4e4EBMC7c/MUAQIECBAgQIAAAQIECByMgFEJECBAgAABAgQIECBAgACBCwj0JAC+QIUuESBAgAABAgQIECBAgAABAj0RUAYBAgQIECBAgAABAgQI3J6AAPj2hFyffgEzJECAAAECBAgQIECAAAECBPovoEICBAgQIECAAAECBC5KQAB8UUxuIkBgWgXMiwABAgQIECBAgAABAgQIEOi/gAoJECBAgAABAgQuXkAAfPFW7iRAgACB6RIwGwIECBAgQIAAAQIECBAgQKD/AiokQIAAAQIEdiggAN4hmNsJECBAgACBaRAwBwIECBAgQIAAAQIECBAgQKD/AiokQIAAgd0ICIB3o+YZAgQIECBAgACBgxMwMgECBAgQIECAAAECBAgQINB/ARUSILBrAQHwruk8SIAAAQIECBAgQIDAfgsYjwABAgQIECBAgAABAgQIEOi/gAr3JiAA3pufpwkQIECAAAECBAgQIEBgfwSMQoAAAQIECBAgQIAAAQIECFyEwIwHwBdRoVsIECBAgAABAgQIECBAgACBGRcwfQIECBAgQIAAAQIECBC4WAEB8MVKuW/6BMyIAAECBAgQIECAAAECBAgQ6L+ACgkQIECAAAECBAgQ2JGAAHhHXG4mQGBaBMyDAAECBAgQIECAAAECBAgQ6L+ACgkQIECAAAECBHYuIADeuZknCBAgQOBgBYxOgAABAgQIECBAgAABAgQI9F9AhQQIECBAgMAuBQTAu4TzGAECBAgQIHAQAsYkQIAAAQIECBAgQIAAAQIE+i+gQgIECBDYi4AAeC96niVAgAABAgQIENg/ASMRIECAAAECBAgQIECAAAEC/RdQIQECexYQAO+ZUAcECBAgQIAAAQIECExaQP8ECBAgQIAAAQIECBAgQIBA/wVUOB4BAfB4HPVCgAABAgQIECBAgAABApMR0CsBAgQIECBAgAABAgQIECCwA4EZDYB3UKFbCRAgQIAAAQIECBAgQIAAgRkVMG0CBAgQIECAAAECBAgQ2KmAAHinYu4/eAEzIECAAAECBAgQIECAAAECBPovoEICBAgQIECAAAECBHYlIADeFZuHCBA4KAHjEiBAgAABAgQIECBAgAABAv0XUCEBAgQIECBAgMDuBQTAu7fzJAECBAjsr4DRCBAgQIAAAQIECBAgQIAAgf4LqJAAAQIECBDYo4AAeI+AHidAgAABAgT2Q8AYBAgQIECAAAECBAgQIECAQP8FVEiAAAEC4xAQAI9DUR8ECBAgQIAAAQKTE9AzAQIECBAgQIAAAQIECBAg0H8BFRIgMDYBAfDYKHVEgAABAgQIECBAgMC4BfRHgAABAgQIECBAgAABAgQI9F9AheMVEACP11NvBAgQIECAAAECBAgQIDAeAb0QIECAAAECBAgQIECAAAECuxCYsQB4FxV6hAABAgQIECBAq+aLigAAEABJREFUgAABAgQIEJgxAdMlQIAAAQIECBAgQIAAgd0KCIB3K+e5/RcwIgECBAgQIECAAAECBAgQINB/ARUSIECAAAECBAgQILAnAQHwnvg8TIDAfgkYhwABAgQIECBAgAABAgQIEOi/gAoJECBAgAABAgT2LiAA3ruhHggQIEBgsgJ6J0CAAAECBAgQIECAAAECBPovoEICBAgQIEBgTAIC4DFB6oYAAQIECBCYhIA+CRAgQIAAAQIECBAgQIAAgf4LqJAAAQIExikgAB6npr4IECBAgAABAgTGJ6AnAgQIECBAgAABAgQIECBAoP8CKiRAYOwCAuCxk+qQAAECBAgQIECAAIG9CnieAAECBAgQIECAAAECBAgQ6L+ACicjIACejKteCRAgQIAAAQIECBAgQGB3Ap4iQIAAAQIECBAgQIAAAQIE9iAwIwHwHir0KAECBAgQIECAAAECBAgQIDAjAqZJgAABAgQIECBAgAABAnsVEADvVdDzkxcwAgECBAgQIECAAAECBAgQINB/ARUSIECAAAECBAgQIDAWAQHwWBh1QoDApAT0S4AAAQIECBAgQIAAAQIECPRfQIUECBAgQIAAAQLjExAAj89STwQIECAwXgG9ESBAgAABAgQIECBAgAABAv0XUCEBAgQIECAwZgEB8JhBdUeAAAECBAiMQ0AfBAgQIECAAAECBAgQIECAQP8FVEiAAAECkxAQAE9CVZ8ECBAgQIAAAQK7F/AkAQIECBAgQIAAAQIECBAg0H8BFRIgMDEBAfDEaHVMgAABAgQIECBAgMBOBdxPgAABAgQIECBAgAABAgQI9F9AhZMVEABP1lfvBAgQIECAAAECBAgQIHBxAu4iQIAAAQIECBAgQIAAAQIExiAw5QHwGCrUBQECBAgQIECAAAECBAgQIDDlAqZHgAABAgQIECBAgAABAuMSEACPS1I/4xfQIwECBAgQIECAAAECBAgQINB/ARUSIECAAAECBAgQIDBWAQHwWDl1RoDAuAT0Q4AAAQIECBAgQIAAAQIECPRfQIUECBAgQIAAAQLjFxAAj99UjwQIECCwNwFPEyBAgAABAgQIECBAgAABAv0XUCEBAgQIECAwIQEB8IRgdUuAAAECBAjsRsAzBAgQIECAAAECBAgQIECAQP8FVEiAAAECkxQQAE9SV98ECBAgQIAAAQIXL+BOAgQIECBAgAABAgQIECBAoP8CKiRAYOICAuCJExuAAAECBAgQIECAAIHbE3CdAAECBAgQIECAAAECBAgQ6L+ACvdHQAC8P85GIUCAAAECBAgQIECAAIHzCzhLgAABAgQIECBAgAABAgQIjFFgSgPgMVaoKwIECBAgQIAAAQIECBAgQGBKBUyLAAECBAgQIECAAAECBMYtIAAet6j+9i6gBwIECBAgQIAAAQIECBAgQKD/AiokQIAAAQIECBAgQGAiAgLgibDqlACB3Qp4jgABAgQIECBAgAABAgQIEOi/gAoJECBAgAABAgQmJyAAnpytngkQIEBgZwLuJkCAAAECBAgQIECAAAECBPovoEICBAgQIEBgwgIC4AkD654AAQIECBC4GAH3ECBAgAABAgQIECBAgAABAv0XUCEBAgQI7IeAAHg/lI1BgAABAgQIECBw2wKuECBAgAABAgQIECBAgAABAv0XUCEBAvsmIADeN2oDESBAgAABAgQIECBwSwGfCRAgQIAAAQIECBAgQIAAgf4LqHB/BQTA++ttNAIECBAgQIAAAQIECBDYFPBOgAABAgQIECBAgAABAgQITEBgygLgCVSoSwIECBAgQIAAAQIECBAgQGDKBEyHAAECBAgQIECAAAECBCYlIACelKx+dy7gCQIECBAgQIAAAQIECBAgQKD/AiokQIAAAQIECBAgQGCiAgLgifLqnACBixVwHwECBAgQIECAAAECBAgQINB/ARUSIECAAAECBAhMXkAAPHljIxAgQIDAhQVcJUCAAAECBAgQIECAAAECBPovoEICBAgQIEBgnwQEwPsEbRgCBAgQIEDgfALOESBAgAABAgQIECBAgAABAv0XUCEBAgQI7KeAAHg/tY1FgAABAgQIECBws4AjAgQIECBAgAABAgQIECBAoP8CKiRAYN8FBMD7Tm5AAgQIECBAgAABAgQIECBAgAABAgQIECBAgAABAv0XUOHBCAiAD8bdqAQIECBAgAABAgQIEJhXAXUTIECAAAECBAgQIECAAAECExSYkgB4ghXqmgABAgQIECBAgAABAgQIEJgSAdMgQIAAAQIECBAgQIAAgUkLCIAnLaz/2xdwBwECBAgQIECAAAECBAgQINB/ARUSIECAAAECBAgQILAvAgLgfWE2CAECtyXgPAECBAgQIECAAAECBAgQINB/ARUSIECAAAECBAjsn4AAeP+sjUSAAAEC5wr4RIAAAQIECBAgQIAAAQIECPRfQIUECBAgQIDAPgsIgPcZ3HAECBAgQIBAFdAIECBAgAABAgQIECBAgACB/guokAABAgQOQkAAfBDqxiRAgAABAgQIzLOA2gkQIECAAAECBAgQIECAAIH+C6iQAIEDExAAHxi9gQkQIECAAAECBAjMn4CKCRAgQIAAAQIECBAgQIAAgf4LqPBgBQTAB+tvdAIECBAgQIAAAQIECMyLgDoJECBAgAABAgQIECBAgACBfRA44AB4Hyo0BAECBAgQIECAAAECBAgQIHDAAoYnQIAAAQIECBAgQIAAgf0SEADvl7Rxbi3gDAECBAgQIECAAAECBAgQINB/ARUSIECAAAECBAgQILCvAgLgfeU2GAEC2wL2BAgQIECAAAECBAgQIECAQP8FVEiAAAECBAgQILD/AgLg/Tc3IgECBOZdQP0ECBAgQIAAAQIECBAgQIBA/wVUSIAAAQIECByQgAD4gOANS4AAAQIE5lNA1QQIECBAgAABAgQIECBAgED/BVRIgAABAgcpIAA+SH1jEyBAgAABAgTmSUCtBAgQIECAAAECBAgQIECAQP8FVEiAwIELCIAPfAlMgAABAgQIECBAgED/BVRIgAABAgQIECBAgAABAgQI9F9AhdMhIACejnUwCwIECBAgQIAAAQIECPRVQF0ECBAgQIAAAQIECBAgQIDAPgocUAC8jxUaigABAgQIECBAgAABAgQIEDggAcMSIECAAAECBAgQIECAwH4LCID3W9x4EQwIECBAgAABAgQIECBAgACB/guokAABAgQIECBAgACBAxEQAB8Iu0EJzK+AygkQIECAAAECBAgQIECAAIH+C6iQAAECBAgQIEDg4AQEwAdnb2QCBAjMm4B6CRAgQIAAAQIECBAgQIAAgf4LqJAAAQIECBA4YAEB8AEvgOEJECBAgMB8CKiSAAECBAgQIECAAAECBAgQ6L+ACgkQIEBgGgQEwNOwCuZAgAABAgQIEOizgNoIECBAgAABAgQIECBAgACB/guokACBqREQAE/NUpgIAQIECBAgQIAAgf4JqIgAAQIECBAgQIAAAQIECBDov4AKp0tAADxd62E2BAgQIECAAAECBAgQ6IuAOggQIECAAAECBAgQIECAAIEDENjnAPgAKjQkAQIECBAgQIAAAQIECBAgsM8ChiNAgAABAgQIECBAgACBgxIQAB+U/DyOq2YCBAgQIECAAAECBAgQIECg/wIqJECAAAECBAgQIEDgQAUEwAfKb3AC8yOgUgIECBAgQIAAAQIECBAgQKD/AiokQIAAAQIECBA4eAEB8MGvgRkQIECg7wLqI0CAAAECBAgQIECAAAECBPovoEICBAgQIEBgSgQEwFOyEKZBgAABAgT6KaAqAgQIECBAgAABAgQIECBAoP8CKiRAgACBaRIQAE/TapgLAQIECBAgQKBPAmohQIAAAQIECBAgQIAAAQIE+i+gQgIEpk5AADx1S2JCBAgQIECAAAECBGZfQAUECBAgQIAAAQIECBAgQIBA/wVUOJ0CAuDpXBezIkCAAAECBAgQIECAwKwKmDcBAgQIECBAgAABAgQIECBwgAL7FAAfYIWGJkCAAAECBAgQIECAAAECBPZJwDAECBAgQIAAAQIECBAgcNACAuCDXoF5GF+NBAgQIECAAAECBAgQIECAQP8FVEiAAAECBAgQIECAwFQICICnYhlMgkB/BVRGgAABAgQIECBAgAABAgQI9F9AhQQIECBAgAABAtMjIACenrUwEwIECPRNQD0ECBAgQIAAAQIECBAgQIBA/wVUSIAAAQIECEyZgAB4yhbEdAgQIECAQD8EVEGAAAECBAgQIECAAAECBAj0X0CFBAgQIDCNAgLgaVwVcyJAgAABAgQIzLKAuRMgQIAAAQIECBAgQIAAAQL9F1AhAQJTKyAAntqlMTECBAgQIECAAAECsydgxgQIECBAgAABAgQIECBAgED/BVQ43QIC4OleH7MjQIAAAQIECBAgQIDArAiYJwECBAgQIECAAAECBAgQIDAFAhMOgKegQlMgQIAAAQIECBAgQIAAAQIEJiygewIECBAgQIAAAQIECBCYFgEB8LSsRB/noSYCBAgQIECAAAECBAgQIECg/wIqJECAAAECBAgQIEBgqgQEwFO1HCZDoD8CKiFAgAABAgQIECBAgAABAgT6L6BCAgQIECBAgACB6RMQAE/fmpgRAQIEZl3A/AkQIECAAAECBAgQIECAAIH+C6iQAAECBAgQmFIBAfCULoxpESBAgACB2RQwawIECBAgQIAAAQIECBAgQKD/AiokQIAAgWkWEABP8+qYGwECBAgQIEBglgTMlQABAgQIECBAgAABAgQIEOi/gAoJEJh6AQHw1C+RCRIgQIAAAQIECBCYfgEzJECAAAECBAgQIECAAAECBPovoMLZEBAAz8Y6mSUBAgQIECBAgAABAgSmVcC8CBAgQIAAAQIECBAgQIAAgSkSmFAAPEUVmgoBAgQIECBAgAABAgQIECAwIQHdEiBAgAABAgQIECBAgMC0CQiAp21F+jAfNRAgQIAAAQIECBAgQIAAAQL9F1AhAQIECBAgQIAAAQJTKSAAnsplMSkCsytg5gQIECBAgAABAgQIECBAgED/BVRIgAABAgQIECAwvQIC4OldGzMjQIDArAmYLwECBAgQIECAAAECBAgQINB/ARUSIECAAAECUy4gAJ7yBTI9AgQIECAwGwJmSYAAAQIECBAgQIAAAQIECPRfQIUECBAgMAsCAuBZWCVzJECAAAECBAhMs4C5ESBAgAABAgQIECBAgAABAv0XUCEBAjMjIACemaUyUQIECBAgQIAAAQLTJ2BGBAgQIECAAAECBAgQIECAQP8FVDhbAgLg2VovsyVAgAABAgQIECBAgMC0CJgHAQIECBAgQIAAAQIECBAgMIUCYw6Ap7BCUyJAgAABAgQIECBAgAABAgTGLKA7AgQIECBAgAABAgQIEJhWAQHwtK7MLM7LnAkQIECAAAECBILapsAAABAASURBVAgQIECAAIH+C6iQAAECBAgQIECAAIGpFhAAT/XymByB2REwUwIECBAgQIAAAQIECBAgQKD/AiokQIAAAQIECBCYfgEB8PSvkRkSIEBg2gXMjwABAgQIECBAgAABAgQIEOi/gAoJECBAgACBGREQAM/IQpkmAQIECBCYTgGzIkCAAAECBAgQIECAAAECBPovoEICBAgQmCUBAfAsrZa5EiBAgAABAgSmScBcCBAgQIAAAQIECBAgQIAAgf4LqJAAgZkTEADP3JKZMAECBAgQIECAAIGDFzADAgQIECBAgAABAgQIECBAoP8CKpxNAQHwbK6bWRMgQIAAAQIECBAgQOCgBIxLgAABAgQIECBAgAABAgQITLHAmALgKa7Q1AgQIECAAAECBAgQIECAAIExCeiGAAECBAgQIECAAAECBKZdQAA87Ss0C/MzRwIECBAgQIAAAQIECBAgQKD/AiokQIAAAQIECBAgQGAmBATAM7FMJklgegXMjAABAgQIECBAgAABAgQIEOi/gAoJECBAgAABAgRmR0AAPDtrZaYECBCYNgHzIUCAAAECBAgQIECAAAECBPovoEICBAgQIEBgxgQEwDO2YKZLgAABAgSmQ8AsCBAgQIAAAQIECBAgQIAAgf4LqJAAAQIEZlFAADyLq2bOBAgQIECAAIGDFDA2AQIECBAgQIAAAQIECBAg0H8BFRIgMLMCAuCZXToTJ0CAAAECBAgQILD/AkYkQIAAAQIECBAgQIAAAQIE+i+gwtkWEADP9vqZPQECBAgQIECAAAECBPZLwDgECBAgQIAAAQIECBAgQIDADAjsMQCegQpNkQABAgQIECBAgAABAgQIENijgMcJECBAgAABAgQIECBAYFYEBMCzslLTOE9zIkCAAAECBAgQIECAAAECBPovoEICBAgQIECAAAECBGZKQAA8U8tlsgSmR8BMCBAgQIAAAQIECBAgQIAAgf4LqJAAAQIECBAgQGD2BATAs7dmZkyAAIGDFjA+AQIECBAgQIAAAQIECBAg0H8BFRIgQIAAAQIzKiAAntGFM20CBAgQIHAwAkYlQIAAAQIECBAgQIAAAQIE+i+gQgIECBCYZQEB8CyvnrkTIECAAAECBPZTwFgECBAgQIAAAQIECBAgQIBA/wVUSIDAzAsIgGd+CRVAgAABAgQIECBAYPICRiBAgAABAgQIECBAgAABAgT6L6DCfggIgPuxjqogQIAAAQIECBAgQIDApAT0S4AAAQIECBAgQIAAAQIECMyQwC4D4Bmq0FQJECBAgAABAgQIECBAgACBXQp4jAABAgQIECBAgAABAgRmTUAAPGsrNg3zNQcCBAgQIECAAAECBAgQIECg/wIqJECAAAECBAgQIEBgJgUEwDO5bCZN4OAEjEyAAAECBAgQIECAAAECBAj0X0CFBAgQIECAAAECsysgAJ7dtTNzAgQI7LeA8QgQIECAAAECBAgQIECAAIH+C6iQAAECBAgQmHEBAfCML6DpEyBAgACB/REwCgECBAgQIECAAAECBAgQINB/ARUSIECAQB8EBMB9WEU1ECBAgAABAgQmKaBvAgQIECBAgAABAgQIECBAoP8CKiRAoDcCAuDeLKVCCBAgQIAAAQIECIxfQI8ECBAgQIAAAQIECBAgQIBA/wVU2C8BAXC/1lM1BAgQIECAAAECBAgQGJeAfggQIECAAAECBAgQIECAAIEZFNhhADyDFZoyAQIECBAgQIAAAQIECBAgsEMBtxMgQIAAAQIECBAgQIDArAoIgGd15Q5i3sYkQIAAAQIECBAgQIAAAQIE+i+gQgIECBAgQIAAAQIEZlpAADzTy2fyBPZPwEgE/j/27jzMtrWuD/zvXbuqznDPHRguGpVoGzqPjwafqNEnbTt0ko79GBKnSIw28CgiAoLtBUXEB5A4Ig6AomkQNS2IYosJimk1rW3EIQYkbTdxQkVUFNB7OfeeqYa9V961q+qcOnMNe+/a67c+ddfaa++113rX+/2897/vU3UIECBAgAABAgQIECBAgAABAvkFJCRAgAABAgT6L6AA7v8aSkCAAAECBOYtYHwCBAgQIECAAAECBAgQIEAgv4CEBAgQIJBEQAGcZCHFIECAAAECBAjMR8CoBAgQIECAAAECBAgQIECAQH4BCQkQyCSgAM60mrIQIECAAAECBAgQmKWAsQgQIECAAAECBAgQIECAAIH8AhKmE1AAp1tSgQgQIECAAAECBAgQIHB0ASMQIECAAAECBAgQIECAAAEC/RQ4SAHcz4RmTYAAAQIECBAgQIAAAQIECBxEwLUECBAgQIAAAQIECBAg0GMBBXCPF2+xU/c0AgQIECBAgAABAgQIECBAIL+AhAQIECBAgAABAgQI9F1AAdz3FTR/AosQ8AwCBAgQIECAAAECBAgQIEAgv4CEBAgQIECAAAECKQQUwCmWUQgCBAjMT8DIBAgQIECAAAECBAgQIECAQH4BCQkQIECAAIE8AgrgPGspCQECBAgQmLWA8QgQIECAAAECBAgQIECAAIH8AhISIECAQDIBBXCyBRWHAAECBAgQIDAbAaMQIECAAAECBAgQIECAAAEC+QUkJEAgo4ACOOOqykSAAAECBAgQIEDgKALuJUCAAAECBAgQIECAAAECBPILSJhWQAGcdmkFI0CAAAECBAgQIECAwMEF3EGAAAECBAgQIECAAAECBAj0W2A/BXC/E5o9AQIECBAgQIAAAQIECBAgsB8B1xAgQIAAAQIECBAgQIBAAgEFcIJFnG8EoxMgQIAAAQIECBAgQIAAAQL5BSQkQIAAAQIECBAgQCCLgAI4y0rKQWAeAsYkQIAAAQIECBAgQIAAAQIE8gtISIAAAQIECBAgkEpAAZxqOYUhQIDA7ASMRIAAAQIECBAgQIAAAQIECOQXkJAAAQIECBDIJ6AAzremEhEgQIAAgaMKuJ8AAQIECBAgQIAAAQIECBDILyAhAQIECCQVUAAnXVixCBAgQIAAAQKHE3AXAQIECBAgQIAAAQIECBAgkF9AQgIEMgsogDOvrmwECBAgQIAAAQIEDiLgWgIECBAgQIAAAQIECBAgQCC/gITpBRTA6ZdYQAIECBAgQIAAAQIECNxewBUECBAgQIAAAQIECBAgQIBADoFbFcA5EkpBgAABAgQIECBAgAABAgQI3ErAdwQIECBAgAABAgQIECCQSEABnGgxZxvFaAQIECBAgAABAgQIECBAgEB+AQkJECBAgAABAgQIEMgmoADOtqLyEJiFgDEIECBAgAABAgQIECBAgACB/AISEiBAgAABAgQIpBRQAKdcVqEIECBweAF3EiBAgAABAgQIECBAgAABAvkFJCRAgAABAgTyCiiA866tZAQIECBA4KACridAgAABAgQIECBAgAABAgTyC0hIgAABAskFFMDJF1g8AgQIECBAgMD+BFxFgAABAgQIECBAgAABAgQI5BeQkACBIQgogIewyjISIECAAAECBAgQuJWA7wgQIECAAAECBAgQIECAAIH8AhIORkABPJilFpQAAQIECBAgQIAAAQLXCzhDgAABAgQIECBAgAABAgQI5BK4UQGcK6E0BAgQIECAAAECBAgQIECAwI0EnCNAgAABAgQIECBAgACBhAIK4ISLerRI7iZAgAABAgQIECBAgAABAgTyC0hIgAABAgQIECBAgEBWAQVw1pWVi8BhBNxDgAABAgQIECBAgAABAgQI5BeQkAABAgQIECBAILWAAjj18gpHgACB/Qu4kgABAgQIECBAgAABAgQIEMgvICEBAgQIECCQX0ABnH+NJSRAgAABArcT8D0BAgQIECBAgAABAgQIECCQX0BCAgQIEBiIgAJ4IAstJgECBAgQIEDgxgLOEiBAgAABAgQIECBAgAABAvkFJCRAYEgCCuAhrbasBAgQIECAAAECBPYKeE+AAAECBAgQIECAAAECBAjkF5BwcAIK4MEtucAECBAgQIAAAQIECBCIYECAAAECBAgQIECAAAECBAjkFNhbAOdMKBUBAgQIECBAgAABAgQIECCwV8B7AgQIECBAgAABAgQIEEgsoABOvLgHi+ZqAgQIECBAgAABAgQIECBAIL+AhAQIECBAgAABAgQIZBdQAGdfYfkI7EfANQQIECBAgAABAgQIECBAgEB+AQkJECBAgAABAgQGIaAAHsQyC0mAAIGbC/iGAAECBAgQIECAAAECBAgQyC8gIQECBAgQIDAcAQXwcNZaUgIECBAgcK2AzwQIECBAgAABAgQIECBAgEB+AQkJECBAYGACCuCBLbi4BAgQIECAAIFtAa8ECBAgQIAAAQIECBAgQIBAfgEJCRAYooACeIirLjMBAgQIECBAgMCwBaQnQIAAAQIECBAgQIAAAQIE8gtIOFgBBfBgl15wAgQIECBAgAABAgSGKCAzAQIECBAgQIAAAQIECBAgkFugK4BzJ5SOAAECBAgQIECAAAECBAgQ6ATsBAgQIECAAAECBAgQIDAAAQXwABb51hF9S4AAAQIECBAgQIAAAQIECOQXkJAAAQIECBAgQIAAgaEIKICHstJyEriRgHMECBAgQIAAAQIECBAgQIBAfgEJCRAgQIAAAQIEBiWgAB7UcgtLgACBKwLeESBAgAABAgQIECBAgAABAvkFJCRAgAABAgSGJ6AAHt6aS0yAAAECBAgQIECAAAECBAgQIECAAAEC+QUkJECAAIGBCiiAB7rwYhMgQIAAAQJDFZCbAAECBAgQIECAAAECBAgQyC8gIQECQxZQAA959WUnQIAAAQIECBAYloC0BAgQIECAAAECBAgQIECAQH4BCQcvoAAe/P8CAAgQIECAAAECBAgQGIKAjAQIECBAgAABAgQIECBAgEB+gS6hArhTsBMgQIAAAQIECBAgQIAAgbwCkhEgQIAAAQIECBAgQIDAgAQUwANa7Kuj+kSAAAECBAgQIECAAAECBAjkF5CQAAECBAgQIECAAIGhCSiAh7bi8hLoBOwECBAgQIAAAQIECBAgQIBAfgEJCRAgQIAAAQIEBimgAB7ksgtNgMCQBWQnQIAAAQIECBAgQIAAAQIE8gtISIAAAQIECAxXQAE83LWXnAABAgSGJyAxAQIECBAgQIAAAQIECBAgkF9AQgIECBAYuIACeOD/A4hPgAABAgQIDEVATgIECBAgQIAAAQIECBAgQCC/gIQECBCIUAD7v4AAAQIECBAgQIBAdgH5CBAgQIAAAQIECBAgQIAAgfwCEhLYEVAA70A4ECBAgAABAgQIECBAIKOATAQIECBAgAABAgQIECBAgEB+gb0JFcB7NbwnQIAAAQIECBAgQIAAAQJ5BCQhQIAAAQIECBAgQIAAgQEKKIAHt+gCEyBAgAABAgQIECBAgAABAvkFJCRAgAABAgQIECBAYKgCCuChrrzcwxSQmgABAgQIECBAgAABAgQIEMgvICEBAgQ8PUazAAAQAElEQVQIECBAgMCgBRTAg15+4QkQGJKArAQIECBAgAABAgQIECBAgEB+AQkJECBAgAABAgpg/w8QIECAAIH8AhISIECAAAECBAgQIECAAAEC+QUkJECAAAECUwEF8JTBCwECBAgQIEAgq4BcBAgQIECAAAECBAgQIECAQH4BCQkQIHBFQAF8xcI7AgQIECBAgAABArkEpCFAgAABAgQIECBAgAABAgTyC0hI4BoBBfA1ID4SIECAAAECBAgQIEAgg4AMBAgQIECAAAECBAgQIECAQH6BGyVUAN9IxTkCBAgQIECAAAECBAgQINBfATMnQIAAAQIECBAgQIAAgQELKIAHs/iCEiBAgAABAgQIECBAgAABAvkFJCRAgAABAgQIECBAYOgCCuCh/x8g/zAEpCRAgAABAgQIECBAgAABAgTyC0hIgAABAgQIECBAoAoogCuCjQABApkFZCNAgAABAgQIECBAgAABAgTyC0hIgAABAgQIENgVUADvSjgSIECAAIF8AhIRIECAAAECBAgQIECAAAEC+QUkJECAAAECVwkogK/i8IEAAQIECBAgkEVADgIECBAgQIAAAQIECBAgQCC/gIQECBC4XkABfL2JMwQIECBAgAABAgT6LWD2BAgQIECAAAECBAgQIECAQH4BCQncREABfBMYpwkQIECAAAECBAgQINBHAXMmQIAAAQIECBAgQIAAAQIE8gvcKqEC+FY6viNAgAABAgQIECBAgAABAv0RMFMCBAgQIECAAAECBAgQIBAK4PT/EwhIgAABAgQIECBAgAABAgQI5BeQkAABAgQIECBAgAABAtsCCuBtB68EcgpIRYAAAQIECBAgQIAAAQIECOQXkJAAAQIECBAgQIDAHgEF8B4MbwkQIJBJQBYCBAgQIECAAAECBAgQIEAgv4CEBAgQIECAAIFrBRTA14r4TIAAAQIE+i8gAQECBAgQIECAAAECBAgQIJBfQEICBAgQIHBDAQXwDVmcJECAAAECBAj0VcC8CRAgQIAAAQIECBAgQIAAgfwCEhIgQODmAgrgm9v4hgABAgQIECBAgEC/BMyWAAECBAgQIECAAAECBAgQyC8gIYHbCCiAbwPkawIECBAgQIAAAQIECPRBwBwJECBAgAABAgQIECBAgACB/AL7SagA3o+SawgQIECAAAECBAgQIECAwPIKmBkBAgQIECBAgAABAgQIELgsoAC+TJHtjTwECBAgQIAAAQIECBAgQIBAfgEJCRAgQIAAAQIECBAgcLWAAvhqD58I5BCQggABAgQIECBAgAABAgQIEMgvICEBAgQIECBAgACBGwgogG+A4hQBAgT6LGDuBAgQIECAAAECBAgQIECAQH4BCQkQIECAAAECNxNQAN9MxnkCBAgQINA/ATMmQIAAAQIECBAgQIAAAQIE8gtISIAAAQIEbimgAL4ljy8JECBAgAABAn0RME8CBAgQIECAAAECBAgQIEAgv4CEBAgQuL2AAvj2Rq4gQIAAAQIECBAgsNwCZkeAAAECBAgQIECAAAECBAjkF5CQwD4FFMD7hHIZAQIECBAgQIAAAQIEllHAnAgQIECAAAECBAgQIECAAIH8AgdJqAA+iJZrCRAgQIAAAQIECBAgQIDA8giYCQECBAgQIECAAAECBAgQuE5AAXwdSd9PmD8BAgQIECBAgAABAgQIECCQX0BCAgQIECBAgAABAgQI3FhAAXxjF2cJ9FPArAkQIECAAAECBAgQIECAAIH8AhISIECAAAECBAgQuIWAAvgWOL4iQIBAnwTMlQABAgQIECBAgAABAgQIEMgvICEBAgQIECBA4HYCCuDbCfmeAAECBAgsv4AZEiBAgAABAgQIECBAgAABAvkFJCRAgAABAvsSUADvi8lFBAgQIECAAIFlFTAvAgQIECBAgAABAgQIECBAIL+AhAQIENi/gAJ4/1auJECAAAECBAgQILBcAmZDgAABAgQIECBAgAABAgQI5BeQkMABBRTABwRzOQECBAgQIECAAAECBJZBwBwIECBAgAABAgQIECBAgACB/AKHSagAPoyaewgQIECAAAECBAgQIECAwPEJeDIBAgQIECBAgAABAgQIELipgAL4pjR9+8J8CRAgQIAAAQIECBAgQIAAgfwCEhIgQIAAAQIECBAgQODWAgrgW/v4lkA/BMySAAECBAgQIECAAAECBAgQyC8gIQECBAgQIECAAIF9CCiA94HkEgIECCyzgLkRIECAAAECBAgQIECAAAEC+QUkJECAAAECBAjsV0ABvF8p1xEgQIAAgeUTMCMCBAgQIECAAAECBAgQIEAgv4CEBAgQIEDgQAIK4ANxuZgAAQIECBAgsCwC5kGAAAECBAgQIECAAAECBAjkF5CQAAECBxdQAB/czB0ECBAgQIAAAQIEjlfA0wkQIECAAAECBAgQIECAAIH8AhISOKSAAviQcG4jQIAAAQIECBAgQIDAcQh4JgECBAgQIECAAAECBAgQIJBf4CgJFcBH0XMvAQIECBAgQIAAAQIECBBYnIAnESBAgAABAgQIECBAgACB2woogG9LtOwXmB8BAgQIECBAgAABAgQIECCQX0BCAgQIECBAgAABAgQI7E9AAbw/J1cRWE4BsyJAgAABAgQIECBAgAABAgTyC0hIgAABAgQIECBA4AACCuADYLmUAAECyyRgLgQIECBAgAABAgQIECBAgEB+AQkJECBAgAABAgcVUAAfVMz1BAgQIEDg+AXMgAABAgQIECBAgAABAgQIEMgvICEBAgQIEDiUgAL4UGxuIkCAAAECBAgcl4DnEiBAgAABAgQIECBAgAABAvkFJCRAgMDhBRTAh7dzJwECBAgQIECAAIHFCngaAQIECBAgQIAAAQIECBAgkF9AQgJHFFAAHxHQ7QQIECBAgAABAgQIEFiEgGcQIECAAAECBAgQIECAAAEC+QVmkVABPAtFYxAgQIAAAQIECBAgQIAAgfkJGJkAAQIECBAgQIAAAQIECOxbQAG8b6plu9B8CBAgQIAAAQIECBAgQIAAgfwCEhIgQIAAAQIECBAgQOBgAgrgg3m5msByCJgFAQIECBAgQIAAAQIECBAgkF9AQgIECBAgQIAAAQKHEFAAHwLNLQQIEDhOAc8mQIAAAQIECBAgQIAAAQIE8gtISIAAAQIECBA4rIAC+LBy7iNAgAABAosX8EQCBAgQIECAAAECBAgQIEAgv4CEBAgQIEDgSAIK4CPxuZkAAQIECBAgsCgBzyFAgAABAgQIECBAgAABAgTyC0hIgACBowsogI9uaAQCBAgQIECAAAEC8xUwOgECBAgQIECAAAECBAgQIJBfQEICMxJQAM8I0jAECBAgQIAAAQIECBCYh4AxCRAgQIAAAQIECBAgQIAAgfwCs0yoAJ6lprEIECBAgAABAgQIECBAgMDsBIxEgAABAgQIECBAgAABAgQOLKAAPjDZcd/g+QQIECBAgAABAgQIECBAgEB+AQkJECBAgAABAgQIECBwOAEF8OHc3EXgeAQ8lQABAgQIECBAgAABAgQIEMgvICEBAgQIECBAgACBIwgogI+A51YCBAgsUsCzCBAgQIAAAQIECBAgQIAAgfwCEhIgQIAAAQIEjiqgAD6qoPsJECBAgMD8BTyBAAECBAgQIECAAAECBAgQyC8gIQECBAgQmImAAngmjAYhQIAAAQIECMxLwLgECBAgQIAAAQIECBAgQIBAfgEJCRAgMDsBBfDsLI1EgAABAgQIECBAYLYCRiNAgAABAgQIECBAgAABAgTyC0hIYMYCCuAZgxqOAAECBAgQIECAAAECsxAwBgECBAgQIECAAAECBAgQIJBfYB4JFcDzUDUmAQIECBAgQIAAAQIECBA4vIA7CRAgQIAAAQIECBAgQIDAoQUUwIemW/SNnkeAAAECBAgQIECAAAECBAjkF5CQAAECBAgQIECAAAECRxNQAB/Nz90EFiPgKQQIECBAgAABAgQIECBAgEB+AQkJECBAgAABAgQIzEBAATwDREMQIEBgngLGJkCAAAECBAgQIECAAAECBPILSEiAAAECBAgQmJWAAnhWksYhQIAAAQKzFzAiAQIECBAgQIAAAQIECBAgkF9AQgIECBAgMFMBBfBMOQ1GgAABAgQIEJiVgHEIECBAgAABAgQIECBAgACB/AISEiBAYPYCCuDZmxqRAAECBAgQIECAwNEE3E2AAAECBAgQIECAAAECBAjkF5CQwJwEFMBzgjUsAQIECBAgQIAAAQIEDiPgHgIECBAgQIAAAQIECBAgQCC/wDwTKoDnqWtsAgQIECBAgAABAgQIECCwfwFXEiBAgAABAgQIECBAgACBIwsogI9MOO8BjE+AAAECBAgQIECAAAECBAjkF5CQAAECBAgQIECAAAECsxFQAM/G0SgE5iNgVAIECBAgQIAAAQIECBAgQCC/gIQECBAgQIAAAQIEZiigAJ4hpqEIECAwSwFjESBAgAABAgQIECBAgAABAvkFJCRAgAABAgQIzFpAATxrUeMRIECAAIGjCxiBAAECBAgQIECAAAECBAgQyC8gIQECBAgQmIuAAngurAYlQIAAAQIECBxWwH0ECBAgQIAAAQIECBAgQIBAfgEJCRAgMD8BBfD8bI1MgAABAgQIECBA4GACriZAgAABAgQIECBAgAABAgTyC0hIYM4CCuA5AxueAAECBAgQIECAAAEC+xFwDQECBAgQIECAAAECBAgQIJBfYBEJFcCLUPYMAgQIECBAgAABAgQIECBwcwHfECBAgAABAgQIECBAgACBmQkogGdGOeuBjEeAAAECBAgQIECAAAECBAjkF5CQAAECBAgQIECAAAECsxVQAM/W02gEZiNgFAIECBAgQIAAAQIECBAgQCC/gIQECBAgQIAAAQIE5iCgAJ4DqiEJECBwFAH3EiBAgAABAgQIECBAgAABAvkFJCRAgAABAgQIzEtAATwvWeMSIECAAIGDC7iDAAECBAgQIECAAAECBAgQyC8gIQECBAgQmKuAAniuvAYnQIAAAQIECOxXwHUECBAgQIAAAQIECBAgQIBAfgEJCRAgMH8BBfD8jT2BAAECBAgQIECAwK0FfEuAAAECBAgQIECAAAECBAjkF5CQwIIEFMALgvYYAgQIECBAgAABAgQI3EjAOQIECBAgQIAAAQIECBAgQCC/wCITKoAXqe1ZBAgQIECAAAECBAgQIEDgioB3BAgQIECAAAECBAgQIEBg5gIK4JmTHnVA9xMgQIAAAQIECBAgQIAAAQL5BSQkQIAAAQIECBAgQIDAfAQUwPNxNSqBwwm4iwABAgQIECBAgAABAgQIEMgvICEBAgQIECBAgACBOQoogOeIa2gCBAgcRMC1BAgQIECAAAECBAgQIECAQH4BCQkQIECAAAEC8xZQAM9b2PgECBAgQOD2Aq4gQIAAAQIECBAgQIAAAQIE8gtIoTTKFQAAEABJREFUSIAAAQIEFiKgAF4Is4cQIECAAAECBG4m4DwBAgQIECBAgAABAgQIECCQX0BCAgQILE5AAbw4a08iQIAAAQIECBAgcLWATwQIECBAgAABAgQIECBAgEB+AQkJLFhAAbxgcI8jQIAAAQIECBAgQIBAJ2AnQIAAAQIECBAgQIAAAQIE8gscR0IF8HGoeyYBAgQIECBAgAABAgQIDFlAdgIECBAgQIAAAQIECBAgMDcBBfDcaA86sOsJECBAgAABAgQIECBAgACB/AISEiBAgAABAgQIECBAYL4CCuD5+hqdwP4EXEWAAAECBAgQIECAAAECBAjkF5CQAAECBAgQIECAwAIEFMALQPYIAgQI3ErAdwQIECBAgAABAgQIECBAgEB+AQkJECBAgAABAosSUAAvStpzCBAgQIDA9QLOECBAgAABAgQIECBAgAABAvkFJCRAgAABAgsVUAAvlNvDCBAgQIAAAQK7Ao4ECBAgQIAAAQIECBAgQIBAfgEJCRAgsHgBBfDizT2RAAECBAgQIEBg6ALyEyBAgAABAgQIECBAgAABAvkFJCRwTAIK4GOC91gCBAgQIECAAAECBIYpIDUBAgQIECBAgAABAgQIECCQX+A4EyqAj1PfswkQIECAAAECBAgQIEBgSAKyEiBAgAABAgQIECBAgACBuQsogOdOfLsH+J4AAQIECBAgQIAAAQIECBDILyAhAQIECBAgQIAAAQIEFiOgAF6Ms6cQuLGAswQIECBAgAABAgQIECBAgEB+AQkJECBAgAABAgQILFBAAbxAbI8iQIDAXgHvCRAgQIAAAQIECBAgQIAAgfwCEhIgQIAAAQIEFi2gAF60uOcRIECAAIEIBgQIECBAgAABAgQIECBAgEB+AQkJECBAgMCxCCiAj4XdQwkQIECAAIHhCkhOgAABAgQIECBAgAABAgQI5BeQkAABAscnoAA+PntPJkCAAAECBAgQGJqAvAQIECBAgAABAgQIECBAgEB+AQkJHLOAAviYF8DjCRAgQIAAAQIECBAYhoCUBAgQIECAAAECBAgQIECAQH6BZUioAF6GVTAHAgQIECBAgAABAgQIEMgsIBsBAgQIECBAgAABAgQIEFiYgAJ4YdTXPshnAgQIECBAgAABAgQIECBAIL+AhAQIECBAgAABAgQIEFisgAJ4sd6eRmBbwCsBAgQIECBAgAABAgQIECCQX0BCAgQIECBAgAABAscgoAA+BnSPJEBg2ALSEyBAgAABAgQIECBAgAABAvkFJCRAgAABAgQIHJeAAvi45D2XAAECBIYoIDMBAgQIECBAgAABAgQIECCQX0BCAgQIECBwrAIK4GPl93ACBAgQIEBgOAKSEiBAgAABAgQIECBAgAABAvkFJCRAgMDxCyiAj38NzIAAAQIECBAgQCC7gHwECBAgQIAAAQIECBAgQIBAfgEJCSyJgAJ4SRbCNAgQIECAAAECBAgQyCkgFQECBAgQIECAAAECBAgQIJBfYJkSKoCXaTXMhQABAgQIECBAgAABAgQyCchCgAABAgQIECBAgAABAgQWLqAAXji5BxIgQIAAAQIECBAgQIAAAQL5BSQkQIAAAQIECBAgQIDA8QgogI/H3VOHKiA3AQIECBAgQIAAAQIECBAgkF9AQgIECBAgQIAAAQLHKKAAPkZ8jyZAYFgC0hIgQIAAAQIECBAgQIAAAQL5BSQkQIAAAQIECBy3gAL4uFfA8wkQIEBgCAIyEiBAgAABAgQIECBAgAABAvkFJCRAgAABAkshoABeimUwCQIECBAgQCCvgGQECBAgQIAAAQIECBAgQIBAfgEJCRAgsDwCCuDlWQszIUCAAAECBAgQyCYgDwECBAgQIECAAAECBAgQIJBfQEICSyagAF6yBTEdAgQIECBAgAABAgRyCEhBgAABAgQIECBAgAABAgQI5BdYxoQK4GVcFXMiQIAAAQIECBAgQIAAgT4LmDsBAgQIECBAgAABAgQIEDg2AQXwwug9iAABAgQIECBAgAABAgQIEMgvICEBAgQIECBAgAABAgSOV0ABfLz+nj4UATkJECBAgAABAgQIECBAgACB/AISEiBAgAABAgQIEFgCAQXwEiyCKRAgkFtAOgIECBAgQIAAAQIECBAgQCC/gIQECBAgQIAAgWURUAAvy0qYBwECBAhkFJCJAAECBAgQIECAAAECBAgQyC8gIQECBAgQWCoBBfBSLYfJECBAgAABAnkEJCFAgAABAgQIECBAgAABAgTyC0hIgACB5RNQAC/fmpgRAQIECBAgQIBA3wXMnwABAgQIECBAgAABAgQIEMgvICGBJRVQAC/pwpgWAQIECBAgQIAAAQL9FDBrAgQIECBAgAABAgQIECBAIL/AMidUAC/z6pgbAQIECBAgQIAAAQIECPRJwFwJECBAgAABAgQIECBAgMCxCyiA574EHkCAAAECBAgQIECAAAECBAjkF5CQAAECBAgQIECAAAECyyGgAF6OdTCLrAJyESBAgAABAgQIECBAgAABAvkFJCRAgAABAgQIECCwRAIK4CVaDFMhQCCXgDQECBAgQIAAAQIECBAgQIBAfgEJCRAgQIAAAQLLJqAAXrYVMR8CBAgQyCAgAwECBAgQIECAAAECBAgQIJBfQEICBAgQILCUAgrgpVwWkyJAgAABAgT6K2DmBAgQIECAAAECBAgQIECAQH4BCQkQILC8Agrg5V0bMyNAgAABAgQIEOibgPkSIECAAAECBAgQIECAAAEC+QUkJLDkAgrgJV8g0yNAgAABAgQIECBAoB8CZkmAAAECBAgQIECAAAECBAjkF+hDQgVwH1bJHAkQIECAAAECBAgQIEBgmQXMjQABAgQIECBAgAABAgQILI2AAnhuS2FgAgQIECBAgAABAgQIECBAIL+AhAQIECBAgAABAgQIEFguAQXwcq2H2WQRkIMAAQIECBAgQIAAAQIECBDILyAhAQIECBAgQIAAgSUUUAAv4aKYEgEC/RYwewIECBAgQIAAAQIECBAgQCC/gIQECBAgQIAAgWUVUAAv68qYFwECBAj0UcCcCRAgQIAAAQIECBAgQIAAgfwCEhIgQIAAgaUWUAAv9fKYHAECBAgQINAfATMlQIAAAQIECBAgQIAAAQIE8gtISIAAgeUXUAAv/xqZIQECBAgQIECAwLILmB8BAgQIECBAgAABAgQIECCQX0BCAj0RUAD3ZKFMkwABAgQIECBAgACB5RQwKwIECBAgQIAAAQIECBAgQCC/QJ8SKoD7tFrmSoAAAQIECBAgQIAAAQLLJGAuBAgQIECAAAECBAgQIEBg6QQUwDNfEgMSIECAAAECBAgQIECAAAEC+QUkJECAAAECBAgQIECAwHIKKICXc13Mqq8C5k2AAAECBAgQIECAAAECBAjkF5CQAAECBAgQIECAwBILKICXeHFMjQCBfgmYLQECBAgQIECAAAECBAgQIJBfQEICBAgQIECAwLILKICXfYXMjwABAgT6IGCOBAgQIECAAAECBAgQIECAQH4BCQkQIECAQC8EFMC9WCaTJECAAAECBJZXwMwIECBAgAABAgQIECBAgACB/AISEiBAoD8CCuD+rJWZEiBAgAABAgQILJuA+RAgQIAAAQIECBAgQIAAAQL5BSQk0DMBBXDPFsx0CRAgQIAAAQIECBBYDgGzIECAAAECBAgQIECAAAECBPIL9DGhAriPq2bOBAgQIECAAAECBAgQIHCcAp5NgAABAgQIECBAgAABAgSWVkABPLOlMRABAgQIECBAgAABAgQIECCQX0BCAgQIECBAgAABAgQILLeAAni518fs+iJgngQIECBAgAABAgQIECBAgEB+AQkJECBAgAABAgQI9EBAAdyDRTJFAgSWW8DsCBAgQIAAAQIECBAgQIAAgfwCEhIgQIAAAQIE+iKgAO7LSpknAQIECCyjgDkRIECAAAECBAgQIECAAAEC+QUkJECAAAECvRJQAPdquUyWAAECBAgQWB4BMyFAgAABAgQIECBAgAABAgTyC0hIgACB/gkogPu3ZmZMgAABAgQIECBw3AKeT4AAAQIECBAgQIAAAQIECOQXkJBATwUUwD1dONMmQIAAAQIECBAgQOB4BDyVAAECBAgQIECAAAECBAgQyC/Q54QK4D6vnrkTIECAAAECBAgQIECAwCIFPIsAAQIECBAgQIAAAQIECCy9gAL4yEtkAAIECBAgQIAAAQIECBAgQCC/gIQECBAgQIAAAQIECBDoh4ACuB/rZJbLKmBeBAgQIECAAAECBAgQIECAQH4BCQkQIECAAAECBAj0SEAB3KPFMlUCBJZLwGwIECBAgAABAgQIECBAgACB/AISEiBAgAABAgT6JqAA7tuKmS8BAgQILIOAORAgQIAAAQIECBAgQIAAAQL5BSQkQIAAAQK9FFAA93LZTJoAAQIECBA4PgFPJkCAAAECBAgQIECAAAECBPILSEiAAIH+CiiA+7t2Zk6AAAECBAgQILBoAc8jQIAAAQIECBAgQIAAAQIE8gtISKDnAgrgni+g6RMgQIAAAQIECBAgsBgBTyFAgAABAgQIECBAgAABAgTyC2RIqADOsIoyECBAgAABAgQIECBAgMA8BYxNgAABAgQIECBAgAABAgR6I6AAPvRSuZEAAQIECBAgQIAAAQIECBDILyAhAQIECBAgQIAAAQIE+iWgAO7XepntsgiYBwECBAgQIECAAAECBAgQIJBfQEICBAgQIECAAAECPRRQAPdw0UyZAIHjFfB0AgQIECBAgAABAgQIECBAIL+AhAQIECBAgACBvgoogPu6cuZNgAABAsch4JkECBAgQIAAAQIECBAgQIBAfgEJCRAgQIBArwUUwL1ePpMnQIAAAQIEFifgSQQIECBAgAABAgQIECBAgEB+AQkJECDQfwEFcP/XUAICBAgQIECAAIF5CxifAAECBAgQIECAAAECBAgQyC8gIYEkAgrgJAspBgECBAgQIECAAAEC8xEwKgECBAgQIECAAAECBAgQIJBfIFNCBXCm1ZSFAAECBAgQIECAAAECBGYpYCwCBAgQIECAAAECBAgQINA7AQXwgZfMDQQIECBAgAABAgQIECBAgEB+AQkJECBAgAABAgQIECDQTwEFcD/XzayPS8BzCRAgQIAAAQIECBAgQIAAgfwCEhIgQIAAAQIECBDosYACuMeLZ+oECCxWwNMIECBAgAABAgQIECBAgACB/AISEiBAgAABAgT6LqAA7vsKmj8BAgQILELAMwgQIECAAAECBAgQIECAAIH8AhISIECAAIEUAgrgFMsoBAECBAgQIDA/ASMTIECAAAECBAgQIECAAAEC+QUkJECAQB4BBXCetZSEAAECBAgQIEBg1gLGI0CAAAECBAgQIECAAAECBPILSEggmYACONmCikOAAAECBAgQIECAwGwEjEKAAAECBAgQIECAAPvjZ8kAABAASURBVAECBAjkF8iYUAGccVVlIkCAAAECBAgQIECAAIGjCLiXAAECBAgQIECAAAECBAj0VkABvO+lcyEBAgQIECBAgAABAgQIECCQX0BCAgQIECBAgAABAgQI9FtAAdzv9TP7RQl4DgECBAgQIECAAAECBAgQIJBfQEICBAgQIECAAAECCQQUwAkWUQQCBOYrYHQCBAgQIECAAAECBAgQIEAgv4CEBAgQIECAAIEsAgrgLCspBwECBAjMQ8CYBAgQIECAAAECBAgQIECAQH4BCQkQIECAQCoBBXCq5RSGAAECBAgQmJ2AkQgQIECAAAECBAgQIECAAIH8AhISIEAgn4ACON+aSkSAAAECBAgQIHBUAfcTIECAAAECBAgQIECAAAEC+QUkJJBUQAGcdGHFIkCAAAECBAgQIEDgcALuIkCAAAECBAgQIECAAAECBPILZE6oAM68urIRIECAAAECBAgQIECAwEEEXEuAAAECBAgQIECAAAECBHovoAC+7RK6gAABAgQIECBAgAABAgQIEMgvICEBAgQIECBAgAABAgRyCCiAc6yjFPMSMC4BAgQIECBAgAABAgQIECCQX0BCAgQIECBAgAABAokEFMCJFlMUAgRmK2A0AgQIECBAgAABAgQIECBAIL+AhAQIECBAgACBbAIK4GwrKg8BAgQIzELAGAQIECBAgAABAgQIECBAgEB+AQkJECBAgEBKAQVwymUVigABAgQIEDi8gDsJECBAgAABAgQIECBAgACB/AISEiBAIK+AAjjv2kpGgAABAgQIECBwUAHXEyBAgAABAgQIECBAgAABAvkFJCSQXEABnHyBxSNAgAABAgQIECBAYH8CriJAgAABAgQIECBAgAABAgTyCwwhoQJ4CKssIwECBAgQIECAAAECBAjcSsB3BAgQIECAAAECBAgQIEAgjYAC+KZL6QsCBAgQIECAAAECBAgQIEAgv4CEBAgQIECAAAECBAgQyCWgAM61ntLMSsA4BAgQIECAAAECBAgQIECAQH4BCQkQIECAAAECBAgkFFAAJ1xUkQgQOJqAuwkQIECAAAECBAgQIECAAIH8AhISIECAAAECBLIKKICzrqxcBAgQIHAYAfcQIECAAAECBAgQIECAAAEC+QUkJECAAAECqQUUwKmXVzgCBAgQIEBg/wKuJECAAAECBAgQIECAAAECBPILSEiAAIH8Agrg/GssIQECBAgQIECAwO0EfE+AAAECBAgQIECAAAECBAjkF5CQwEAEFMADWWgxCRAgQIAAAQIECBC4sYCzBAgQIECAAAECBAgQIECAQH6BISVUAA9ptWUlQIAAAQIECBAgQIAAgb0C3hMgQIAAAQIECBAgQIAAgXQCCuDrltQJAgQIECBAgAABAgQIECBAIL+AhAQIECBAgAABAgQIEMgpoADOua5SHVbAfQQIECBAgAABAgQIECBAgEB+AQkJECBAgAABAgQIJBZQACdeXNEIEDiYgKsJECBAgAABAgQIECBAgACB/AISEiBAgAABAgSyCyiAs6+wfAQIECCwHwHXECBAgAABAgQIECBAgAABAvkFJCRAgAABAoMQUAAPYpmFJECAAAECBG4u4BsCBAgQIECAAAECBAgQIEAgv4CEBAgQGI6AAng4ay0pAQIECBAgQIDAtQI+EyBAgAABAgQIECBAgAABAvkFJCQwMAEF8MAWXFwCBAgQIECAAAECBLYFvBIgQIAAAQIECBAgQIAAAQL5BYaYUAE8xFWXmQABAgQIECBAgAABAsMWkJ4AAQIECBAgQIAAAQIECKQVUABfXlpvCBAgQIAAAQIECBAgQIAAgfwCEhIgQIAAAQIECBAgQCC3gAI49/pKt18B1xEgQIAAAQIECBAgQIAAAQL5BSQkQIAAAQIECBAgMAABBfAAFllEAgRuLeBbAgQIECBAgAABAgQIECBAIL+AhAQIECBAgACBoQgogIey0nISIECAwI0EnCNAgAABAgQIECBAgAABAgTyC0hIgAABAgQGJaAAHtRyC0uAAAECBAhcEfCOAAECBAgQIECAAAECBAgQyC8gIQECBIYnoAAe3ppLTIAAAQIECBAgQIAAAQIECBAgQIAAAQIECBDILyAhgYEKKIAHuvBiEyBAgAABAgQIEBiqgNwECBAgQIAAAQIECBAgQIBAfoEhJ1QAD3n1ZSdAgAABAgQIECBAgMCwBKQlQIAAAQIECBAgQIAAAQLpBRTAkX6NBSRAgAABAgQIECBAgAABAgQCAQECBAgQIECAAAECBIYhoAAexjpLeTMB5wkQIECAAAECBAgQIECAAIH8AhISIECAAAECBAgQGJCAAnhAiy0qAQJXC/hEgAABAgQIECBAgAABAgQI5BeQkAABAgQIECAwNAEF8NBWXF4CBAgQ6ATsBAgQIECAAAECBAgQIECAQH4BCQkQIECAwCAFFMCDXHahCRAgQIDAkAVkJ0CAAAECBAgQIECAAAECBPILSEiAAIHhCiiAh7v2khMgQIAAAQIEhicgMQECBAgQIECAAAECBAgQIJBfQEICAxdQAA/8fwDxCRAgQIAAAQIECAxFQE4CBAgQIECAAAECBAgQIEAgv4CEEQpg/xcQIECAAAECBAgQIECAQHYB+QgQIECAAAECBAgQIECAwGAEBlwAD2aNBSVAgAABAgQIECBAgAABAgMWEJ0AAQIECBAgQIAAAQLDElAAD2u9pd0VcCRAgAABAgQIECBAgAABAgTyC0hIgAABAgQIECBAYIACCuABLrrIBIYuID8BAgQIECBAgAABAgQIECCQX0BCAgQIECBAgMBQBRTAQ115uQkQIDBMAakJECBAgAABAgQIECBAgACB/AISEiBAgACBQQsogAe9/MITIECAAIEhCchKgAABAgQIECBAgAABAgQI5BeQkAABAgQUwP4fIECAAAECBAgQyC8gIQECBAgQIECAAAECBAgQIJBfQEICBKYCCuApgxcCBAgQIECAAAECBLIKyEWAAAECBAgQIECAAAECBAjkF5DwioAC+IqFdwQIECBAgAABAgQIECCQS0AaAgQIECBAgAABAgQIECAwOIEBFsCDW2OBCRAgQIAAAQIECBAgQIDAAAVEJkCAAAECBAgQIECAwDAFFMDDXPfhppacAAECBAgQIECAAAECBAgQyC8gIQECBAgQIECAAIEBCyiAB7z4ohMYmoC8BAgQIECAAAECBAgQIECAQH4BCQkQIECAAAECQxdQAA/9/wD5CRAgMAwBKQkQIECAAAECBAgQIECAAIH8AhISIECAAAECVUABXBFsBAgQIECAQGYB2QgQIECAAAECBAgQIECAAIH8AhISIECAwK6AAnhXwpEAAQIECBAgQCCfgEQECBAgQIAAAQIECBAgQIBAfgEJCRC4SkABfBWHDwQIECBAgAABAgQIZBGQgwABAgQIECBAgAABAgQIEMgvIOH1Agrg602cIUCAAAECBAgQIECAAIF+C5g9AQIECBAgQIAAAQIECBAYrMCACuDBrrHgBAgQIECAAAECBAgQIEBgQAKiEiBAgAABAgQIECBAYNgCCuBhr/9w0ktKgAABAgQIECBAgAABAgQI5BeQkAABAgQIECBAgACBUAD7n4AAgfQCAhIgQIAAAQIECBAgQIAAAQL5BSQkQIAAAQIECBDYFlAAbzt4JUCAAIGcAlIRIECAAAECBAgQIECAAAEC+QUkJECAAAECBPYIKID3YHhLgAABAgQIZBKQhQABAgQIECBAgAABAgQIEMgvICEBAgQIXCugAL5WxGcCBAgQIECAAIH+C0hAgAABAgQIECBAgAABAgQI5BeQkACBGwoogG/I4iQBAgQIECBAgAABAn0VMG8CBAgQIECAAAECBAgQIEAgv4CENxdQAN/cxjcECBAgQIAAAQIECBAg0C8BsyVAgAABAgQIECBAgAABAoMXGEABPPg1BkCAAAECBAgQIECAAAECBAYgICIBAgQIECBAgAABAgQIdAIK4E7BnldAMgIECBAgQIAAAQIECBAgQCC/gIQECBAgQIAAAQIECFwWUABfpvCGAIFsAvIQIECAAAECBAgQIECAAAEC+QUkJECAAAECBAgQuFpAAXy1h08ECBAgkENACgIECBAgQIAAAQIECBAgQCC/gIQECBAgQIDADQQUwDdAcYoAAQIECBDos4C5EyBAgAABAgQIECBAgAABAvkFJCRAgACBmwkogG8m4zwBAgQIECBAgED/BMyYAAECBAgQIECAAAECBAgQyC8gIQECtxRQAN+Sx5cECBAgQIAAAQIECPRFwDwJECBAgAABAgQIECBAgACB/AIS3l5AAXx7I1cQIECAAAECBAgQIECAwHILmB0BAgQIECBAgAABAgQIECCwI5C4AN5J6ECAAAECBAgQIECAAAECBAgkFhCNAAECBAgQIECAAAECBPYKKID3anifR0ASAgQIECBAgAABAgQIECBAIL+AhAQIECBAgAABAgQIXCegAL6OxAkCBPouYP4ECBAgQIAAAQIECBAgQIBAfgEJCRAgQIAAAQIEbiygAL6xi7MECBAg0E8BsyZAgAABAgQIECBAgAABAgTyC0hIgAABAgQI3EJAAXwLHF8RIECAAAECfRIwVwIECBAgQIAAAQIECBAgQCC/gIQECBAgcDsBBfDthHxPgAABAgQIECCw/AJmSIAAAQIECBAgQIAAAQIECOQXkJAAgX0JKID3xeQiAgQIECBAgAABAgSWVcC8CBAgQIAAAQIECBAgQIAAgfwCEu5fQAG8fytXEiBAgAABAgQIECBAgMByCZgNAQIECBAgQIAAAQIECBAgcI1AwgL4moQ+EiBAgAABAgQIECBAgAABAgkFRCJAgAABAgQIECBAgACBGwkogG+k4lx/BcycAAECBAgQIECAAAECBAgQyC8gIQECBAgQIECAAAECNxVQAN+UxhcECPRNwHwJECBAgAABAgQIECBAgACB/AISEiBAgAABAgQI3FpAAXxrH98SIECAQD8EzJIAAQIECBAgQIAAAQIECBDILyAhAQIECBAgsA8BBfA+kFxCgAABAgQILLOAuREgQIAAAQIECBAgQIAAAQL5BSQkQIAAgf0KKID3K+U6AgQIECBAgACB5RMwIwIECBAgQIAAAQIECBAgQCC/gIQECBxIQAF8IC4XEyBAgAABAgQIECCwLALmQYAAAQIECBAgQIAAAQIECOQXkPDgAgrgg5u5gwABAgQIECBAgAABAgSOV8DTCRAgQIAAAQIECBAgQIAAgZsIJCqAb5LQaQIECBAgQIAAAQIECBAgQCCRgCgECBAgQIAAAQIECBAgcCsBBfCtdHzXHwEzJUCAAAECBAgQIECAAAECBPILSEiAAAECBAgQIECAwG0FFMC3JXIBAQLLLmB+BAgQIECAAAECBAgQIECAQH4BCQkQIECAAAECBPYnoADen5OrCBCK1tttAAAQAElEQVQgQGA5BcyKAAECBAgQIECAAAECBAgQyC8gIQECBAgQIHAAAQXwAbBcSoAAAQIECCyTgLkQIECAAAECBAgQIECAAAEC+QUkJECAAIGDCiiADyrmegIECBAgQIAAgeMXMAMCBAgQIECAAAECBAgQIEAgv4CEBAgcSkABfCg2NxEgQIAAAQIECBAgcFwCnkuAAAECBAgQIECAAAECBAjkF5Dw8AIK4MPbuZMAAQIECBAgQIAAAQIEFivgaQQIECBAgAABAgQIECBAgMBtBBIUwLdJ6GsCBAgQIECAAAECBAgQIEAggYAIBAgQIECAAAECBAgQILAfAQXwfpRcs7wCZkaAAAECBAgQIECAAAECBAjkF5CQAAECBAgQIECAAIF9CyiA903lQgIElk3AfAgQIECAAAECBAgQIECAAIH8AhISIECAAAECBAgcTEABfDAvVxMgQIDAcgiYBQECBAgQIECAAAECBAgQIJBfQEICBAgQIEDgEAIK4EOguYUAAQIECBA4TgHPJkCAAAECBAgQIECAAAECBPILSEiAAAEChxVQAB9Wzn0ECBAgQIAAAQKLF/BEAgQIECBAgAABAgQIECBAIL+AhAQIHElAAXwkPjcTIECAAAECBAgQILAoAc8hQIAAAQIECBAgQIAAAQIE8gtIeHQBBfDRDY1AgAABAgQIECBAgAABAvMVMDoBAgQIECBAgAABAgQIECCwT4EeF8D7TOgyAgQIECBAgAABAgQIECBAoMcCpk6AAAECBAgQIECAAAECBxFQAB9Ey7XLI2AmBAgQIECAAAECBAgQIECAQH4BCQkQIECAAAECBAgQOLCAAvjAZG4gQOC4BTyfAAECBAgQIECAAAECBAgQyC8gIQECBAgQIECAwOEEFMCHc3MXAQIECByPgKcSIECAAAECBAgQIECAAAEC+QUkJECAAAECBI4goAA+Ap5bCRAgQIAAgUUKeBYBAgQIECBAgAABAgQIECCQX0BCAgQIEDiqgAL4qILuJ0CAAAECBAgQmL+AJxAgQIAAAQIECBAgQIAAAQL5BSQkQGAmAgrgmTAahAABAgQIECBAgACBeQkYlwABAgQIECBAgAABAgQIEMgvIOHsBBTAs7M0EgECBAgQIECAAAECBAjMVsBoBAgQIECAAAECBAgQIECAwAEFelgAHzChywkQIECAAAECBAgQIECAAIEeCpgyAQIECBAgQIAAAQIECBxGQAF8GDX3HJ+AJxMgQIAAAQIECBAgQIAAAQL5BSQkQIAAAQIECBAgQODQAgrgQ9O5kQCBRQt4HgECBAgQIECAAAECBAgQIJBfQEICBAgQIECAAIGjCSiAj+bnbgIECBBYjICnECBAgAABAgQIECBAgAABAvkFJCRAgAABAgRmIKAAngGiIQgQIECAAIF5ChibAAECBAgQIECAAAECBAgQyC8gIQECBAjMSkABPCtJ4xAgQIAAAQIECMxewIgECBAgQIAAAQIECBAgQIBAfgEJCRCYqYACeKacBiNAgAABAgQIECBAYFYCxiFAgAABAgQIECBAgAABAgTyC0g4ewEF8OxNjUiAAAECBAgQIECAAAECRxNwNwECBAgQIECAAAECBAgQIHBIgR4VwIdM6DYCBAgQIECAAAECBAgQIECgRwKmSoAAAQIECBAgQIAAAQJHEVAAH0XPvYsT8CQCBAgQIECAAAECBAgQIEAgv4CEBAgQIECAAAECBAgcWUABfGRCAxAgMG8B4xMgQIAAAQIECBAgQIAAAQL5BSQkQIAAAQIECBCYjYACeDaORiFAgACB+QgYlQABAgQIECBAgAABAgQIEMgvICEBAgQIECAwQwEF8AwxDUWAAAECBAjMUsBYBAgQIECAAAECBAgQIECAQH4BCQkQIEBg1gIK4FmLGo8AAQIECBAgQODoAkYgQIAAAQIECBAgQIAAAQIE8gtISIDAXAQUwHNhNSgBAgQIECBAgAABAocVcB8BAgQIECBAgAABAgQIECCQX0DC+QkogOdna2QCBAgQIECAAAECBAgQOJiAqwkQIECAAAECBAgQIECAAIEjCvSgAD5iQrcTIECAAAECBAgQIECAAAECPRAwRQIECBAgQIAAAQIECBCYhYACeBaKxpifgJEJECBAgAABAgQIECBAgACB/AISEiBAgAABAgQIECAwMwEF8MwoDUSAwKwFjEeAAAECBAgQIECAAAECBAjkF5CQAAECBAgQIEBgtgIK4Nl6Go0AAQIEZiNgFAIECBAgQIAAAQIECBAgQCC/gIQECBAgQIDAHAQUwHNANSQBAgQIECBwFAH3EiBAgAABAgQIECBAgAABAvkFJCRAgACBeQkogOcla1wCBAgQIECAAIGDC7iDAAECBAgQIECAAAECBAgQyC8gIQECcxVQAM+V1+AECBAgQIAAAQIECOxXwHUECBAgQIAAAQIECBAgQIBAfgEJ5y+gAJ6/sScQIECAAAECBAgQIECAwK0FfEuAAAECBAgQIECAAAECBAjMSGCJC+AZJTQMAQIECBAgQIAAAQIECBAgsMQCpkaAAAECBAgQIECAAAECsxRQAM9S01izEzASAQIECBAgQIAAAQIECBAgkF9AQgIECBAgQIAAAQIEZi6gAJ45qQEJEDiqgPsJECBAgAABAgQIECBAgACB/AISEiBAgAABAgQIzEdAATwfV6MSIECAwOEE3EWAAAECBAgQIECAAAECBAjkF5CQAAECBAgQmKOAAniOuIYmQIAAAQIEDiLgWgIECBAgQIAAAQIECBAgQCC/gIQECBAgMG8BBfC8hY1PgAABAgQIECBwewFXECBAgAABAgQIECBAgAABAvkFJCRAYCECCuCFMHsIAQIECBAgQIAAAQI3E3CeAAECBAgQIECAAAECBAgQyC8g4eIEFMCLs/YkAgQIECBAgAABAgQIELhawCcCBAgQIECAAAECBAgQIEBgxgJLWADPOKHhCBAgQIAAAQIECBAgQIAAgSUUMCUCBAgQIECAAAECBAgQmIeAAngeqsY8vIA7CRAgQIAAAQIECBAgQIAAgfwCEhIgQIAAAQIECBAgMDeBWgC3Nxl8cpPzThMgQGA+AkYlQIAAAQIECBAgQIAAAQIE8gtISIAAAQIECBAgMF+BZjyexGS885Cu8532wVv1xO5e39oIECBAgMB8BYxOgAABAgQIECBAgAABAgQI5BeQkAABAgQIEFiAQPP2X45oJ7X5bWvz29QnlrP1pWuESz1u1r2er682AgQIECBAgMB8BIxKgAABAgQIECBAgAABAgQI5BeQkAABAgQWJdB8zRMvxTP+6Tje8ubNmFyqj53cXV9W6r5Vm+Hu2BXB9aONAAECBAgQIECAwKwFjEeAAAECBAgQIECAAAECBAjkF5CQAIGFCjQro9Pxu/9lEi94+oPxFY9/f/zmL4yjXR/V8ncSMVm9yWTqdzf5xmkCBAgQIECAAAECBAjsR8A1BAgQIECAAAECBAgQIECAQH4BCRcv0Gyur8eoKdGM747ff9ud8TVPuhBP/+xz8atvPhlt7Xnb8STa7peB6/vw16DDDwECBAgQIECAAAECBAgcWcAABAgQIECAAAECBAgQIECAwJwEmqYZxcrKapT6X8RKrDSn452/fSpe/JXn4xmfcz7+83+orW/XBJeuAa6zqB8jmvqm+9z9W8HdsX488mYAAgQIECBAgAABAgQIECBAIL+AhAQIECBAgAABAgQIECAwT4FmbWUlYlxL3LaNUvdRM4mmHUW7flctgkfx/CdvxDM/q41f+9lxTNYjJht1OvXyaDfrm0t17z7Ug43AUQTcS4AAAQIECBAgQIAAAQIECOQXkJAAAQIECBAgQIAAgbkLNJNa/rbtZPr7v6X7G8/NuYgynn5uJ0207Ur817dPpv9G8DM+/y/i995xsbbAUX9K3bs2uPtt4PrWRoAAgUMKuI0AAQIECBAgQIAAAQIECBDILyAhAQIECBAgQIDAYgSatm13ntQVuaOIrXvq52ZaAI9iNUoZxWjURNm6K/7g7ffE//bZJZ7/xRfij95Rr20fVq/diq43nr7sDlXP2ggQIECAwD4EXEKAAAECBAgQIECAAAECBAjkF5CQAAECBAgQWKBAs/2ssn2Yvl7zfm+p267EeONk/KdfKvHkz3goXnLfQ/HgX67Vu8Z1r/eV7s9C772hnrYRIECAAAECBG4o4CQBAgQIECBAgAABAgQIECCQX0BCAgQIEFi0QC2A6xa1vL3Jk0eliVH9fhRNPdZ9FDGanIqVcmf8whtOxxd++l/FD3zzxbh4NqLdWq0vpe51sK4H7vb61kaAAAECBAgQIEDgKgEfCBAgQIAAAQIECBAgQIAAgfwCEhIgcCwCzdVPreXt1Seu+VS/3y11y0ZEKTHeuDNe/8oT8cR/cDZ+7se3or3lLwFPwg8BAgQIECBAgAABAsMWkJ4AAQIECBAgQIAAAQIECBDILyDh8Qk0pZTa4zZRYhSllIjSNbyTaNtuH+8co/7U76Lu3fd1byYnoqmXjjfXohmtxtn33Rnf+bzNePpnPRTv+LVaBI/HMenK4K7z3aq3R724O0R3YvrGCwECBAgQIECAAAECBAgMS0BaAgQIECBAgAABAgQIECBAYM4CzfXj7xa1e7+pxW9X/u49Nf1c6mvZOVuHak/GO///lXjm4y/Ei59+Me7/y/pVLZLrRfVNd1231+vqpyubdwQIECBAgAABAgQIECBAgEB+AQkJECBAgAABAgQIECBAYBECTbS1lO32y0+rn6eN7d7j5S+ve1NqX9z9JvD2XqKZrMVquTN++U0n44mfvhmvfcVDMV6vF42j/lyKaOv7usXuXs/aBiwgOgECBAgQIECAAAECBAgQIJBfQEICBAgQIECAAAECBBYmcJNfx+3K324Ou8fu/T73dlRL3hKjZiU2Lq3Gj7y8iS/5jIfiN39xPSJO1u/q4fK2twX2p6Evs3hDYCACYhIgQIAAAQIECBAgQIAAAQL5BSQkQIAAAQIECBBYrMDVBXD3m8DdfoQ5lDpit4/qcaVpYzJp4i/+6K74uic/GN/0jAfigT8v0W7UB3R9b+neXNgpheuJutVvbAQIECCQX0BCAgQIECBAgAABAgQIECBAIL+AhAQIECBAgMAxCNSadp5PLVHGp6P7i9Kr5d74xX/bxBd+2oPxhu/fjEvnImJ8ImJyR31jI0CAAAECBIYjICkBAgQIECBAgAABAgQIECCQX0BCAgQIEDgugSZKG9M99vx0vwW8u+85fZi3pY7TdDeOI1bbe2Kyfle85js24r4vOBd//P/W/ndzI9rJekS7EtFcrFe2dbcRIECAAAECBAikFBCKAAECBAgQIECAAAECBAgQyC8gIQECxyrQzP3ppT6hdrpt1JfRpSjNZu2b74g/+q8r8ZTP+qv4/m+8EOOLJ+pFtSFuT9Vjd0M9TDd/E3rK4IUAqgS5vAAAEABJREFUAQIECBAgQIBAAgERCBAgQIAAAQIECBAgQIAAgfwCEh6/wJUCuNSCdu++z7m1ba12b7fX8rdeEu1kre6jmN6ztRajycPjp37odHz54ybx1p/feeBWPdapRNRCOK5Mr561ESBAgAABAgQIECBAgEA/BcyaAAECBAgQIECAAAECBAgQWJDAghvW7rd7u71L1x3rXkvhP3lnxNc8MeJbnnUpzt4f0Xbd72RU33TX2QkQIECAAAECBAgQIECAAIH+Cpg5AQIECBAgQIAAAQIECCxSYMEF8DXR2rJd9o6bWFndiF/8qYgv/8yL8R9/pvs14IhJVwR3vw28dw8/KQSEIECAAAECBAgQIECAAAECBPILSEiAAAECBAgQIECAwMIFblIA18Z1989Bz3NKZRxNM4laA8f0T0TXl/e+Zz2+4Znn48XPeDA+8L768DqV+lq3y2+ueV8/2ggQ6JWAyRIgQIAAAQIECBAgQIAAAQL5BSQkQIAAAQIECBA4HoErBXBbdmbQFa17953TczmUKE1b94gmTsQoVqMpp6JpT8Qv/3SJZz++jbf+0qWI8TiibES0UfdJfdmqx3qop+urjQABAgT6I2CmBAgQIECAAAECBAgQIECAQH4BCQkQIECAAIFjFLhSAF83iWnbWs92x3qYy1bqqN1eD3u37pHtSvzpuy7F1z/lYnzPC8/HpQ+c2L6idAXwKKI7jtZjuwmuBxsBAgQIECCw5AKmR4AAAQIECBAgQIAAAQIECOQXkJAAAQIEjltg+geYJ3GDEnZhM9v77BKj7r8yiqZtotQieLJ+Kt70w6fiaY97KN7x61sRk5WYbE0iut9YnnSl8N77ww8BAgQIECBAgMAyCpgTAQIECBAgQIAAAQIECBAgkF9AQgIElkKgmc6iFq11m75dlpeu1i1dMV2L4Jisxnv+ZC3u+6Kz8fpXXIx2cyWinK97LYKjm3m3Ry2F624jQIAAAQIECBAgQGCpBEyGAAECBAgQIECAAAECBAgQyC8g4fIINFE2ojQ7BWqplWuJKKVEs7OXUi+p70spUcr1e8zsp9SRdva21GeNosRKlFL3Or92vBKTjXvi1d+2El/9hRfjL37/TLRbTb2n+zPQDyp/q4SNAAECBAgQIECAAAECSyZgOgQIECBAgAABAgQIECBAgMCCBZqP+Xtb0ZZaojaT2KmB5zyF/Qxf6kXd3hW83bF+rFuJUoveJt7x9kl8yePeH7/80+OI8cn6zamIsln37jeCww8BAgQIECBAgAABAgQIECBw7AImQIAAAQIECBAgQIAAAQLHIdC8/MdPx7961Sge89hLsTm+PyZtLVWPYybTZ9aCtyt5r9qnX0Qppe5trK6MomzcEeML98Y3f9XF+K6vfTDG59ZisrEabVu2L/a6vAJmRoAAAQIECBAgQIAAAQIECOQXkJAAAQIECBAgQIAAgWMTaLaajfjkz2zi+950Op7/3Sfi9N2bMY5L0e78d2Vm3e8Hd/vkyqm5vOtK3N197wN2zjXnIurb0k1l80y8+cc340sf90C8513jqA1w1Je62wgQWEYBcyJAgAABAgQIECBAgAABAgTyC0hIgAABAgQIECBwvALNyspaRBl1W3zG4++In/zN0/Hlz48YnX4otsoDEbUOnpaqpRas3Z+KrsVwPXlMW4mY3BHTAri+bZr6dnJ3/Nk7z8RT/+n98XOvr3MctzEeb9RZboYfAgQIEFgaARMhQIAAAQIECBAgQIAAAQIE8gtISIAAAQIECCyBQBO1RK1taXSlalvaKKcuxeOfcTJ+9D/eFf/L552MycpDMWm2ItqVunf/3u4ojvenNr9XTaB+rnO79OC98a1ffS6+5b7zMVlfq3Hq+auu84EAAQIECBA4HgFPJUCAAAECBAgQIECAAAECBPILSEiAAAECyyLQ1b+X51JKiVE5GW3bxD2PauK53306Xv0z98RHfuxfxTjOR1m9GJP637htYzl+2jrfSYyazVhdezDWVs7Ef/g/Szz1n2zF+95VC+tJnWV7zV4/2ggQIECAAAECBBYk4DEECBAgQIAAAQIECBAgQIBAfgEJCRBYKoHtAvhyoTuO6H7bt5tiV5yWNj78oyL+9b/9G/GC712Nh33QerRlM6Kej8s/3YX1Q1vqy6K3+uzmXMRkre6nokxWayF8Jt79zogn/KP3xq/9+616/mZz6trhm33nPAECBAgQIECAAAECRxVwPwECBAgQIECAAAECBAgQIJBfQMLlE2iidqhRanlbt2jqS1mJ0tXC3V96bkZRP0ZZjfj0z12LH/qFe+JffGnEiTseiM3JRkzKVrTl0kJTtbWsvrKXaLfuirb7bzKK2PmutKOYXLo3Xvi0C/GD37YeUTvry5PU+16m8IYAAQIECBAgQIAAAQJzEjAsAQIECBAgQIAAAQIECBAgcEwCXdW759F7PtYuePrF7rEWxSfvjHjqC0fxfW+8J/7ep12KNjbqJfWeUkvWMq4FbL34pr8JXC+dy1afPx23Pnt6rC91rlHnUSZn4vWvuhRf/YWb8dd/Vs93W3O+vnaNcHd9nXNohCuIjQABAgQIECBAgAABAgQIzEjAMAQIECBAgAABAgQIECBwnAK77elVc+j606tOdB+6vrTbRxfjw//OKL79R+6KF33PibjzYQ9GO/0V252hrvrz0N2Ni927WezupSuBN++K3/71UTz7C9bjD99W57J5R7Tj7reFt2phXY/RXV3P2+YrYHQCBAgQIECAAAECBAgQIEAgv4CEBAgQIECAAAECBAgcu0ATpc6h2+thf9taveyhiLU2PvWzR/HaX3pUfPaTmpiMzsZk998PrlfUdrW+3rBKrucXtNUCOLq9lrx/8Sdt3PfEB+M//fwkStNEdP+W8STqNI95jnUKNgLZBeQjQIAAAQIECBAgQIAAAQIE8gtISIAAAQIECBAgsBwCtQndmcieErjc6M8idz1pt8eJesOdda831LtP3xvxzG++I17xo3fHf/dR69H9u8BlFFFGF6M0kyj1slJKPd54j3n+lDrhbo96bE/EpbNn4vlPvRD/5qXrEZOT0TYXIkr3J6Ensf2zVQ+77+tbGwECBAgcVcD9BAgQIECAAAECBAgQIECAQH4BCQkQIECAAIElEqgVbXT16A2m1BWhe/cbXLJ7qhbBH/2pJb7v390RT/iKiObE+yMmd9Rva/HavbZttHWvb495K3Fi9Uz8yMvbeOFT1mPz3Mk6nyZqE1z3+ja6vKV7YydAgAABAgSOLGAAAgQIECBAgAABAgQIECBAIL+AhAQIECCwbAK1/dzpPmcws9Uz4/ji5zXxsh97VHzkR7cxbiexVYvfca2Yp3t9P4PHHGmIrfWIpj0Rv/ELq/HMf/5gvPePT9RyehxRNiIm3Z+3LuGHAAECBAgQIEDgiAJuJ0CAAAECBAgQIECAAAECBPILSEiAwFIKTAvgo1ee3W/6btaA07/9HH/7E9p45ZtKPOmr2jhx6lI9vxXTZ5Tuum6vp45lq89u6nzGJTY3SvzB/7caz33ihfi936wMk9WoPfWVWdVLr3zwjgABAgQIECBAgACB/Qq4jgABAgQIECBAgAABAgQIEMgvIOHyCjS1+twuZ6+aY3f2mr1rcLt973WXS9Luzcrlb0odsTkZ8aRnn4zv/alT8ZiPuz9W1jZjZaWNSbO+3bN2t9S9lHr1LfbLg87kTakl71pE08bqqInVcjre/Qd3xLP+5f3xGz/bTSYixnW/vHV/EvryB28IECBAgAABAgQIECBA4NYCviVAgAABAgQIECBAgAABAgSOWaBreQ8/hbJ7azfM5Q+7JyPq6Y98bMR3vvbeeMIz2yirD9TvRtE2mxEltn/a7cPiXuuD67b7vFEtgtutU/H1TzsXP/ryrejK4e2Guruim9xVjXB30k6AAAECBAgQIECAAAECBAhcJ+AEAQIECBAgQIAAAQIECCyDQK1oZzyNUse7ai9x5p5RPOE5J+K7f+yeuPdD12NlZfs3a7t69XIRXG9b+NaWad/bjE/HaHJH/OB3RLzqm89GuxkxLYHbUX3T7fVgO5yAuwgQIECAAAECBAgQIECAAIH8AhISIECAAAECBAgQILA0ArMvgK+LVsveshHtZBwf9fER/+bnz8T//M+3Ytw8GJP63/bl0yp4++0iX8ue55ZxRNmKn3j1OF78zPPX/Cno2P7Zc/n2Ca8ECNxKwHcECBAgQIAAAQIECBAgQIBAfgEJCRAgQIAAAQIElktgAQVw94jViGY03VfvinjOS+6IF33P6bjngx6IGE1iq93YUeka1loY73xayGG3BG5XopmsRTs+FW9580o850l/Gefv72bQzafOr5ta6T7bCRAgQGAfAi4hQIAAAQIECBAgQIAAAQIE8gtISIAAAQIECCyhQLOYOZUopdRHdXstVJs2PvWfrcT//qZHxN/5xEtRRlvRrFyI0mxGW4vWtnupVy9sm5bA3dzqPjkR0Z6It/3ymXjG5z0U7/mjjmgton4VfggQIECAAIF9CLiEAAECBAgQIECAAAECBAgQyC8gIQECBAgsq0DXbi5wbuP6rFoAl9qm1u0RHxrxnT92Op7xgtVYOdnGJJrorhhHG+NaAnd7vWGhWzMZ1VlsxMqoxJ+/82R83ZMuxZ/9bhsxmUTb7XVeCy+oFyrgYQQIECBAgACBIwi4lQABAgQIECBAgAABAgQIEMgvICEBAkst0Cx2dqP6uG7fjJj+1m1ErER83petxbe85kR88Ee+N6Jcitq01mPE5Wti56f2sDvv5nNoaytdt4g6x0mdWJT40z8ax3O+aBK/99YSpTR7njvvyex5lLcECBAgQIAAAQIEeiBgigQIECBAgAABAgQIECBAgEB+AQmXX2Bvo7mg2Zb6nFqudr8FvOfpj/2UlXjNv//Q+MR//IFoTp6t13TbVkzGJSZRug8Rk3qc9q7Tl+1zs36dFtMlmna17qO63xF//f5z8ewn3B9v/cWNiK0SpZSIqCX2pB5sBAgQIECAAAECBAgQIECAAAECBAgQIECAAAECBAgQWBKBZn7zuNXIXYF6zfe10109FfFtP/Ah8WXPvSNO31kL1ljdvqh+V5vXiNFWROn+SHR3ottjtj/T8rcbstSXnb3pWt4mLp27M174tK14+1vq87tTk7Vo6xS6vV5sI0CAAAECBAgQIECAAAECAxUQmwABAgQIECBAgAABAgSWSeCYCuA9BDs9a+weVybxL778ZHzTa0rc+ciz0axtxaQdRymjKE1b94hSmijTvbsp5vTTRpSN6b8H3GzdGaP6qI1Lk3jek8/Gr/5sLaK7Eji6l0ktguu14ecqAR8IECBAgAABAgQIECBAgACB/AISEiBAgAABAgQIECCwdALN0s2orVNqJvGxf381XvUz98RHf9KliNVztQRuatG6GtGu7Ey5K1933s7lUBvfyVrE5OT26N37+uxm/PB48Zg3tOwAABAASURBVFeei594zflaRnfFb71u+4r62n2uBxuBgQuIT4AAAQIECBAgQIAAAQIECOQXkJAAAQIECBAgQGA5BZqlm9a0T63TGkXc++iI7/zRM/H4L12LcZyrBXBEV7G23Z+BLlt16t2nepjXtvsnoXeOzeREbG1GTC7eE6/61q14w/eNIzZLTLbqcTqHD9TXOc+pPsFGgACBJRYwNQIECBAgQIAAAQIECBAgQCC/gIQECBAgQIDAEgvUpnWJZ1enVlYn8fQXnYoXfM+pKKffdaUArpVwxLQtjrn+7JS/MT1OIppaPNd9vHF3vPqll+J1r9yIppQ6hQt1f1jdu/f1YCNAgAABAoMTEJgAAQIECBAgQIAAAQIECBDILyAhAQIECCy7wNIXwE1TC9Uyjn/wOaP4gX/3EfGID7sQbS1cJ3Eq2uZi9d37G7d739evZr21o2gmK9N91NQyePOu+KHv2IjXfXd97vhkdL+i3LZtPdTPs3628QgQIECAAAECyyxgbgQIECBAgAABAgQIECBAgEB+AQkJEOiFQLPcs+yK1Lq3pZaqEY/+7yNe+ZOn4+M+5WxEuVQL4I3Y/qnXxN59++zMX0stfVfunw5bor6v70p7R/zQyy7Fj7xsK2KrltX1XG2Cp6+xc83OBwcCBAgQIECAAAECKQWEIkCAAAECBAgQIECAAAECBPILSNgfgR4UwLVULU2UUURZi3jEh23ES3/43vgn/3IrmmYSk7aJSanl67QAbiLm+meh61zGd9dH1LJ50kRp2+mff27iTPzwy87HT7x6sz69ROmK4uh+mu7FToAAAQIECBAgQIAAgawCchEgQIAAAQIECBAgQIAAAQJLJjCHhnKWCbvple0Bdw4RK9PtvpeciS//2tMRq+/f/n4yinZcop3UC9u6b5+dw2uzZ8xJRBlP92bysPjhl2/Er//cRky26hzDDwECBAgQIECAAAECBAgQyCwgGwECBAgQIECAAAECBAgso8DeNnMZ53eDOdXCtWkj6sw/72kr8e0/+PBYO302xnEp2nq6jUm09dP2jfXE9ps5vJaIdhSlFs9N3Ut95sa5O+L7vnEz1s/X59ZuOLp9Dk9e6iFNjgABAgQIECBAgAABAgQIEMgvICEBAgQIECBAgAABAksrUGvUpZ3bTSbW/XZtLYFrx9oVsB/3P0V8/xvvjQ97TGz3rV0vO/2uu/3ym+7D7PfuTz2vfGA6bn1sdPt7/qSNn//JizH90J0IPwSGIyApAQIECBAgQIAAAQIECBAgkF9AQgIECBAgQIAAgeUW6GEB3LWqo9gtWMtKEx/+2HF8x4+cjI987IPRrIxjPKnF76S7rh5jnj/1GdN/E7h7RplOKcan442vORHjjXG07VZEN4Vu7y6xEyBAIK+AZAQIECBAgAABAgQIECBAgEB+AQkJECBAgACBHgj0sADuVEv3Uvdx3WvJGk088iM241VvPhOf8GlbsbpWv6/J2rYWxdu1bL1uXlt91nTo+sB6bEoTf/7us/Gu3yv1yaWe0f5WBBsBAgQIpBYQjgABAgQIECBAgAABAgQIEMgvICEBAgQI9EVgu7Xsy2yvm2dX8K7Ws1u1bF2J5uQkvuH7T8U//NytaFfPx2RSol10/1qf17Sn4h3/+WK0XT9dZ1YnaCNAgAABAgQI5BSQigABAgQIECBAgAABAgQIEMgvICEBAr0S6HkBvGu9GjHuftt2PU7cdS6+9mVr8aRnrcToxPkopTayl/8Oc/d+9575HLtZxGQ13vvuJspKV1DP5zlGJUCAAAECBAgQIHDcAp5PgAABAgQIECBAgAABAgQI5BeQsH8CTf+mfJMZr3TnT9eXM1Fq7/rE+9biqc8bRVk7HyunLkSUSd0vRUzL4HqY01aqaKkv58/VN+P5F85zimFYAgQIECBAgAABAgQI3ErAdwQIECBAgAABAgQIECBAgMCSCtSWclYzW4Zxyk6/W48rJT7/qSfjRd97Isbtej1fo467grh+N++pdmXzqD6zLOBZ885ifAIECBAgQIAAAQIECBAgcJWADwQIECBAgAABAgQIECCwzAK1FV3m6R10bm1E6X7LdyOmPysRn/yZa/Gtr747RiceiEn9rutkSylRyvY+vW6mL91vGm/EnffUeYxmOvByD2Z2BAgQIECAAAECBAgQIECAQH4BCQkQIECAAAECBAgQWHqBZAVwqeAn6z6Oy3/puZawf/fT23jpa++JOx9Wy9nLX9TLrnrffT7q3kbbbNWieSv+9mPvieged9Qh3U+gBwKmSIAAAQIECBAgQIAAAQIECOQXkJAAAQIECBAgQKAfAskK4F30UxFdFxz1p41oRqvxMZ/UxMvfWOJhH3IhNsdbMe1+m0vbF9TXWWxtKXXYcUzKOD7649di+98djrg8l/BDgACBdAICESBAgAABAgQIECBAgAABAvkFJCRAgAABAgR6JJC0AN6zAmX7fVkt8ejHnIyXvf5MfMjfejC6crYdd78tXGJWP7VrrkOdir/7KW084kPaaMt6/bx9tr6xESBAgACBZALiECBAgAABAgQIECBAgAABAvkFJCRAgACBvgnkL4C7Fek63trDllGJD/5bES993Zl4+N/882hXLsSktNH9pebdvbv8KHtZOR+f+8RT0yG6x07feCFAgAABAgQIZBOQhwABAgQIECBAgAABAgQIEMgvICEBAr0UGEYBvLs0tQSejCfxNz5iNb73DR8Wj/yQs/WbrvqtX0S314/Xbd35vfu1F2x/13b3l834xE9r4pP/YS2AJ139u1Yv7o71YCNAgAABAgQIECCQREAMAgQIECBAgAABAgQIECBAIL+AhP0VGE4B3PWwNW1T6pva+T7i0SW+/bV31xK4fljZikk7ibbukyjR7dtLul3uRlfuXrXXb9s6Tv26bS7FpO7dn5R++IfeH/e95GRE7X0no+6u+lIvtREgQIAAAQIECBAgQCCJgBgECBAgQIAAAQIECBAgQIDAkgvUSvSoM+zZ/bW3ja4ErtN+9GPuiFe8YS0eWYvb0mxEV+LGAX9qB1zvWInTd1+KF77sEfHIR5Uo9YyNAAECBAgQIECAAAECBAjkEpCGAAECBAgQIECAAAECBPogMLwCuKn1bN12F+feR0e8/Mc/OD76E9poV/56+lvAu9/t5zhuL8QHf/jZeNmPn4yP+aTKWceuW9R3wyiC94PkGgIECBAgQIAAAQIECBAgQKDfAmZPgAABAgQIECBAgEBvBLqesjeTnf1Eu9L3Ytz76EvxXW84HV/8lQ+PlVPrMSndPqnHuPEebUyazZisPBj/7ItW41U//cj4m48ZRTSVs8x+lkYksKwC5kWAAAECBAgQIECAAAECBAjkF5CQAAECBAgQIECgXwK1sezXhGc72xJNnIwSazFaa+OJz16LH/uVU/GlX7MRj/6o8zFuHoj18UMRo40Yx6XYai/U4vfB+KCPmMTnfNmFeN2v3hX3veSuOHlPRLMW2z/bfxM6ake8vW+f9UqAAIFsAvIQIECAAAECBAgQIECAAAEC+QUkJECAAAECBHoo0PRwzjOecqnjlSil1GPE3R8U8b9+1Z3xA//XnfHGtz0iXvnGe+LrXrFV9834ztefite95Z547a9GPPMbTsa9HxaxOZnEuJa+7fbt0zGm5e/2O68ECBAgQCChgEgECBAgQIAAAQIECBAgQIBAfgEJCRAgQKCvAk1fJz7LeZdSpgVwPUSz0o28GaPV9XjYoyI+9u9H/KPPujP+8WffEx//P67EBz+6+7775d42SrMZzahEUxVLie2f7rh3b+vpbq8HGwECBAgQIECg9wICECBAgAABAgQIECBAgAABAvkFJCRAoNcCtbrs9fxnO/kyqeN1+2o9dn/T+XzEbpnbSXX7tMzdPlliNZp6QRN+CBAgQIAAAQIECOQXkJAAAQIECBAgQIAAAQIECBDILyBh/wV0l1etYcfR7d3J7ng6ar873Uv9ON1H9WMZ1dNdQVzqMW79U+rX3V4PNgIECBAgQIAAAQIECPRUwLQJECBAgAABAgQIECBAgACBngjUWvOwMx3Cfbdqbm/13RBsZCRAgAABAgQIECBAgACBYQhISYAAAQIECBAgQIAAAQJ9ElAA92m1lmmu5kKAAAECBAgQIECAAAECBAjkF5CQAAECBAgQIECAAIHeCSiAe7dkJkzg+AXMgAABAgQIECBAgAABAgQIEMgvICEBAgQIECBAgEA/BRTA/Vw3syZAgMBxCXguAQIECBAgQIAAAQIECBAgkF9AQgIECBAgQKDHAgrgHi+eqRMgQIAAgcUKeBoBAgQIECBAgAABAgQIECCQX0BCAgQIEOi7gAK47yto/gQIECBAgACBRQh4BgECBAgQIECAAAECBAgQIJBfQEICBFIIKIBTLKMQBAgQIECAAAECBOYnYGQCBAgQIECAAAECBAgQIEAgv4CEeQQUwHnWUhICBAgQIECAAAECBAjMWsB4BAgQIECAAAECBAgQIECAQM8EDlEA9yyh6RIgQIAAAQIECBAgQIAAAQKHEHALAQIECBAgQIAAAQIECPRRQAHcx1U7zjl7NgECBAgQIECAAAECBAgQIJBfQEICBAgQIECAAAECBHoroADu7dKZOIHFC3giAQIECBAgQIAAAQIECBAgkF9AQgIECBAgQIAAgX4LKID7vX5mT4AAgUUJeA4BAgQIECBAgAABAgQIECCQX0BCAgQIECBAIIGAAjjBIopAgAABAgTmK2B0AgQIECBAgAABAgQIECBAIL+AhAQIECCQRUABnGUl5SBAgAABAgQIzEPAmAQIECBAgAABAgQIECBAgEB+AQkJEEgloABOtZzCECBAgAABAgQIEJidgJEIECBAgAABAgQIECBAgACB/AIS5hNQAOdbU4kIECBAgAABAgQIECBwVAH3EyBAgAABAgQIECBAgAABAj0VOEAB3NOEpk2AAAECBAgQIECAAAECBAgcQMClBAgQIECAAAECBAgQINBnAQVwn1dvkXP3LAIECBAgQIAAAQIECBAgQCC/gIQECBAgQIAAAQIECPReQAHc+yUUgMD8BTyBAAECBAgQIECAAAECBAgQyC8gIQECBAgQIECAQA4BBXCOdZSCAAEC8xIwLgECBAgQIECAAAECBAgQIJBfQEICBAgQIEAgkYACONFiikKAAAECBGYrYDQCBAgQIECAAAECBAgQIEAgv4CEBAgQIJBNQAGcbUXlIUCAAAECBAjMQsAYBAgQIECAAAECBAgQIECAQH4BCQkQSCmgAE65rEIRIECAAAECBAgQOLyAOwkQIECAAAECBAgQIECAAIH8AhLmFVAA511byQgQIECAAAECBAgQIHBQAdcTIECAAAECBAgQIECAAAECPRfYRwHc84SmT4AAAQIECBAgQIAAAQIECOxDwCUECBAgQIAAAQIECBAgkEFAAZxhFeeZwdgECBAgQIAAAQLtmJC4AAAQAElEQVQECBAgQIBAfgEJCRAgQIAAAQIECBBII6AATrOUghCYvYARCRAgQIAAAQIECBAgQIAAgfwCEhIgQIAAAQIECOQSUADnWk9pCBAgMCsB4xAgQIAAAQIECBAgQIAAAQL5BSQkQIAAAQIEEgoogBMuqkgECBAgQOBoAu4mQIAAAQIECBAgQIAAAQIE8gtISIAAAQJZBRTAWVdWLgIECBAgQIDAYQTcQ4AAAQIECBAgQIAAAQIECOQXkJAAgdQCCuDUyyscAQIECBAgQIAAgf0LuJIAAQIECBAgQIAAAQIECBDILyBhfgEFcP41lpAAAQIECBAgQIAAAQK3E/A9AQIECBAgQIAAAQIECBAgkETgFgVwkoRiECBAgAABAgQIECBAgAABArcQ8BUBAgQIECBAgAABAgQIZBJQAGdazVlmMRYBAgQIECBAgAABAgQIECCQX0BCAgQIECBAgAABAgTSCSiA0y2pQASOLmAEAgQIECBAgAABAgQIECBAIL+AhAQIECBAgAABAjkFFMA511UqAgQIHFbAfQQIECBAgAABAgQIECBAgEB+AQkJECBAgACBxAIK4MSLKxoBAgQIEDiYgKsJECBAgAABAgQIECBAgACB/AISEiBAgEB2AQVw9hWWjwABAgQIECCwHwHXECBAgAABAgQIECBAgAABAvkFJCRAYBACTUxqzrbu1203PHndVU4QIECAAAECBAgQINBvAbMnQIAAAQIECBAgQIAAAQIE8gtIOByB5gVf9kCcfV9EO94J3R277rct9eTOOQcCBAgQIECAAAECBAgQyCggEwECBAgQIECAAAECBAgQIJBMoPm1nzsTz/r8C/GePx5vl8Cj9YjSNcCx89P9ivDOWwcCBAgQIECAAAECBAgQIEAgiYAYBAgQIECAAAECBAgQIJBRoGknW/GeP1yLpz7ur+Ltv7QVsXkiYlL2ZPXPBO/ByP9WQgIECBAgQIAAAQIECBAgQCC/gIQECBAgQIAAAQIECKQVqO3uOKJsxsb5u+OFT1+PN79+I8aXIqJs1CI4InZ/GXj3WE/ZCBDIKSAVAQIECBAgQIAAAQIECBAgkF9AQgIECBAgQIAAgdwCTTNZi9KuRrvVxMXza/E9L4h43StrKTxei7ZZj7ZcjMv/PnBuC+kIECAwZAHZCRAgQIAAAQIECBAgQIAAgfwCEhIgQIAAAQIDEGi6jNt/8LlEiSbGW2vxA9/1YDzvSx6IrXMnItq6jzbCDwECBAgQIJBVQC4CBAgQIECAAAECBAgQIEAgv4CEBAgQIDAUgaaptW9pI7o92km0sR6rcVe89f++I178FRfi/AP1u5jUIjjqz8V6rBfXrV5Y39dTNgIECBAgQIAAgf4KmDkBAgQIECBAgAABAgQIECCQX0BCAgQGJdBELYCj/pRSX2qr25YL9c0oJu2leOuvtPGcL9qM9/7xyXqu207Ul+mF9WgjQIAAAQIECBAgQKDPAuZOgAABAgQIECBAgAABAgQI5BeQcHgCTVv73La2v93elFGMJndGacbRlNOxtXEi3vmOEs/6gg/Ee98V0Y4r0KTuZat+qMfuN4O7g50AAQIECBAgQIAAAQIE+iRgrgQIECBAgAABAgQIECBAgEBSgabUArjLVsrOm53fCI56LNHE1vpq3P8Xd8R9T3gg3v07zXbx2462j6Vrg7u/Bx1+CBAgQIAAAQIECBAgQIAAgV4ImCQBAgQIECBAgAABAgQIZBaoje5u8XslZlM73W4vbRtrJybTfx/4/e++K579RRfjd966WcvfcURX/o5X6vt6f70+/PRbwOwJECBAgAABAgQIECBAgACB/AISEiBAgAABAgQIECCQXqAWwLfJOBlFjC5GKSUeeuBEPO+Lt+J3fqPe1nb73nsnez94T4BAjwRMlQABAgQIECBAgAABAgQIEMgvICEBAgQIECBAgMAwBGqLe03Q6Z93rqXv7rH7enxntNPf8i2xfuFUfM2T/zre8ZttTOJixPR8d9HlN90HOwECBAj0Q8AsCRAgQIAAAQIECBAgQIAAgfwCEhIgQIAAAQIDEri+AL42fOlOTF9qCVxL30nExvl747lfci7e/ivdn4Duvq97VxjHuL6pF9RXGwECBAgQILDsAuZHgAABAgQIECBAgAABAgQI5BeQkAABAgSGJlAL4K7c3d33xC9tRLfH1T/dbwK3WxGb587E85/yvvj9t29FOzlX91r8TkvgOuTVt/hEgAABAgQIECCwbALmQ4AAAQIECBAgQIAAAQIECOQXkJAAgUEK1Lb2BuXvHoru2ysfa8lbNiPqXW2UmFz60HjuEyfx+791Ksqknux+AfjKxd4RIECAAAECBAgQILCEAqZEgAABAgQIECBAgAABAgQI5BeQcLgCtbXdDV/qm52Pe3/zd1Kr3uketeQtdR9Fadto67m2Hs8/NIqv+sKH4rfeshHR1IK4Xa/fRURbdxsBAgQIECBAgAABAgQILJOAuRAgQIAAAQIECBAgQIAAAQLJBZqI/SYs9cLdvb7ttloUdyXw5sUz8dLnPRTv/r16cnJiu/ytXbASuHrYCBAgQIAAAQIECBAgQIDAUgiYBAECBAgQIECAAAECBAgMQaCJtpa6u3uXuJa6ETdrb+u13TV1735XuGkjmnIhuuN733UmXvCUjXj/n9Yvy0ZECT99EDBHAgQIECBAgAABAgQIECBAIL+AhAQIECBAgAABAgQIDEagia7w7fbLkWure/n9bd60TcT4rmhrgdy0J+Ldf9jGV37Be2sJvBbTArhshR8CBJZXwMwIECBAgAABAgQIECBAgACB/AISEiBAgAABAgQIDEugNrhd4Vv3Uvdp9u5Xd3f36Ymbv3T31L3Uy0szidXmZLz3XffG1z95PR54T8RkYyViOuzGzcfwDQECBAgch4BnEiBAgAABAgQIECBAgAABAvkFJCRAgAABAgQGKHClAN5uancIaqO78+72h2nDG6WO1F3bNE384TtG8aKvOBfjrvcd17OTtfrSfagHGwECBAgQIHDMAh5PgAABAgQIECBAgAABAgQI5BeQkAABAgSGKrBT294gfltL4G6/wVdXn6rXbf+953q6jWb0UKyUlfjdt63FC592NtbPdwVxt3cl8Nl6jY0AAQIECBAgQODYBDyYAAECBAgQIECAAAECBAgQyC8gIQECgxa4eQF8IJauBN65YXIq2rIR4621+C+/vhIvf9G5aMe1AK5bxOrORQ4ECBAgQIAAAQIECCxawPMIECBAgAABAgQIECBAgACB/AISEmji8m/v7ilxo/6U2th2e327/60bo6kjrsSo3ju+eCp+4SdLvO7lk4itiHbjdER9u//xXEmAAAECBAgQIECAAAECMxAwBAECBAgQIECAAAECBAgQIJBfYJqwiVrXbu8xo5+uBO72iLZt617i/3jFevzsj25EW7bb33p6Rs8yDAECBAgQIECAAAECBAgQIHBrAd8SIECAAAECBAgQIECAwJAEagE8v7il1OG3TsVk41S88hvPxm/9P9sFcNnuh+f3YCPfXsAVBAgQIECAAAECBAgQIECAQH4BCQkQIECAAAECBAgQGJxAbWjnm7nresvowdi4cHf8q2etxx/+7rlot3vg+T7Y6AQI3FTAFwQIECBAgAABAgQIECBAgEB+AQkJECBAgAABAgSGKTD/ArgpUdq7om1Hcf7sWrzwKREPvC+iVQIP8/84qQkQOG4BzydAgAABAgQIECBAgAABAgTyC0hIgAABAgQIDFhg7gXwtm3ZPkQT73lXE9903/0xGdcGuN057UCAAAECBAgsQMAjCBAgQIAAAQIECBAgQIAAgfwCEhIgQIDA0AUWVABHNKWJUkqMylr89lvujpd89QMRCuDwQ4AAAQIECBBYiICHECBAgAABAgQIECBAgAABAvkFJCRAgEAVaOq+Z5vseT+vtyXaSYlffNNm/Ni/fjBiEY+cVxTjEiBAgAABAgQIEOiBgCkSIECAAAECBAgQIECAAAEC+QUkJLArsF0At6V+rk3syvu2j/V1HlsT3XNKfa0l8Ma98epva+NtvzSJduxXgefhbUwCBAgQIECAAAECBAYvAIAAAQIECBAgQIAAAQIECBDIL3BVwtrJno8omxHtKGLrURHR1H2O27Rs7savzxnfGd/8nEvx/j8t9cTWzl4PNgIECBAgQIAAAQIECBAgQOCIAm4nQIAAAQIECBAgQIAAgSEKNN/wvSdjtHYhLpfAsfvT/Vbu3n33/NGOtfaNpg7bVb4lSpz7q5Px9U8ex/jiynYJ7R8GPhrw7e72PQECBAgQIECAAAECBAgQIJBfQEICBAgQIECAAAECBAYr0PwPj2viuS+9IyajczEptZmdUnTHSX3X7d373b2emtU2HbKN9fVJ/Mk7N+I7vu5cHbk7Weqxbt3berARIDA7ASMRIECAAAECBAgQIECAAAEC+QUkJECAAAECBAj8N/buLcauqgDj+LfWPufMpaWlECFi8BZRoomoDwomJpAQH7wk3gKJIUrFoE9AQxoJRKRcA6hcCoqRCCHEB4QYBRJtEB8ImsCLD7yoiVq8BJSaMtPO7Zy9l9/aM6cztMP0THtOhD3/07X2Xnvtvdfl9/plTxHY2AIxxKjzvlDo0p1bFGJPKQUHwT0plK5dSTmQ7VcN7Vd/Ceyx2+2WqrLQnkcrPfGQ58zBb655ypw/D21GBkIAAQQ2tACbRwABBBBAAAEEEEAAAQQQQACB5guwQwQQQAABBBBAQNF5r1II+uI3gy663Knr2D4pdUyTI9qcxLrpoDYfh189fliQ4oxitUU/uHlaL/yuUun8Wb6lOOspc8MnCgIIIIAAAggcowCvIYAAAggggAACCCCAAAIIIIBA8wXYIQIIIIAAAosC0cmrFJKKIuqrOwpdcMmYYntaKUhVKDTSX4qKqa1YTThiTlo4sFW3X3VQ81Oetc5960P/wmcKAggggAACCCCAwLoEeBgBBBBAAAEEEEAAAQQQQAABBJovwA4RQACBFQL5M19fOmh1kWPY7Vds1tnnjktxxrnwmOQ+9X8p9FvDOYdKKvZ5rODqtsd/ae+4bt2ZPwHOtXB/Lm7X68ttKgIIIIAAAggggAACCAwiwDMIIIAAAggggAACCCCAAAIIINB8AXaIwOECMah0xFtK0SGra2tSuu6+tj740UJl/beYfa9+y+ehh7BBKrdJqeUZgmJeSa+tZ/f09IsHPV/pALqesz5IzojFDwEEEEAAAQQQQAABBBBA4GgC3EcAAQQQQAABBBBAAAEEEEAAgeYLrLrDeKg3OGTN1R2xI11/z2adfsa0r9xfTEnBAfHSfQ31Fz2ag2CHv5LnirNSNa57b5zXn//gWzn1TV5Qnt8BtW/mTioCCCCAAAIIIIAAAggggAACCKwqQCcCCCCAAAIIIIAAAggggMBGFohKDmAP1eJQvrrpVOnm+7dp6yldEodT8gAACzFJREFUKW11PNtWKOYVnNWGEHxerMPFC4rlhKJz4KobdNOOKc1NF0rJa1DL63CV1yt+6xbgBQQQQAABBBBAAAEEEEAAAQQQaL4AO0QAAQQQQAABBBBAAIENL3BYmpqUWpXkHFhhXm97r3TdD9vqTB5UFedVpXGDBdcRFoe/SZWqstJLL05q9w37FHLo636FGTkFdqUggMB6BHgWAQQQQAABBBBAAAEEEEAAAQSaL8AOEUAAAQQQQAABBBDIAg6AXXLA6prqbLeOXx3BOgUOpT5wTls7bx9XUk/KIXBIWnwuvz6CGpNCCCriFpW9lvY8sknP/ybHvg6mNamU3M4H8UMAAQQQGECARxBAAAEEEEAAAQQQQAABBBBAoPkC7BABBBBAAAEEEDgkkNPfQxe5UQUHrI5/czspKLnxic8UunjHhHt77lnsc/eIS70QdefGdMu3XtHL/4hey7znzCvyqS45FK4bHBBAAAEEEEDgCAE6EEAAAQQQQAABBBBAAAEEEECg+QLsEAEEEEAAgdcKOAB20OpYV3X1pfIv9+XAtVrsLaSLLm/rvM8mVaHrIDaplyqVo/4S18toxaCpl7fp7mv3KaQxpdd8flzlxVIRQAABBBBAAAEEDhfgGgEEEEAAAQQQQAABBBBAAAEEmi/ADhFAAIFVBPqJ7yq3+l29xYbD2Ku/t1nvObOtuflZheCOsPJr3MXHhnX06B7K47empdTRc0939NRjc24v3vFNF993HO0GBQEEEEAAAQQQQAABBJYEOCGAAAIIIIAAAggggAACCCCAQPMF2CECrycQlSPgpRpCUOF/UWGpO0pqubpEKU5INz0gnfaOpJQcvoauKofAI/kOt0oKeeBqk5TnWJjUvbtaeuXvWhECB1/k6hMFAQQQQAABBBBAAAEEEEAAAQQQQAABBBBAAAEEEEAAAQQQaL7Amjt0rLvW/SNvn/xW6Zo7O4rtA1LV9ssjDmDzn3xOUoxRr/631O7rDzie9rR18Y36zAEBBBBAAAEEEEAAAQQQQACBjS7A/hFAAAEEEEAAAQQQQAABBBBwrroaQlj6/ler/Yqksz7e1iU7HQKP7/cTow1hcwRdV08TU0fPPBn11KM9Lf7l58LzU9YU4CYCCCCAAAIIIIAAAggggAACCDRfgB0igAACCCCAAAIIIIAAAksCOVtdag56ClJMuvDScZ1zfqUQu1rxSa5G/et0JnTndw7oX38tHQIfw/JHvUDGR+ANJMBSEEAAAQQQQAABBBBAAAEEEECg+QLsEAEEEEAAAQQQQACBlQLHmKAGhZZ05S0n6dTTDyjGnlQFKf+55pWjD7ldL9bzzB/YpB/f7KvKEyTXflnZ7vdxRgABBDamALtGAAEEEEAAAQQQQAABBBBAAIHmC7BDBBBAAAEEEEDgCAGnqEf0DdbhN7ecGLVr98mK7YNS/hJ4sDeP4yknvHFOKtt6+slZPfOEg2d3LQ7oNDhMuXmow20KAggggAACG1GAPSOAAAIIIIAAAggggAACCCCAQPMF2CECCCCAAAKrCzjGXf3GQL2F9O4PdXXZrklVxbTKMKfkf8vv5jA21+We422FqqMYkkLV0v23VZp/1SOWM1KVtzLmi+BKQQABBBBAAAEENqgA20YAAQQQQAABBBBAAAEEEEAAgeYLsEMEEEBgDYGcmq5x+2i3khRn9akvd3TupycUQlD+t/iW74Wum5Wr2z4eX/EYebxcU56l0It/mdWPbt3vYSflRFjSnKuf85GCAAIIIIAAAggggMBGE2C/CCCAAAIIIIAAAggggAACCCDQfAF2iMDRBI4zAJZCCFIxoytuGNcpp88oKahylY8a6i9Iqa1UuXqWdhHVDifoVz8L+uNzkkpXTeSDa1pR3aQggAACCCCAAAIIIIAAAs0WYHcIIIAAAggggAACCCCAAAIIINB8gYF2eJwBsENZbXIwO6nNb5GuveNEFWPTUnAaW3+p25KUpwg+D6PkcXJdHmv2YKHv7/q3erOeJ3WWb9BCAAEEEEAAAQQQQAABBBBAYEMIsEkEEEAAAQQQQAABBBBAAAEElgWcmi5fHFurP0RXZ35M+tLXCpVpn4dKDoYLn18b2LpjqKVTTOpvL2zVrx/pLX0FPNTh37yDsXIEEEAAAQQQQAABBBBAAAEEEGi+ADtEAAEEEEAAAQQQQAABBA4T6Ke3h3Wv57JS/cVv/vo2BW3fOan3f2SzqhBVxVJOgV1HWOovjdv6yXeD5qdWztMPnr2+ld20EdgAAmwRAQQQQAABBBBAAAEEEEAAAQSaL8AOEUAAAQQQQAABBBBYTWAIAfDSsDlvLaRivKtr7phUa2xKIVQOgqXRRrDJE0Tt3z+te26cXlpMntH99cxhqY8TAgggsCEE2CQCCCCAAAIIIIAAAggggAACCDRfgB0igAACCCCAAAKvKzCEADgP4eR3aYqqijrtjKTtO7apm+bdO6oANge8rqmj4CWMdU7Unp8v6IXf5768njx3z/NTEEAAAQQQ2CgC7BMBBBBAAAEEEEAAAQQQQAABBJovwA4RQAABBBBYW8DR6doPrO+uw9fg0LUKuuAbbZ119oKq1F3fEAM/7WA55aA3yrOq9DRp4WQ9cHupqpf/9LTvpTGP5ud8pCCAAAIIIIAAAo0WYHMIIIAAAggggAACCCCAAAIIINB8AXaIAAIIDCAw5AA4KIa25FFDq9LVt52kznj+EjdHtJJS8GFYxWOGHPQujRd8Xczo+Wen9eyTnqfyOty1dJcTAggggAACCCCAAAKNFWBjCCCAAAIIIIAAAggggAACCCDQfAF2iMCgAo5qB3100Of6Q0ad+k5p+5VOYVOpKlVKroOOsv7nkkI5oU7cpgfvXtDslEdIrpUPubpJQQABBBBAAAEEEEAAAQQaJsB2EEAAAQQQQAABBBBAAAEEEECg+QLr2mE/rV3XSwM/7NEv/PoWnfnhUkpRKXT9qgNZH4+/BA+Rq0918WTydQja+6dKjz/suaKrhjVfPQkHBBBAAAEEEEAAAQQQQAABBN4gAiwDAQQQQAABBBBAAAEEEEAAgSMFcmp6ZO8Qe6pK+vZd49q8bb9CcEBbj90PZfM517rzGA798ZZfjSoVe5N67IFKB1/Jfwb6yGeWn25giy0hgAACCCCAAAIIIIAAAggggEDzBdghAggggAACCCCAAAIIIPA6AiMPgEM76ZS3S5//yrh66YCXkQPffnU6XH+hm699a1jFme++l4N+ep/nG+r/OzysBTIOAqMRYFQEEEAAAQQQQAABBBBAAAEEEGi+ADtEAAEEEEAAAQQQQGAtgdEFwA5h5RpipdDp6aLLJvSu9xWq4oyqUC6uKVQ++6H8oFvDKCEEBe8qqqNfPlzon3u7Ugyqc2bl+XIdxkyMgQACCLyhBFgMAggggAACCCCAAAIIIIAAAgg0X4AdIoAAAggggAACRxVwVHrUZ47jgaQUu0qppWJCuvSqzb6e93iFFHpS1ZGGGP6q/i1uKX9TPD/T1kN3zaoqHQLX9zzn0OerB+aAAAIIIIDA/1GAqRFAAAEEEEAAAQQQQAABBBBAoPkC7BABBBBAAIHBBBbT0sGePYankuPWjkLwq65nn1/ok58bU9Kc+wpX94+w5OD5t4+39Z+9bc+ZJ/Ii8omKAAIIIIAAAgg0RYB9IIAAAggggAACCCCAAAIIIIBA8wXYIQIIILAOgdEGwMnD5xqS6gTW+evFl52gE7a6vyokX2ukv6SFhZ4e3D3l+b0GtTzbyCf1HBQEEEAAAQQQQAABBEYvwAwIIIAAAggggAACCCCAAAIIINB8AXaIwHoF/gcAAP//Zi5EBgAAAAZJREFUAwDB2PPr80APCwAAAABJRU5ErkJggg=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69836" y="156176"/>
            <a:ext cx="9982454" cy="111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5400" dirty="0" smtClean="0">
                <a:solidFill>
                  <a:srgbClr val="4518FC"/>
                </a:solidFill>
                <a:latin typeface="Arial Black" panose="020B0A04020102020204" pitchFamily="34" charset="0"/>
                <a:ea typeface="Golos Text" pitchFamily="34" charset="-122"/>
              </a:rPr>
              <a:t>Основной функционал</a:t>
            </a:r>
            <a:endParaRPr lang="en-US" sz="5400" dirty="0">
              <a:latin typeface="Arial Black" panose="020B0A04020102020204" pitchFamily="34" charset="0"/>
            </a:endParaRPr>
          </a:p>
        </p:txBody>
      </p:sp>
      <p:sp>
        <p:nvSpPr>
          <p:cNvPr id="12" name="Text 0"/>
          <p:cNvSpPr/>
          <p:nvPr/>
        </p:nvSpPr>
        <p:spPr>
          <a:xfrm>
            <a:off x="3787013" y="8246332"/>
            <a:ext cx="9982454" cy="111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(Отзывы)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9746" y="1500056"/>
            <a:ext cx="14136987" cy="651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27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bright-minimalism/columns-3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9eYBsaV0f/n+eU73ddYYZZhgQRMQ9GuMSNCBGFkFFURRRZHPBCMiOCCIgKIqKGwiIaBQRcZe4RMGoPyP6U4NbRGOikSg7A8Nsd+ulzvl+nurumXtn7ty53V3VXXXqVXOeOqfO8jzP5/X0f++puk3nRYAAAQIECBAgQIAAAQIECPRdQH0ECBAgQIAAAQIECOxFoM2H27Z71Ys+3H3enbrufnfayLbe3f/Kc9sD8nxtD7xq2H3+nWtrc7/TNuy+/N+sdcOTddDrc+AzXZeHw2ztMA+zdduvPLd9WE9vt+1z87mvKJtmf/0np7svuOep7kEfebp70F277sF36boHjVpdm41cm7pvc7/Vruq6z6/tzlufL2qffXzEidFzD7zLie55X32i69a6rl3vuq69puuGXb6GuTu7bZ3OK+dsbX6qLXd72ZrwmmMBpRMgQIAAAQIECBAgQIAAAQL9F1AhAQIECBAgQIDAuAQe9NA7RBunYzAYjFrTNHF2K6VEKZstosRuX9dffyr+4q3rEd3hbLl12S6ys92PepEDTP1tKdAuR5RT8an3Wop/f7+Tsb66HMNhxLCNaEct32KMr3Zl1FnpluPP33om/vA3zkTJNYuS69esja7t51uzn4MZiwCBKRIwFQIECBAgQIAAAQIECBAgQKD/AiokQIAAAQIExiOQmWKUjbjnv4m4+8fWZC/TxPH0fN5emrIY/+3X6hgL0XVN1BHPe+NZJ+sUa/BX92edns/DChGHoyw08Q3fclkMlq/JoD4Vc8sIOEqpN1Sp2vZKVPsYRJQMlbuFaDYuj1d/z4lYW42IDIQj6lh5vI/b/o+4j8UZigABAgTOL+AsAQIECBAgQIAAAQIECBAg0H8BFRIgQIDAuAQy2Iua5g1H3x69zwPzc5MtA79SIkopt2qxx9f6+jD+5Pe6OHlN7aiJUne11a+V1laPtdsWyOXpYhjdsI2PvEcTD/7y5VjbuDa6PF+/Gbz54E2qmx9rzF5ta9s6c3G7mirXsL6JKLkfnI5rrz4cr3jBqYg2r7ULEaMVrOONJhD1VT/V/TmtnqztnJM7/5Az2flDniBAgAABAgRmVsDECRAgQIAAAQIECBAgQIAAgf4LqJAAgbEKZIg36q/EYCXiAV/exOrqiYgMGDP7jVLKrVpe3MNWoomVWDtT4o/fvJp912+X5hwymGxLZoq1RdS4MiKPY+tVooaLWx/mfZcJaIl0i4gy6OKxTz0Wl1w2iGZxPUpzFlq3fZy+I9HtfezgVfuorT6b+/qt3+GheMsvLsfb/qCNrqbOuXAl+2+y1/p97rrPO7cWMU/mVp/O3Vi22v9YOtIJAQIECBAgQIDAtAuYHwECBAgQIECAAAECBAgQINB/ARWOX6BGdfVbnIvRDbv4mE86HB/50UuxsLAYUTYimtNxTpKXn/a8dTlWtt/+lTPRbXQZHdZwt7bb67neU9vt3Tcf10spUUPyKz8y4hHfsBxlcCZKdyiinozzvWoMu93Od/22zuU4o0t1X6Pe2gbx8udHnPxwxrHNqRwx/1ZGofQw76xj5O6srZ6pK1f3Z53e1WGOuKvnPESAAAECBAgQIECAwCwJmCsBAgQIECBAgAABAgQIECCwS4GM07r6bdImSpPxXNPG/R/axfrG6ejyY9fW0G+XXd/GYyW7LLEQ/+uvu3jfO/LDTd9U3XygyV2ezfdbbD6eKzCCTKkE+8pvWok73PlUdE0GsNWztpjs64PvK/GDz7sxYng4B1qKTPOzLeRxzinfMxXOcL8e3NzyT+rmD7s8ynJ3+aTHCBAgQIAAAQIECBAgQGAmBEySAAECBAgQIECAAAECBPYgsJ3I1X3N7cp63O8hR2OweDqizVBvuJKd1wu5G8uWAzXr2VMXw7VD8V/ecDJqSljq26jV74nmZduOBJYyg/1Pzz6ewf3qeZ5L8/Oc3d2p7GtwbT6a67fexFvfsh6/+8trEZk7R/7txASD5xx0tAmARwzeCBAgQIAAAQIECBAgQIBALwUURYAAAQIECBAgQIDAXgVqtrvdal/dUtzj30bc7R71J6Az1avfCq7nx9hql/Xfih3EYvz33zwUsZaRXttEk+FhM0oSM2Ss423tNg/znthu9YxWv2E7apWiGcb9v+JQfMq92mjLMFs9mS1N832MW4lmeHy0EtG10a0fjx97yUZc/d7M8Yf5N9NsLtrme56LiHFH+vWvILu1zZeAagkQIECAAAECBAgQIECAAIH+C6iQAAECBAgQIEBg7AJdjdbK6NucX/SIQUQGiaNvdcZ2nBdjeGX/MYj689LDdhgfvmYt/ugtaxF17LGHlWOY7ix0UXJ9ukG062vxlG8/HovLZzZnXc/Xo7xWd+Nr9e8ke6tLmQn0DR8exHc95YbYWMu/majfQM755OVJbVujT6p7/RIgMHUCJkSAAAECBAgQIECAAAECBAj0X0CFBAgQIECAwMQF/uMXHYlhed8oqB3/YCXqP1/blCbaYRO/92vrUb84WvPK0maIWIPgyWaI4y/pQHsso9GbpS4+9jPbeMgjMwyOE7EZ3keMgvwY/6uu3yDXsAyX4+/fthI/+yOno1tfiahf+a0J//iHHPUoAB4xeCNAgMB8CKiSAAECBAgQIECAAAECBAgQ6L+ACgkQIEBgHwQyg738bm18+n0ui9Is5ICbAWMejHHLPnOLbhB/+Scb8d5/zdRwFPqK93aMXN2qZdSfYG7jcU9fieNXrGYOW2LYnIku/9txnzt5IMcuw6X4pZ88EX/z1mFEDfBHz9eJjQ7G+uYvZKycOiNAgAABAlMrYGIECBAgQIAAAQIECBAgQIBA/wVUSIDApAUyyIvatsZ5wEMzy4v1aPPcTZne1rVx7La/Qbp+5nC85ZdO1cGy2wwNc7zRPOo+z9TtrMP6UbuVQAboUaPRQRy7MuLJzz8WzaCNpluJaPJ8U6KUzXarR/d4omm6GGQbrl4R3/P0iA++O0ZjRayOZpSjn7OPPb5qf3vswuMECBAgQIAAAQLTLWB2BAgQIECAAAECBAgQIECAQP8FVLjvAhkW3v9LjsXhO5zOoSf3HdLac1MW4zd+PgPgNoey7Vyg1Ee2Y9H80EXc/2FL8e8+dzXa/C+iRJ6KSb+6tsR1H+7ipc++LtrVOtpKvo1/Ubcrzc5tBAgQIECAAAECBAj0TkBBBAgQIECAAAECBAgQIECAwIQEhrF4tIvPffAgomxEfWW+F+P+JnDJcLJ0ESeuvTR+79dPxujbqvm5jndTqwf13Harn7XbFigRTS7bU19wLFYuuTrvG2bbn63rBvEPf35JvOrFN0Ss1zHHH9eOv8c6T40AAQIECBAgQIAAAQIEDlzABAgQIECAAAECBAgQIEBgQgKlfmtzGN2wxIMedjiirGVMG/lqo6shbB6Nb8sOM2Au5XT89i9kalmz5rLde84jL29/st+ZwF0/tsTjn3lZRDP6Om4+vA+YOcT6mRK/+cZh/PFvZwKcn3PgPW23fFgAfEsRnwkQIECAAAECBAgQIECAwOwLqIAAAQIECBAgQIAAgYkKZPAag2gWu/iUz27iirudjI2oIWKeH3ugVyK6hSgbl8Tb33Y6/unvcoysrRv9dHGT1/JD3fK2utMuUqB6Jd/Dvm4p7vEJZzK4z2S91G8ClyiliVLq/vztIke41W1Nnqmt5L49c2l8z7NW4x1/n2N2OXaei/wrijH8/dQxRt15mwcBNRIgQIAAAQIECBAgQIAAAQL9F1AhAQIECBAgQIDA5AVqxFZbpnW5++KvWoloFyPqN4ObPBdjfm1mvjFcOxxvet2Z7Hwtc8K1yLeIHD9GYXCetu1cYBDxrS+9Qywup2vJIHbcv+F9qxnlYi5ekwHzMLr1o/EdT7oxPvjOhRitZQ2Ab3X/zk+M/iR2/pgnCBCYOQETJkCAAAECBAgQIECAAAECBPovoEICBAgQIEBgfwS6jNi2W5T4wocfj4WVG6Nrm8zxVqMtm9/PHctkaiBZMh/MNhgsx+++aS0+8C9LMcqZM0uMrn7zOC9OIHcey/ynvZOk+5hPa+KxTyvRpufa+unoum7Uxj/1zUUq7aX5V7MQG2vDeO8/HYuXPuvaWL2xjraUb222vW3517m3DjxNgAABAtMvYIYECBAgQIAAAQIECBAgQIBA/wVUSIAAAQIHJ3DplRH3vv9KTiDTxHwf35aBYf1Z4u1ua7LXrcSbfyXTwi7DwgyaY/MrwOMbcg576ro2HvnNx+KjP3k9moXFWwjUQLa2W5ze1ceST9WW/ZWNDJkH+bmLv/nThXj5i05GDPNauW50Lt9yy/XfxbeC659JPmwjQIAAAQIEeiqgLAIECBAgQIAAAQIECBAgQKD/AiokQOCABcpCxBd85SDacn00pYZ6455QGyW7rN/6HQyX4tded0OsncyYrzkdo5+drjlheO1WYLRkyfkdrzgey0evj67ZiLZ2NnLNC/V4bK2u5ObfSJOHg9Lk38xivPnnl+PnfzRHXb8sos0Lo7HP7GrUcc94V5PwEAECBAgQIECAwCQE9EmAAAECBAgQIECAAAECBAj0X0CF0yDQdWvxmZ+zEHe7x2JEl2nwKK4dx8wyCBz1dXak18SZE5fFH/xmhr9d/dbx7kLCccyuP31sRGW+y8eXeNwzcg1LNU373GIUxJ7tH2N41Y6zzzLqPP9mMgRuSvznHz4df/ibOZc6aMl9dyiv1b+nnQ2ZPe/sAXcTIECAAAECBAgQIDADAqZIgAABAgQIECBAgAABAgQI7JtA6bpYWBnGgx/eRFvWN8fdDvc2P+3hvYaF5z6+sTqIX3zNYqyfqOeP59ut78mTtosWqD+nXW/u4quecDzu9YD1KM16dG3mr9nyPS/Wg+22Fdzm2d1vW2vWZfjbLkXTDSKGg/juZ9wQb39r9rqewW8dbhdDCYDTz0aAAAECBAgQIECAAIE+CaiFAAECBAgQIECAAAECBPZZoFvOAQfxkK86Es3SjXlcU7th7rdCvjwa19Zl2Nx1C/HOd5yIt77lTMT6LceoY49rtHnqp6atGxHNWjz9hZfFZVdk7ZWy5L5+I7fuJtG2/0eBOlZ7KLq1y+IFT7oh3vOOnE8du7bRuPl5tK83jg7itt4FwLcl4zwBAgQIECBAgAABAgQIEJg9ATMmQIAAAQIECBAgQGA/BGood3ariVu2Y5dFPOiLD0UpNfytQV3uu7yxtj3MazP07aLuazeDaGKhvTR+43VLeS4i6reOc5gYte0AOrx2JNDE6Oe7u6W4/K4RT3tpG7F0Koa5jPWf5N1ue1zK88+ohsDZmgyam9yfuO5wPP/xXXzgHXl7fo7IueSa56fcbsiWk8r329qyktu65Hx/BFRCgAABAgQIECBAgAABAgQI9F9AhQQIECBAgAABAgcmMPr3WiOahS6+5FGHchptZrELEWUtMtPL/YUDu9jhq9lK+N7+N++Pv//zkJZifQAAEABJREFUNp8eZNve/CT0tsTO92X0SJOc9/785fjir+miDDZG57bfuu2D0cLe9GG8B91ivOufm3j+E66P667OEbutBR+Nckm+b84zD867nX33eW9wkgCBGRcwfQIECBAgQIAAAQIECBAgQKD/AiokQIAAAQIEDlAgA7rYCglLiY//zC4+9bPz3OibmzmtC2d1ecPut0FcFq97xYmIYRP136sd9ZRDj/bedi8wyFA91+2JLzgSH/9p10X994Bj9C3c7S4r8nbbPjeufRdNORVNdv/uf1yO537t1bFxJvvu8kRueXS7mwD4doncQIAAgdkVMHMCBAgQIECAAAECBAgQIECg/wIqJECAAIGDFqipXP22b86jHkYTD3tcxPrw+jwxiGhG6V0ej2OrA7QRJUavdmMl/vbPF+Ptf5rn6qVYi9G3jif57dSYh1d6Nm0sHFqP7/jRO8bSSnWtwHn+piC4LkJt4/bIPtvDEYMTceZ0if/7t3eIb3vcqVg/VW5joDqvcy8JgM/18IkAAQIECPRFQB0ECBAgQIAAAQIECBAgQIBA/wVUSIDAVAjUuK0GwBnE1Ywu230+fyXucvc8GP10b54f2zyzz630t/ZaShPDjYX4qZefiNIMc5ScRyzlvt6XO9vOBCpbbRniR7ZSFuLKu0c874ePxFr7oYiu+tb1LtlvbbmbxFa/Pd4eicEgx8v1/fu3rcQLvvH6GJ7JKbQZQo9aDlz/COKG7YPcb251hptH3gkQIECAAAECBHoioAwCBAgQIECAAAECBAgQIECg/wIqnD6B7UAwU7mVNh70pRnENqsR7aGc6va1PNzztt1XjlO/jZoh89/8aRf/83+sReRx1G8B+wbwnpSrbG1R0jrT1Hs/uInHPvkOEc36lnHZU/8X93AZDR8lYvVMG3/51qV40ZOvjfWTOaG2tq1eukvyIG/K9+0tr24f2hMgQIAAAQIECBAgMPMCCiBAgAABAgQIECBAgAABAgQOWKCGcU084puOxNFLlqIt7VnzGcWKZ33e5WE+VkqJUmprYmXhkvjV12713S3Vq9lsuxXoojk3Qh9EfMOzV+IzPnc9NuLGvLZlPRrg7OPRibG9ldJEk2u8MGijzuhP37IS3/7466LdiGiHw4jccjK3Gk8AfCsSJwgQIECAAAECBAgQIDCbAmZNgAABAgQIECBAgAABAlMi0EUcviTiP37RRuZzq1uTypPR5nHd525MW+aDsb6xGm99y1q842+z03ar/61d5AzyrG0HAiXvrS13uSVkbjGIeNpLDsdH3L0G7HUd89JoqxdrG30Y/1v9VncN9buF6IaL8dd/fDi+/etWo9vICd3GaALg24BxmgABAgQIECBAgAABAgQIzJCAqRIgQIAAAQIECBAgMA0CNTUctWFE08Ujn3goFldORzssGf2WiJLnY3yvUko0UaJ0y7EQx+LHvmctuppFdmuRA8Zm9nsitg5yb7sYgZI31Za73BK0Sc9cu6s+IuLFP95Fs3J1DNtc01zXkXfeNbGtdLmm2drFGJRB/lktxP/4o9V4wROui9M35qhNtrrQbd1vttGpzUPv/RNQEQECBAgQIECAAAECBAgQINB/ARUSIECAAAECBAhMnUC3+e3MK+8a8cCHLkc0bYZ4w2x1pjWpy1CxHo6plVE/Jf76Lz4Qb/+zDJnr+JsnM/s9lle3P+ShbRcCdT3TMNfxnp+0Et/5yjtFDDJ9bTayr7LVcrcPWw2ch+sr8Rd/eDy+9dGn4sPvqYPm31SdRu7qJwFwVdAI9FFATQQIECBAgAABAgQIECBAgED/BVRIgAABAgQITK9ADeSWIh76mCPRLb4/2ljNALhEFzU0HO+0S/bedE20q0fj9T96Q3TrGVjW8bfbeIebs95qnJqe9bvWCwk6aOOzHjSIxz5tMQaLp6IMVqPk6VJK7jfbJIFKKbE4yD+szPn/6W8X42kPPxXXvHMQG8NrI0qMXnXGowNvBAgQINAfAZUQIECAAAECBAgQIECAAAEC/RdQIQECBAhMqcBNX+6tB8P4uH+3EZ/x2XeMZpTK5VsGteOd+dbXPrPTQRyPv/zjEv/zz/JcHT5yH5kU5jXbHgRGltvPb0RX2njs01fiPg9ejLK5sBnun3PT9s0T2HdRynpEcyaGa4tx9bsOxVMecV28/58vjejqcF3kX1k90AgQIECAAIGeCCiDAAECBAgQIECAAAECBAgQ6L+ACgkQmGaBkpOrLXejRK5ZiK97+lIMNzKWK6t5aiGv3HRDHo9r66JrSzTdkfjZV52M0WsUNg9Gh972IHDOcjUx+tbvwjCe8wMr8Qmf2sRGOxxF7V1bxxilsPVggq2JaFciFzvaYRcfeu9KfNOXvife9t/Woz3TCYAnKK9rAgQIECBAgMA+CxiOAAECBAgQIECAAAECBAgQ6L+ACmdKoKthb8Qn/vuIz7xvhnbdSpSS+7EWsdlfl7ljbhHdIP7qT4fxJ285NdZRdFYFSr7lmnaHomvWY/mS1Xjxaxfjqo9cjS7D/dHSDm7Me0YrkftJbHUO262NUg9zuI0zR+LFTz0db35jJwCeBLs+CRAgQIAAAQIECOy7gAEJECBAgAABAgQIECBAgACBKRPYDGYzkY1uYTW+7HELMSw3RAwyrdvtTG/zuSaDwBKj/0oTsXY0XveDG9Ft5AOTGC67nfetxErEcCUuvTLiZW84Epfe6WR0g/Xo2mMRuRIx0VcZ9V7qWndNlJxHrF8aGyePxCte0AiARzreCBAgQIAAAQIECBAgMMMCpk6AAAECBAgQIECAAAEC0yxQosRyfM4XDOKT/t3hKIMzOdnJpbKlRDRNE//8D8P47V9YzbHO/jeA67i15Wnb7gVKfTQdBycimrW46h5r8V2vujwGyx+K+k3sGvrXO0b7ruQu2+aJPb2f9+GS86gX2jIau4tWAFw9NAIECBAgQIAAAQIECBAgMKMCpk2AAAECBAgQIECAwDQL1NyvtliPWDgTj3pSidWNa6Nmgu0e5t1lyni+1mSfJa9FczpKtxKvf/lqnLxmkGe7bHWrk/G14Cqx91Ytj0SUxWgWmvikz27jhT96aQwOvzu6wWq0pZrvZZXjol9d5H85Xpd/WLXVv4OLftiNsyJgngQIECBAgAABAgQIECBAgED/BVRIgAABAgQIECAwMwLdYkS3EP/h85fiHh+f8VyZZDCYwWR7KDIBjhs+vBy/9lP1G8B1vBpIRr5qAJw72xgE0jqy5dpGrul/+IJD8dTnXzVa64h0bhc2x8hwdvNg0u85l5xP/oVNeiD9EyCwrwIGI0CAAAECBAgQIECAAAECBPovoEICBAgQIEBgtgRGuVyGgQvDeOxTLovS1FB2u4TtYHb78x73XYlBNDHolmN4Zine8GMn4/p3DSIyGIzRUBlGh9fYBWoIHCfiix69GI952jCawcbmEM2p3I/gc1+3elxbPZ5MaybTrV4JECBA4CAEjEmAAAECBAgQIECAAAECBAj0X0CFBAgQIDBrAm3U7DXyVQaDuN9Dl+JjPm45yk3fCq1hYG15w5637KdkuFz77jL0zTB4uLYSP/UjZ6Jb2+48g+ioifT2Z/uxCCR9ZPAeg5PxmGcsxpc/vo124WS0sbTVfb2htvx7GCXx9Xjr0ph3AuAxg+qOAAECBAgckIBhCRAgQIAAAQIECBAgQIAAgf4LqJAAgZkU2IrjSk6+raFfF49+xmosHTqdJ+pWr9eL9XivrfZT21Y/GQQ33WL81i8O4x/+chhRh6+X6r62eqztXaCS1xaHsq/DUcognvC8IxkCn4mN9rpoS4bB2fJi1J+KzreIGD0Qk3jVv6hJ9KtPAgQIECBAgACBfRMwEAECBAgQIECAAAECBAgQINB/ARX2RiBzv3s/aDk++hOzorKeoWyeyMPxbVv9Zfi73WfTHorXfP/VOdb2GfuxC4zY61u23GJQ4gnPvTzu96X5octIdli/eZ2jjn4qOs/l4aS2HG1SXeuXAAECBAgQIECAAIGJCxiAAAECBAgQIECAAAECBAgQmB2BksFfbrHYxuOefijKwjDaZi3nfztfx8079rKVDCD/99uOxFt+8YaIdi89efb2BRK42VzPZjHiO15xedz7i05Et7geudoxbCcfz05+hNtXcAcBAgQIECBAgAABAgQI7ELAIwQIECBAgAABAgQIECAwqwJdfOZ9m/i3n51hYdm4uYiupsM3fxzbUclx2pX46ZdfG6euy+PacZchZW71UBunQI1fcx3rv8VcD5c24kWvPhafcZ/ELhn256WbR8tzN3+4zaOdXqjD7vQZ9xMgQIAAAQIECBAgQIAAAQIHK2B0AgQIECBAgAABAgRmUaCGf7V1GQQOIr7mSQsRzUa0zZloYzJhYNR+RyHzYnzo3VfGG340x67hbwaUXd3nyLNIOf1zzgUudZaDaBZLfN/rluLen78RzSDXO4P+zRh+a83zc71zXK0ZV0f6mQYBcyBAgAABAgQIECBAgAABAgT6L6BCAgQIECBAgACB2RbIVLA9FDE4GZ/2OctxnwetRuTnElux3ZjDwIgSMfp3ZzNs7A7Fr73+VLz3H0t0wxJl9PPTGQjXkDi8JiNQ0j+iLHfxnT9+PD7vobnezemIui6Rr8G1EWUzDo4xvbb+ksbUm24IEDg4ASMTIECAAAECBAgQIECAAAEC/RdQIQECBAgQINAPgUEt40hE6eLrnnVZDFaujcFCbL7GHAaOOu0yEqwt2tg4dVl837dmCDmsgXBOpF3JWzKkzHfbhAQqbzmVIfBafPsrjsTnf0UXXbk+oq3+h24xaK5L1HaL0zv4mKu9g7vdSoAAAQJTKWBSBAgQIECAAAECBAgQIECAQP8FVEiAAAECPRIYfeEz35oSH/Xxg3jgly7G6vq10eWpGH07dG8B4LlS2Vf9CejcRf3G7+B0/O3bVuP/96aMCdvt1PncJ3was0C1jxr0ZhK8cCKe8/JD8YgnLEe3dH20dU22vw08Cn7rzdttd/PIld3dg54iQIAAAQIEpkLAJAgQIECAAAECBAgQIECAAIH+C6iQAIG+CYwSutFb1F9+/rqnH4tDR4YRg9WstIZ/uRvrVqJmjE0Gvk27FINmIV713cM4c11E163nW3hNUiD5oy50LOYoR7KV+KZvX4pHP3kl2uFCthLtKPzNv4E8irpYoxa7em39Ze3qWQ8RIECAAAECBAgcqIDBCRAgQIAAAQIECBAgQIAAgf4LqHAeBC6/a8Sjn3Q4unI6oj2UJZds49pqXxkJlhos574Gkd1KXP/hYbzyJScjSv3acb0WXpMSqEtwU99bH3IpHveti/HUF+d6L94Yo7y3y4C4ttGH2PUru971sx4kQIAAAQIECBAgQOCgBIxLgAABAgQIECBAgAABAgQI9EagRoJf8fjDccXd1qJt6rdAtwLZqK96XFs93murI0U0XZNtOX7rjevx9j+uoWPZa8eev7C2oQ8AABAASURBVCiBGrZnK9m27v+yx0e87PXHYnDouhg2J6M969rWLTveCYB3TOYBAgQIECBAgAABAgQIHKyA0QkQIECAAAECBAgQIECgfwLLhyK+9qmHoxkFgFuBbFf3NfzdbmOsO/teWTweP/zCE7F+egL9j3Gqve2qrVFtE592v4gf+blL4/K7nI6uLkV0+V8bke+bbWcCtdedPeFuAgQIECBAgAABAgQIECBA4KAEjEuAAAECBAgQIECAQB8Fas67MIwHf9XRuOcnn4quWYubvyM6oTivdNG2Jd71T0vxMz/UxsbGxm6yxj6uxgRrqmtZ29YQ9bCufdmIT/z3TfzYm+4YH/VJq9EtnIzVjWuja7qtVqIrmy1yX0rJ3W232u3WCHazK2DmBAgQIECAAAECBAgQIECAQP8FVEiAAAECBAgQINBbgQz6IgYRZRjf/LxLI5rViCijLZO/DGbzWv0cE3h1i/ELP/2++N9/lePVb5/WNoFhdHlbAhV8bXTx8rueiR/91eX49PueieVDuR71fwNoc+3rLaM78k9ha3+hnQD4QjquEZgFAXMkQIAAAQIECBAgQIAAAQIE+i+gQgIECBAgQKDnAhn25RbNMD75c0o84KGDGLZr0bYxalHOSgDHIXFOfznw2pXxyhedjhwyuuE4BtDHhQVqRFtbvSv943Bs5vuDOHxJEy/9ySviq564lPHv6SiZ/0Yu/+ZPQ8dFvbZ7vqib3USAAAEC0yVgNgQIECBAgAABAgQIECBAgED/BVRIgAABAvMksBg17P36Zx3JIHCt5n7R1XwwJvvqhoP4x7d38cbXnIgiPZws9oV6H9b1X4tY3oive9bRePFrDsXi0Q/k38DOUnlLeCFk1wgQIECAwPQKmBkBAgQIECBAgAABAgQIECDQfwEVEiAwdwI17W3ijnft4lHf3EVZOD0SaPO9ttyNfasjRmTvG4fi9S8fxP/92zyODBy77aHq5+1j+4kKDGrvi1EyhS+DLu7zRQvx2t8+Hne6x4fzb2G4+e3sm9al3nv+JgA+v4uzBAgQIECAAIEpFjA1AgQIECBAgAABAgQIECBAoP8CKpxngTIo8YhvOhZXfOSN0TWZ+G2mtBMhGXVdSpRuMdZXm/je534g2tVMIst6jldb7myTFyjbQ5Rocz26pkTJ9hH3OBSv++0r4gFfthZlYW37pgvuBcAX5HGRAAECBAgQIECAwJQJmA4BAgQIECBAgAABAgQIECDQe4HSDGNhKeJZ331JlKVropSIGgaWUvK4xPheXXbVxSBKDLLbhbIU//p3V8SPf//1ERuLEXm5i9UYHeS7bX8ESq5HbdujLR7t4rk/dCie/tJhLBy9JlY31qLNxWlLrky27fs2910IgDclvBMgQIAAAQIECBAgQGDqBUyQAAECBAgQIECAAAECBOZFoIsoXXzm5y3GvR+wkMcbkVFfdG2+t3ktP41nq+lhtvpt32Y1h8zjbiF+7afX4+1vW49oFzJmzP14BtPLRQrkKmQEfNbNGfzHwno85FGH4tW/cnl87CcsRZTNv4nIV9d10dU/jjyOMhQAVweNAAECBAgQIECAAAECBAhMuYDpESBAgAABAgQIECAwVwJNZPIaUZp42ncdjUsuz3B2cDpDvogYfe0z92PbSkSXgWK3mD12GQK30a0eie//ljNx6toSTXs84tw4MrwmK5Arcq54PRH1fwSIuMcnR/zY70Q85NGr0SyciDI4k38qJdoM8LtumH8j6wLgyS7PpHvXPwECBAgQIECAAAECBAgQINB/ARUSIECAAAECBAjMq0C7sRF3vMtCPPIJGfCtL0RXMuBr1iJT2hjvqyaMtdVeS4aPK/G+d67HK19yOvJD1FdX37QDFCibY+euZBb89Jccje9/3ZG49Mrrox1cE91wOaI5k/cUAXB4EZhVAfMmQIAAAQIECBAgQIAAAQIE+i+gQgIECBAgQGBOBZqIUqIZZNLXRnzF1x+JT/iMk9HFmehGIV/k6+xI9uzjvLTHretKRHss3vzLa/Hnb8m+c8sze+zV43sWqItQ2mgWN/LvIOJT79vEz/7eneIBDzkWMbg+Rj8DXfwE9J6ddUCAAIGDEDAmAQIECBAgQIAAAQIECBAg0H8BFRIgQIAAgZFA6aJbXI0nveBYDJbyuMtQOKPgqK0GtXV/Uxs9MZ63bjEWBovx3c+6Md7/rrXx9KmXMQg02UeJqN8EbzZiKbPf571yKZ7/I8fjkiuGMYzWN4BTyEaAAAECBGZJwFwJECBAgAABAgQIECBAgACB/guokAABApsCJXelRInF+KRPX4gvfWyJ+u3ctjkdbQbDeTW3km2cWxdRhtkyYm6X4/QNy/E9z7wm2tORr7yW77aDFShlECX/JqIsxCjtzUz4fg8bxM/90aXxJY9dG5062BkanQABAgQIECBA4CIF3EaAAAECBAgQIECAAAECBAj0X0CFBM4jUPLcIOLxzzkSd/6oDGeHRzOdzfCvhsD1W8BdXsxIMO8a45bj1D67xfinv7k83viaMzlm7X413wTBiXDAW/2j2JpCBsAx6GLp+Go87bsuFwBvsdgRIECAAAECBAgQmG4BsyNAgAABAgQIECBAgAABAgT6L3DeCmvYuhFR1mL5SMSTnr8csfih6LqNbBkCljav1bC23hcTeJXYOLUUr//hLv7Xn+VYbY4/Cp0nMJQudylQ177NuH45SgbBzS578RgBAgQIECBAgAABAgQI7JOAYQgQIECAAAECBAgQIEBgngUy5O2WEmAp2nYj7n3/xfiiRxyKsnBj1C8AR1nPa3lPvsck/i3g2md2320cihc9+UTc+KHRQFtvNXjcOrTbs8CuO2hzgeJEPl7/Fm70DeCUsBEgQIAAAQIECBAgQIAAgWkVMC8CBAgQIECAAAECBAhE1HwvIppmIcpKxDc+50hc9VER7WAYbTRR/z3gs1vU0Dbv391Woum2W5PHteXYEXHNh9bju5913Wb3bZ7Ynlg91A5OYPSV3+M5/kK2Y/kXkTvbrAmYLwECBAgQIECAAAECBAgQINB/ARUSIECAAAECBAgQOL/AsSsinvr8SzKVvTFvGKV/uR/nVrKz2nIXmfQ26xHNRgzXl+PP/vBU/MIr6k9O12va9AiUnMpmm8RfRHZuI0BgYgI6JkCAAAECBAgQIECAAAECBPovoEICBAgQIECAwIUE2i7u9YAmHvwVC7G4lOHsnr7xe6GB6rWME7tBjrARg1iKwcZd4mdePoy//sMuYiPytZbNNk0CuWLTNB1zIUCAAIELCbhGgAABAgQIECBAgAABAgQI9F9AhQQIECBA4HYFmgxfBxFPfsHRuOSK4Vm312+A1o/b+3o8hjbMSLFbiFK7zaHXVpt42fNujHf/v/zQbZ2s3xTOmHgMo+lijwK5WnvsweMECBAgQIDAfggYgwABAgQIECBAgAABAgQIEOi/gAoJECBwYYGatZYMXWMtopyJlUsjnvk9S1GaEm2biXANY+s+xvzKrkssRJMh8KBpo2mauPo9i/GDz16L1ROLOdjpbDWIrhPMQ9uBCgiAD5Tf4AQIECBAgACBixFwDwECBAgQIECAAAECBAgQINB/ARUSuFiBEl2sjFrbRdzrgYvx0EcPoyycjCjDbG1M7lUD3hy/rfsu/ufbbojXvPSGiOGhHHKQzTYNAgLgaVgFcyBAgAABAgQIECBwWwLOEyBAgAABAgQIECBAgAABAv0X2GGFXca/mf3GYKE+uBbf9Lyl+Ih7RHTNWrb1rav1Wr2r7sfTSmmiZPY7KG0MoonFuDx+6w0l/vubMnTeaGL0K9CxHpEzyDfbAQnkShzQyIYlQIAAAQIECBAgQIAAgQsKuEiAAAECBAgQIECAAAECBG4t0EWJ67J1sfnqYvFQF9/2Q0ubgXC7nKczpc07otQwNj+Obcsxa5/1m8bdUvbaRNk4Ft/7nOvi//ztWn7OrRts5r95a8RGnrDdnsC4rzfj7lB/BAgQIECAAAECBAgQIECAwJ4FdECAAAECBAgQIECAAIHbECgZ7V6arWxdX46yMIxP/PTF+PqnL2QIvBZdXm1rSFvvqP8ucN3vonVdF+e2zHbb+rXjGjFujl+/Ebxx+vL4zicO44PviRiu5fk6ZlcHHMbmt4LrsbZfAnV19mss4+xZQAcECBAgQIAAAQIECBAgQIBA/wVUSIAAAQIECBAgQOD2BDJkPfuWLkPZPPXwbxzEJ9/rVESzGlFORdcubQawozA2xvQqEfVbvhkyb3dYMnG8+r0RL3nyRnQbeb3kgLmLek9TvxmcQXB47ZdALsd+DWUcAgT2JOBhAgQIECBAgAABAgQIECBAoP8CKiRAgAABAgQI7EZg9LPMEQuHB/Hcl10aR+5wdUavKzEKghfORNRANsb5Kud0VrtvhofiH/4q4oe//XQGxCW6+m8BjwLoDKFHgfE5j/gwQYFmgn3rmgABAgTGJKAbAgQIECBAgAABAgQIECBAoP8CKiRAgAABArsT6PKx+i3b3OXhlfeIePb3XBHRrEUpw81vAUfJi5Pa2oitAHp9rcSbf3kjfunVp6N0ixFNXot8lWy2fRMQAO8btYEIECBAgMCuBDxEgAABAgQIECBAgAABAgQI9F9AhQQIENiDQE1Xj2w+nwFwtF3c5wuW4iFfNYhSlqIbNrkv57TNm8f5XqLrulhocpz2ULzm+z4cf/UHw4gcO5ocp84rd7b9Eajk+zOSUQgQIECAAAECBHYo4HYCBAgQIECAAAECBAgQIECg/wIqJDBOgc2ktSw28ZQXrsTdP3ohFhbH2f/5+sq48RY/8TwoR+MFTzwZ//S361ED6fM95dzkBHJFJte5ngkQIECAAAECBAgQ2KWAxwgQIECAAAECBAgQIECAAIH+C4y7wlIiassceHC0ixe+JmL5+MnoShdtXqqty32M/VVy2M3WlEE0w2OxceJ4vOgb27jm3SUi53NOG/v4OjxboDn7g2MCBAgQIECAAAECBAgQOHgBMyBAgAABAgQIECBAgAABAnsWyKT3rp9Q4lkvXY5oTmV3mylsRsFbx7mbxFaHqT/9PNiID72/iWc/7obo1rYHqhe3j+0nJSAAnpSsfgkQIECAAAECBAgQIECAwM4FPEGAAAECBAgQIECAAIHdC5R8tLbcxdb+c79kIR7yNU0Mo4bAw3oluiYjwvrv9ZYSpdy6jW66wFv9937P10aPlHwfZKs/C90txnv+6VA893FnNkPgsjn+Td8Gztts4xfI1R1/p3oct4D+CBAgQIAAAQIECBAgQIAAgf4LqJAAAQIECBAgQIDABAQyDfzmFx6Kj/uUmsrWlidymMl/F7cmwXWgxXjbHy7F9z6tjRjW8fOcbaICmys80SF0ToDAngQ8TIAAAQIECBAgQIAAAQIECPRfQIUECBAgQIAAgXEK1Oz1rNasbMTzX7UYRy67MaLpYvTt3bZGwLXFxF+LCyWv/0taAAAQAElEQVR+/9c34sdfcjJy8ImPN+8DCIDn/S9A/QQITLWAyREgQIAAAQIECBAgQIAAAQL9F1AhAQIECBCYrEAXpXRxl7tHPOf7jkaU+lPQka82otSfZM59TPjVlRiUpfiVnyzxxpevRezDkDHHLwHwHC++0gkQIEBgqgVMjgABAgQIECBAgAABAgQIEOi/gAoJECCwDwIlSixGMyjxH76gicc+PYcsq9GVjei6msTuQ1xY6pgRpTsSr/vh9fij39qI6GLrVeewdWg3FoF9WNGxzFMnBAgQIECAAIE5ElAqAQIECBAgQIAAAQIECBAg0H8BFRLYZ4EuY8EyjEd+0+G47xeuRSlt1GD45iB28vOpmW/XHomXPvuG+B9/sB6j/DnqN5LrlcmPPy8j5ErPS6nqJECAAAECBAgQIDADAqZIgAABAgQIECBAgAABAgQI9F9gXyvciChrm60dxMKhEs/63uNx53sMIwbD6Jrc72cKnLHzxqk7xAufcE38xe/n2BkId5n/dvUtvMYh0IyjE30QIECAAAECBAgQIECAwN4F9ECAAAECBAgQIECAAAECBMYvsBDRLmW3GQRn0Fqz3iN3GMZLf+pwNEvX5/lbxIX1njw7ia2MOs0BypkYrh+K73jKh+Lv/qyN6PJKnh5dnoO3SZd4ixWd9HD6J0CAAAECBAgQIECAAAECBM4j4BQBAgQIECBAgAABAgQmJzBKBA9FDHKIpovSnIm73qOJF73qSHSD66Nt1qLLS5FZbN2VUqKU2271ngu1+m3e87Vouyg5RtcuR7dxLDZOXhnf+eQm3vV/uhhulM0uu82d990LjJZ79497crICeidAgAABAgQIECBAgAABAgT6L6BCAgQIECBAgAABAvshsBWwRu67pai7z7rfSnzDM45G5IfRLzDXn4Mu+5DAjr7xW6LNMPjaD0Z8y2NviGveE/nKE2U997a9CAiA96LnWQKTFNA3AQIECBAgQIAAAQIECBAg0H8BFRIgQIAAAQIEDkKgLMbo28ALXXz1Exbi8x6yEV1zJqLJ8LUMc0aTDYFrQDlqOUyXme/V7zwUz31cxAf+XxNdW6/kFGy7FiC4azoPEiBAYHICeiZAgAABAgQIECBAgAABAgT6L6BCAgQIECBwoAIZvkaUiOUuvvUHDsfH/9tBtN1StkHUbwN3UYPgyNfoxtxPaMsEuGm6eMc/nYynPer9cfW7ck4TGmpeuhUAz8tKq5MAAQIEZkXAPAkQIECAAAECBAgQIECAAIH+C6iQAAECBy9Qc9aaFOZ+8egwXvjqxbjyrvVbwKsx7EoGwW1kNhtdc23OdXIhcBNNxtALMYiVuPqdd4ynPbyL974jx97oossJdNs5dM7CdnECzcXd5i4CBAgQIECAAIHJCxiBAAECBAgQIECAAAECBAgQ6L+ACglMo8Ba3OmjIr7npw9FWTwdkXlvbpsT3bgs95kS5/sktzrCwmAhPvi+Lp77ddfG+/6lnslZNO0kh+1l3wLgXi6roggQIECAAAECBGZOwIQJECBAgAABAgQIECBAgACB/gtMZYUZtLaHRqHv3T+xi+/7qWOxfPTGiHYx2ljPLDhbNxx9G3dS0x+UJmobrg2j/vL0e/55MZ772PV4/zsGUUKcGTt8EdshmNsJECBAgAABAgQIECAwbgH9ESBAgAABAgQIECBAgACBAxXIDLjLuLdrIz7tvgvx+G85FN3gw6MQuOsWc2p5Q77vx1ZKiYWFJt7zztPxjEe/P97//7qbh62Htd18ZqaO9muyAuD9kjYOAQIECBAgQIAAAQIECBC4tYAzBAgQIECAAAECBAgQOHiBzHdLaaJkq1+4/fL/tBBf88RLIhZWo2tOR1vabBkR577LFjGZFLZ+C7jJCXQbR/L9WHzwXy+PF3xdiff8wxbR9rB1X9vWabtzBZpzP/o0HQJmQYAAAQIECBAgQIAAAQIECPRfQIUECBAgQIAAAQIEplAgg9Uu22OfWeLzvjhiYWEpJ5kJcb7XrasX68FEWx2vRNMsxjv+cT2+5XHXxz//dZu5c05sX8aPmX41Mz17kyfQRwE1ESBAgAABAgQIECBAgAABAv0XUCEBAgQIECBAYFoFMnstTRtLh5p43iuW41PvfTKaQRc1+O3adrSf9NRL5rzNVlvIEPiadx+PJz/8XfF3f5In25xgDYFrm/REZrR/AfCMLpxpEyDQTwFVESBAgAABAgQIECBAgAABAv0XUCEBAgQIEJh6gZIRYtmIYbkxXvzjx+Kj7rkQi4tNZAy82TKH3b8auijNRrRn7hrf9o2n4y/+cC2iyxD4pgl0Nx052BTI1ds88E6AAAECBAgcqIDBCRAgQIAAAQIECBAgQIAAgf4LqJAAAQLTLVBz1dpGs8zQd+FYHDpa4ntfH3HF3U5F261HF2fy6n6GrjmhbiHHHMTqycPx/G88E7/7phvyc56PjdyvZtvP+eRwU74JgKd8gUyPAAECBAgQmAcBNRIgQIAAAQIECBAgQIAAAQL9F1AhgdkRqHHqTS1z1kuvinj5zx+NO91lOaI9FKV+Q3hfy8lJ5HhdlBiuH4vve1Ybv/jq+k3gQZ7NOeX5PLBtCQiAtyDsCBAgQIAAAQIECByIgEEJECBAgAABAgQIECBAgACB/gvMWIVdzre2mvPW1iyux2V36+I7f6KJS648E/WnoPOWA9pKNMNj8ZPftx6vecn1Mdz+AnCd8HaL+X4JgOd7/VVPgAABAgQIECBAgMABChiaAAECBAgQIECAAAECBAhMo0D9vm1tN89tcXT4cZ9S4tt+KI8H1+XnNtt24nrLfV6awHbTnLpBRHc4fum1TXznkzKQXjvPYHVKo5+IPs+1fT6138MJgPdb3HgECBAgQIAAAQIECBAgQCCCAQECBAgQIECAAAECBKZWoAattZ07wTyzEHGv+y/HD7zhWDSHPhjt4MZom7VoS5utu6llOnvuozv81HVdnK9F20XJtnktommPxp+8pYlvfcyN8eF3RwzX6nPDzeG7Omge15y6Hs5REwBP1WKbDAECBAgQIECAAAECBAgQINB/ARUSIECAAAECBAgQmGGBEvGp912IF7/yjlEGpyLaA/o3eGvA2+Vk2qX4n39yNJ76lWfinf+8EVHPZSC9KZzXM6DOaHjz45y8C4DnZKGVOQMCpkiAAAECBAgQIECAAAECBAj0X0CFBAgQIECAAIGZF8jktTkVn/WghXjByy+LbnB1VpTn8n2/thpwnt2iLXH1v67EE7746viL32szBM6rTYbBw6XMfrPVn4zer8lNwThZ/RTMwhQIECAw5wLKJ0CAAAECBAgQIECAAAECBPovoEICBAgQINAPgZJlHI7IlPFzH7ocT37RJXl8Is+dHQKX/LyPW8mxyzDa9cvi+U+4Nt74ilPRnRlE5Lmor3o98p5Ry4C4nutxy6XpcXVKI0CAAAEC0y9ghgQIECBAgAABAgQIECBAgED/BVRIgACBfgjUXLe2yLfcalEP+9qVePJ3HImFlfX8mCfbDF7zaP+3knnvcnSrl8drXxrx0meeiWENgZsa/N6Q0e/pnNIwW/83AXD/11iFBAgQIECAwNQKmBgBAgQIECBAgAABAgQIECDQfwEVEuifQI1Ua6s5cP0m8Jc+djEe/c0LEc2NB1hsybE329LCYvzur7bxzEd08d5/znPD4xHdYl6v3/7tfzza/wpzKW0ECBAgQIAAAQIEpk7AhAgQIECAAAECBAgQIECAAIH+C/S0whr+1jYqL/PVsnQmHv3UxXjsMwax0XwouvxvdG3f3+qsNjLsjVhsjsTf/cVaPPOrNuKv/ng1YqMGwDnZesvZbd/nOPkBm8kPYQQCBAgQIECAAAECBAgQOFvAMQECBAgQIECAAAECBAgQmGWBjFFHX/69uYZBRG6PfcbR+PpnHI9oTuWlmrLmbhQG1+OzWz0/iVay05xItzCaX1MW4kPvH8S3PPqG+KXXrG+GwGUt76lzyd2Et4PqXgB8UPLGJUCAAAECBAgQIECAAIF5FFAzAQIECBAgQIAAAQIEZl6gxqy13VzIQsTWicc+Yym+4VtWIhavj/qDy21zJtrSZutuaqOv6MakXlsTKVshb9tGaY/Ea793I57zuKvj1IeWIkqGwTWYznnVXeSr3t1u7XM301sz07PvzeQVQoAAAQIECBAgQIAAAQIECPRfQIUECBAgQIAAAQIE+iqwFbrW8jJ9/OonLsSTnn84YvH9sRm2xsG+2uWI9lD8zVsviW/8kuvif79tEN1GzrltYirmF+N9ZVXj7VBvBAjsUMDtBAgQIECAAAECBAgQIECAQP8FVEiAAAECBAgQmCeBxYgv+/rlePZLroiVwxsHVnkpTTTZBt1CDOpPP3fD+NC7jsYzH/X++NXXrmcoHLFxZnG0jzaiBqflwGY7voFrHePrTU8ECBAgsCMBNxMgQIAAAQIECBAgQIAAAQL9F1AhAQIECBCYO4Em09TByXjwowbxjJccj4Xlk0lQf2Q5d9u/uVwP96N1GenmFjGIyCC4y89rJ+4cr37JajznMdfHjR/KSWxPLQ9v3s578ubLU3wkAJ7ixTE1AgQIEOi1gOIIECBAgAABAgQIECBAgACB/guokAABAvMlULLc2kbfpT0SUUo84MsX48WvXYlu8dpo2/U8ly32+VVqmJsT6xajZBBcMiEdDA7H///3SjzxS7v46z/eyPP1ntMZEke+MsCOjc3jYX6csS3Lm7EZmy4BAgQIECBAYOYFFECAAAECBAgQIECAAAECBAj0X0CFBOZXoEaptWWqGjUL/qwHLsdLX3tpXHrlDdEOFxOmRNeN7sjjCW+j8LeOUfKtttxtbSvLR+OaD7TxjEeejh98zg1x8tqVvFIT39oWIkoGwYMMgqN+jpl5CYBnZqlMlAABAgQIECBAoBcCiiBAgAABAgQIECBAgAABAgT6LzDnFdZot7YRQ81cuzbu9fkL8UM/d8e44m43xNrGakaqXbT156CbEqXUFlv7Evv5KplQL5Zj8eY3HotnfOVqvPPvBxFthtS1gC7n0mUQHHkuZuclAJ6dtTJTAgQIECBAgAABAgRmXMD0CRAgQIAAAQIECBAgQIDAPAhkbBq13VRrBryRZz7qkyNe/vOXxT0/fiWG7XqUpqkRcER9L8PRbustz01uO3tuXR27DtU18X//10Z808Oujp/5gROxcSLvKidj9C3g2NnroO8WAB/0ChifAAECBAgQIECAAAECBOZBQI0ECBAgQIAAAQIECBCYG4GMTjPuPbvcPJNbdCWuukfES98Q8Ymfvh7tsI3hcDWG5XQMY23zgeZklLy3lJL787fNG3f+Xn92urZoY5Tr1l94HrWuixJdNOVwrJ+6Y7zhRwfxjEddH//814cjhhmnZjadl+PmV3fz4RQe5YyncFZzMyWFEiBAgAABAgQIECBAgAABAv0XUCEBAgQIECBAgAABugGIrQAAEABJREFUApsCJTJpjSvvGvHqNx2Lf3+/DHsHbUS3GKXktcjX8Gi+bR3n0WS22v/ZbWuUDKhr0NsND8X//qvD8ZQvH8bP/sh6nDmR10eZ73oenMlW/13g0Yk8nr5NADx9a2JG8yKgTgIECBAgQIAAAQIECBAgQKD/AiokQIAAAQIECBC4WWA7c82EslmOeOnPHI0vecx6NAuno4lD0TWnIwY3pa03P7dPR/UHqZsYxqB00bSLMVxdjNf/yDCe/BXXxT/+ZUS7USK6lZzNYrY8zvdp3JJ3GqdlTgQIEOi3gOoIECBAgAABAgQIECBAgACB/guokAABAgQIELiAQNmIKCWe/j3H4jFPXYnh4NroYinaWIibX/Vbtu3NH/flqManGe7Wocsw8ije+45j8c0PPx0/9uJhDDOjzomeZyb1gf2e63mmkadqBbmzESBAgAABAvskYBgCBAgQIECAAAECBAgQIECg/wIqJECAAIELCdRUtQa9gwxNMwR+zNOX4jtfczRWjp7MpwbRdiW6DF+jrOXn/dzqxGrLMUcp6iCiXY7VMyXataX49dcN4mvuM4w/+vWc10be03XRdasR3Xp0cSpPCIATwUaAAAECBAgQmCcBtRIgQIAAAQIECBAgQIAAAQL9F1AhAQIXK1DKVtg62Ih7P3gxvvdnDsVVd89AtWmj2w5/u1ESe7FdjuG+rTlt91Qz6q3j4UaJaz5Q4kVPHMaLvnE1PvQvZfQz0RGZBnfLeVf99vIw9we77bfYwVZrdAIECBAgQIAAAQIHJWBcAgQIECBAgAABAgQIECBAoP8CKtydQJfBaVmPf/NZC/H9P3M0PuZTz8TCchNthqrdLfLYiExkdzfKrp4qpUQTJQalGbV6vNgcij/9b4N4/BeeiDf88Fp0q4dyWk1EZPjbDfI4D+s0a8vD/d7qTPZ7TOMRIECAAAECBAgQIEBgrgQUS4AAAQIECBAgQIAAAQIECFxYoBsuxnBjNe58z2G84pcOxb0fdCaibNw67q0/DX3rs7Evr5pGj1qO1i7EqRuX4ud/bBCPut/74o9+cxgx3Ap/83Ic1BxzbAFwItgIECBAgAABAgQIECBAgMCEBHRLgAABAgQIECBAgAABArcnUCJKppaDhZWIaGLxyHq84EcuiSd8Wxdtc3UM27Pj1BKlRLZymy32+OpG/7ZvF9v7m7orXcSoRUSJnNRCdBsLcfW/3im+60ldPO3hH45/eXuerxOu99UQOOded/lktPlf3ecdE92ScqL96/y8Ak4SIECAAAECBAgQIECAAAEC/RdQIQECBAgQIECAAAECFy1QA9XRzXnQLUUsrcdXPHExXvazl8Rld74x2nIqA9e8oRtkMFuy7UeUmuNdcKtzrS0j124x/s9fXRKPf8iJ+IFvuzGuf2+eq/82cA2Caxv1U9PgM3m0nm1y868j5wA2AgT2TcBABAgQIECAAAECBAgQIECAQP8FVEiAAAECBAgQILB7gcxUR2lvWY9Pv+9SvPJXj8WnfPqhKM1GrK+3o/B3+9u5db/7gfb2ZMl5lsEwBrVFhtLrgxh0R+K//uyhePTnrcZrXrgWazeUGK5FvRpNLETpViIyLI48ExN6NRPqV7cECBAgcB4BpwgQIECAAAECBAgQIECAAIH+C6iQAAECBAgQ2KtA/aZsxphlI2JwIq78qIiXvbHEAx++FmXxZHSRIXC2vY6y9+dLhrnZckZRcs61ZbC7MFiK0yeX4ld/ehBf/bkn4zd+9lSsn6r3rUde3mxRX119G3tLubH3qUMCBAgQIEDg1gLOECBAgAABAgQIECBAgAABAv0XUCEBAgQIjEWgRpgL2VP9tuzRqFnvwtEz8ayXHo7n/sByLF/y/miWTmeWWqJ+CzdvPMAt59plu2kGm0FwKV103SBu+NBivPyFw3jcA2+IX/+pjVg9maFvbu2wPpCBcB7X/Lh+GhVaP29+2PX72bPZdSceJECAAAECBAgQuJCAawQIECBAgAABAgQIECBAgED/BVRIgMD4BUqMEt5B5GshSubBn/+IpfiJ/3LXuMvdM2ityXCX9+TVg91q5Frb+WZRYlCOxPv/5Xi88sVd/KcvvjZ+91fOxMZqRHRLESUPMiyO0StrKifzaG8p8G3NJDu2ESBAgAABAgQIECCwZwEdECBAgAABAgQIECBAgAABAv0XUOEEBTIUrUFvLETUoHSwGnf5uIif/J1L4v4PPxXdYD1qBtxmDlxbPY4peZUyiJKt6QYxqHPaOBzv/adL4nufcSKe+JD1eMsvZhB8cjmD4Jx8V0PfrLE9knfm53zf7dbs9kHPESBAgAABAgQIECBAgMCFBVwlQIAAAQIECBAgQIAAAQIE9ipQ48za6m8mZzA6zMA0M+HBShvPednReNGrmyiLN+QgG9kyS40apNaWH/cpDc6Rztlylmd9zrk06xEZXEfJiY/C4OPxrndsxA9825l4/BffEL/6kzfG+smSz2QNdZdHm1s+e1M99bgabF650HtzoYuuESBAgAABAgQIECBAgAABArsS8BABAgQIECBAgAABAgQIjFVg9B3aGH2VtumilBKxFHHvhwziZ3//eHzyfziRUempWMpzbXNm9J3hsQ5/Vmdd18X5W+T5vDFz3pr1ljbnWY+HgyjDxbyWc85ZRrcY7UYG2WvH493/eCRe+cJBPPb+N8Yv/9harJ7I52vOm8+13Zm8ezVP1HY69122298EwLdvNMY7dEWAAAECBAgQIECAAAECBAj0X0CFBAgQIECAAAECBAjsm0Bmqld+dBcv/anj8ZinlGiba3LojECbDE1LJqn1W8C15dnJbzmZ2G63HC3PZ36b2XEGwXkt59RlK9Fkpn04rnn3sXj1dzXxyP/4vnjtS2+Ia98X2VP9SegMiqO+6j4/R9Z0Oy2rrw9oBAhMXMAABAgQIECAAAECBAgQIECAQP8FVEiAAAECBAgQIDB5gSbD1NpylylpdG2J5SNNPO5bD8UP/vzxuPNH1pB0PefRZMutZPKau/3dtiZXJzhqkVHvrVvJuQ9KRJ3ioF2JG95/Vfzyj5d4xL0/GD/4Lavxjr/rottYiehqLW3uB7duGSHHWa3eGV4ECBAgMFkBvRMgQIAAAQIECBAgQIAAAQL9F1AhAQIECBAgcEAC9Zu+o2/8dvEJn9HFT/zXI/HFjxpEO7g+2mbjgCZVhy35VlvubmsrGU7XW5oMrUfJbYlueCy69TvGb//iQnzDF304nvmItfizN7fRruYNeXuc3Wq/Z3/O47yrntUIECBAgACBCQnolgABAgQIECBAgAABAgQIEOi/gAoJECBA4AAFShlEiaWcQYmmWY6V4xFP/+7D8bKfPhZX3u3D0UaGwE2JkiFr6UpM1ysT25xhRBOD0o5aadqcaxdNN4iF7ni8/c8H8fxvKPGY/3gmfuEVZ+KGq7OCzIu7jS66LmurAXie2t6a7QN7AgQIECBAgACBcQvojwABAgQIECBAgAABAgQIEOi/gAoJEJgOgXLzNGoCuhDxaQ8YxE/81yvjQQ/fiMHyDRFtnhys5X1dtmnZ6rzrhOt+c043H9XP+SmD4Oia+OA7V+LHX1ri4fc6Gd/5xNPxV3+0EaXLmrqsJ8PjKBsRZTWj5PAiQIAAAQIECBAgQGDsAjokQIAAAQIECBAgQIAAAQIE+i+gwukUyMx0+2eSj9xhPb71hw7Fd732UNzhLqdj2A2jLZkF58zbrZa7s7YMU8/6dBCHJafQZBtE/W8hBnliMFjPktZisVnOnPdI/MmbF+NbHn1DfM1nr8Uvv2ojPvTOJrph/fnoEAAfxKIZkwABAgQIECBAgACBfguojgABAgQIECBAgAABAgQIEDhggdE3YldzEoOIQRefef/F+Ln/fige+phhRHNjZIqaLSIyXI3RKxPXjFgj8vpoPzp5wbfJX8w5lbWI2rrFKO1SjF7Neu7aWF64PK5531L855ctxiM+54PxvK89E3/4pkUBcOrYCBAgQIAAAQIECBAgQIDAuAT0Q4AAAQIECBAgQIAAAQLTIlCWMuxtbprN4HDEU7/7aLzyTUfiYz7twxHldJQMituuRNtk0Bolz2XoGvv76rr6b/nWFpGH57Z2Mbra6oX6teAMrLt2MDrXtvlMto31Jprh5fG2P1iK7376mgB4f5bPKAQIECBAgAABAgQIECBAgED/BVRIgAABAgQIECBAgMD0CNTgNwPd0YS29/khT3/CZwziR37+ivhPz1mMhUPXRQxWIzZW8mKJGH3LNvf5af+3Ou52O3v0eu5Cn/NahthR/z3gdlkAnBw2ApMV0DsBAgQIECBAgAABAgQIECDQfwEVEiBAgAABAgQITK9AzU/PaSVWjjbxlU8exE//zh3jcx80iGZxPdbX16Npbq+M/fqG8NkTvvCc6pRv2S78hKsECBAgsGsBDxIgQIAAAQIECBAgQIAAAQL9F1AhAQIECBAgMGsCbXRlNaJt46qPGcZzXtHEC141iLt+7DBiMc9HDXm3W9a2fVi/ZRvt1oncTXyrIfDOB2l2/ognCBAgQIAAgYsQcAsBAgQIECBAgAABAgQIECDQfwEVEiBAgMBMCjRRYinKYCFn38Ty0Yj7PnQ1/vPvrMTXPqPNz2sRg2Feq8lv7tqSYXG2PJyFrZmFSZojAQIECBAgQGC2BMyWAAECBAgQIECAAAECBAgQ6L+ACgkQmG2B7UA3912NTFdi8VgbX/2UQ/Ha31qJ+37hekRzOtv1EYMMgmsgXNqIrobGZapLr9VM9QRNjgABAgQIECBAgMBMCZgsAQIECBAgQIAAAQIECBAg0H8BFfZIYBhRNiKT3Sglg91mI+58z4gXvGYlXv7Lh+KjP7mJbrAaXWmijWxN3p9333rrtk5t77c+HsBOAHwA6IYkQIAAAQIECBAgQKCfAqoiQIAAAQIECBAgQIAAAQIEZkygG0S0CxH1W8CjIDjnP6jf/m3jEz6zi9f816Px3O9fikuv+kBEWcu2GpFRcNz0qoHvVusyQI6t45uu7/+BAHj/zY1IgAABAgQIECBAgAABAv0TUBEBAgQIECBAgAABAgQIzKJAzWxrYlr3kUFwZCBcf+Y5g+GykMdNEw94ZBNv+O9XxRNfeDqWj10TZenGWO9OR9fWhzYiypm4+XVTZzef2uejOoN9HnKehlMrAQIECBAgQIAAAQIECBAg0H8BFRIgQIAAAQIECBAg0A+BGujestXK2lg+2sWXf90l8fO/f7d42KMPxeGjG1Ga9Yh2KWJ4OCID4yhd7vP50TeB63MH0wTAB+Nu1HkQUCMBAgQIECBAgAABAgQIECDQfwEVEiBAgAABAgQI9E8gM9y4qW1kfW22EmUh4vhVEU940XK87nePxxd81XosHrk22sH10Qy2wt+S95Zh3p+f8/0gNgHwQagbkwCB3gsokAABAgQIECBAgAABAgQIEOi/gAoJECBAgACBeRDI1O9MNoAAABAASURBVLf+LHRkqFu/4VtLLhFXfGTEM192OP7z79wh7v+wLtqFD0X9Reh2cGpzn/dlFBy1xejfBc4To23ywbAAeATtjQABAgQIjE1ARwQIECBAgAABAgQIECBAgED/BVRIgAABAnMlkIlv/UpwyX1NV5uMdWtb6OKqj+viea84Fq/81Svivl98YzSLaxGLN8ZG10abiXCXeW/brGYQnAejn4bOIPmcQHj8kM34u9QjAQIECBAgQGBeBdRNgAABAgQIECBAgAABAgQI9F9AhQQIzKfAWbFq5sA1D950yGC3aeLjPj3iha86Fq/+9UvigQ9bjOXjH4qu2diMettDcdP97WLEKAiOib3OmunExtAxAQIECBAgQIAAgf4LqJAAAQIECBAgQIAAAQIECBDov4AKCdxKYCsNrruFiHv+m0E85wcPx2t/68r4im+8IZpD74thORNRSnSDDIsXT+Vx7uO2Xhe6dlvPnHteAHyuh08ECBAgQIAAAQIECBDYsYAHCBAgQIAAAQIECBAgQIAAgf4LnL/CTH5rZtvm1dyXTF9L08bdP3YYT/6Oy+KX/+Qu8WWPW4/Dl5yI6LrIWzZvHB3VT7XlqZu2+rm2m07s+CCnsONnPECAAAECBAgQIECAAAECBAhsCngnQIAAAQIECBAgQIAAgbkTqBFrbRn+1trrLj/W8Ld+jBjkbjEiz93hqoinvvhY/MIfH4snveiGuOyqG2I4uD42uvpN4PWIki3y1ZYMiLNFbTUAri3P72LLYXfxlEduR8BlAgQIECBAgAABAgQIECBAoP8CKiRAgAABAgQIECBAgMDtC5TMgw9dEvGwr700fvb3rooXveJ4fNy/bfPBbGVjM/htMgguq3mubjUErq0e77wJgHdu5gkCFxZwlQABAgQIECBAgAABAgQIEOi/gAoJECBAgAABAgQIXIxAzXFrq/dmELx0rI37fslCvOa3jser3rQc9/mCU7F09JpYXT8RXddEF+vRdu2o1Ucu3Oq3hLfbzXcKgG+2cESAAIE9C+iAAAECBAgQIECAAAECBAgQ6L+ACgkQIECAAAECOxGoEW2UfG82IurvRNeEdjHiY+/VxHf8+BXxc390eTzhuYfiirudiW7xg9GVYeTd0UZkq0d5cPbWZaJc20131Xtq27ypdr955J0AAQIECBDYi4BnCRAgQIAAAQIECBAgQIAAgf4LqJAAAQIECOxYoGReW2oAHIOIPB617bw2T11yVcQjn7ESr/+DY/HiH7syPv1z2yjL1+e9wyhNG10pGQRH5EFEmx1sPxt5UNp6IdvNmwD4ZgtHBAgQIECAAIFdCniMAAECBAgQIECAAAECBAgQ6L+ACgkQILAXgRrLZnhbu6i72upxbfU4g96FoxH3+cKl+P43rsQv//ll8cin3BhX3i2ia05ENGciyjBbxChAjvoq9WIe5D7ft7c60vaxPQECBAgQIECAAAECOxVwPwECBAgQIECAAAECBAgQINB/ARUSmKhAl71vxbZlNUqzHpde2cU3PPvS+Lm3DuJ7X7cS9/vSNsryyVjvTkU32MhWvxk8iK4sZMt900TXlFHb6in7tBEgQIAAAQIECBAgQIDAjgTcTIAAAQIECBAgQIAAAQIECPRfYPIVrkfUDLi2WM7hFvJz/VZvtqaLz/i8hfjWlx2O//K24/HcH+ziEz5lIZqFUxFlI25+1YdrixAA36ziiAABAgQIECBAgAABAgQIXKyA+wgQIECAAAECBAgQIECAwJgEFmP0s84ltl5NlCYPB9maZnS8eKjEocsiHvzII/Hy31iP1//B0fj6Z6/FR3z8+2M9romNuCHashptZsBNPmYbm4COCBAgQIAAAQIECBAgQIAAgf4LqJAAAQIECBAgQIAAAQLjFLgp+b1wp/W20kaz0MSd7hHxyKcejp9+853iZ/7b5fHob+7ibh+9EF2cCQHwhRldJXDxAu4kQIAAAQIECBAgQIAAAQIE+i+gQgIECBAgQIAAAQL7LTAKfnPQ0T7j3ZIHZRhR1qMsrcfdP2k9vuG5x+Knf38hfuLNywLg8CJAgMAYBHRBgAABAgQIECBAgAABAgQI9F9AhQQIECBAgACBAxfocgZdhsDtIKJbzLaULfcxiC5z4Xt+SgiAk8hGgAABAgT2IuBZAgQIECBAgAABAgQIECBAoP8CKiRAgAABAtMhULamkRlw1OOzWlPP5cnRbus2OwIECBAgQIAAgR0JuJkAAQIECBAgQIAAAQIECBDov4AKCRAgMGUCNfQ935S2zguAz4fjHAECBAgQIECAAIHbE3CdAAECBAgQIECAAAECBAgQ6L+ACgnMoIAAeAYXzZQJECBAgAABAgQIEDhYAaMTIECAAAECBAgQIECAAAEC/ReY1QoFwLO6cuZNgAABAgQIECBAgAABAgchYEwCBAgQIECAAAECBAgQIDDVAgLgsSyPTggQIECAAAECBAgQIECAAIH+C6iQAAECBAgQIECAAAEC0y8gAJ7+NTLDaRcwPwIECBAgQIAAAQIECBAgQKD/AiokQIAAAQIECBAgMCMCAuAZWSjTJEBgOgXMigABAgQIECBAgAABAgQIEOi/gAoJECBAgAABArMkIACepdUyVwIECBCYJgFzIUCAAAECBAgQIECAAAECBPovoEICBAgQIDBzAgLgmVsyEyZAgAABAgQOXsAMCBAgQIAAAQIECBAgQIAAgf4LqJAAAQKzKSAAns11M2sCBAgQIECAAIGDEjAuAQIECBAgQIAAAQIECBAg0H8BFRKYYQEB8AwvnqkTIECAAAECBAgQILC/AkYjQIAAAQIECBAgQIAAAQIE+i8w6xUKgGd9Bc2fAAECBAgQIECAAAECBPZDwBgECBAgQIAAAQIECBAgQGAmBATAe1omDxMgQIAAAQIECBAgQIAAAQL9F1AhAQIECBAgQIAAAQIEZkdAADw7a2Wm0yZgPgQIECBAgAABAgQIECBAgED/BVRIgAABAgQIECBAYMYEBMAztmCmS4DAdAiYBQECBAgQIECAAAECBAgQINB/ARUSIECAAAECBGZRQAA8i6tmzgQIECBwkALGJkCAAAECBAgQIECAAAECBPovoEICBAgQIDCzAgLgmV06EydAgAABAgT2X8CIBAgQIECAAAECBAgQIECAQP8FVEiAAIHZFhAAz/b6mT0BAgQIECBAgMB+CRiHAAECBAgQIECAAAECBAgQ6L+ACgn0QEAA3INFVAIBAgQIECBAgAABApMV0DsBAgQIECBAgAABAgQIECDQf4G+VCgA7stKqoMAAQIECBAgQIAAAQIEJiGgTwIECBAgQIAAAQIECBAgMFMCAuBdLZeHCBAgQIAAAQIECBAgQIAAgf4LqJAAAQIECBAgQIAAAQKzJyAAnr01M+ODFjA+AQIECBAgQIAAAQIECBAg0H8BFRIgQIAAAQIECBCYUQEB8IwunGkTIHAwAkYlQIAAAQIECBAgQIAAAQIE+i+gQgIECBAgQIDALAsIgGd59cydAAECBPZTwFgECBAgQIAAAQIECBAgQIBA/wVUSIAAAQIEZl5AADzzS6gAAgQIECBAYPICRiBAgAABAgQIECBAgAABAgT6L6BCAgQI9ENAANyPdVQFAQIECBAgQIDApAT0S4AAAQIECBAgQIAAAQIECPRfQIUEeiQgAO7RYiqFAAECBAgQIECAAIHxCuiNAAECBAgQIECAAAECBAgQ6L9A3yoUAPdtRdVDgAABAgQIECBAgAABAuMQ0AcBAgQIECBAgAABAgQIEJhJAQHwjpbNzQQIECBAgAABAgQIECBAgED/BVRIgAABAgQIECBAgACB2RUQAM/u2pn5fgsYjwABAgQIECBAgAABAgQIEOi/gAoJECBAgAABAgQIzLiAAHjGF9D0CRDYHwGjECBAgAABAgQIECBAgAABAv0XUCEBAgQIECBAoA8CAuA+rKIaCBAgQGCSAvomQIAAAQIECBAgQIAAAQIE+i+gQgIECBAg0BsBAXBvllIhBAgQIECAwPgF9EiAAAECBAgQIECAAAECBAj0X0CFBAgQ6JeAALhf66kaAgQIECBAgACBcQnohwABAgQIECBAgAABAgQIEOi/gAoJ9FBAANzDRVUSAQIECBAgQIAAAQJ7E/A0AQIECBAgQIAAAQIECBAg0H+BvlYoAO7ryqqLAAECBAgQIECAAAECBHYj4BkCBAgQIECAAAECBAgQIDDTAgLgi1o+NxEgQIAAAQIECBAgQIAAAQL9F1AhAQIECBAgQIAAAQIEZl9AADz7a6iCSQvonwABAgQIECBAgAABAgQIEOi/gAoJECBAgAABAgQI9ERAANyThVQGAQKTEdArAQIECBAgQIAAAQIECBAg0H8BFRIgQIAAAQIE+iQgAO7TaqqFAAECBMYpoC8CBAgQIECAAAECBAgQIECg/wIqJECAAAECvRMQAPduSRVEgAABAgQI7F1ADwQIECBAgAABAgQIECBAgED/BVRIgACBfgoIgPu5rqoiQIAAAQIECBDYrYDnCBAgQIAAAQIECBAgQIAAgf4LqJBAjwUEwD1eXKURIECAAAECBAgQILAzAXcTIECAAAECBAgQIECAAAEC/Rfoe4UC4L6vsPoIECBAgAABAgQIECBA4GIE3EOAAAECBAgQIECAAAECBHohIAC+4DK6SIAAAQIECBAgQIAAAQIECPRfQIUECBAgQIAAAQIECBDoj4AAuD9rqZJxC+iPAAECBAgQIECAAAECBAgQ6L+ACgkQIECAAAECBAj0TEAA3LMFVQ4BAuMR0AsBAgQIECBAgAABAgQIECDQfwEVEiBAgAABAgT6KCAA7uOqqokAAQIE9iLgWQIECBAgQIAAAQIECBAgQKD/AiokQIAAAQK9FRAA93ZpFUaAAAECBAjsXMATBAgQIECAAAECBAgQIECAQP8FVEiAAIF+CwiA+72+qiNAgAABAgQIELhYAfcRIECAAAECBAgQIECAAAEC/RdQIYE5EBAAz8EiK5EAAQIECBAgQIAAgQsLuEqAAAECBAgQIECAAAECBAj0X2BeKhQAz8tKq5MAAQIECBAgQIAAAQIEzifgHAECBAgQIECAAAECBAgQ6JWAAPi8y+kkAQIECBAgQIAAAQIECBAg0H8BFRIgQIAAAQIECBAgQKB/AgLg/q2pivYq4HkCBAgQIECAAAECBAgQIECg/wIqJECAAAECBAgQINBTAQFwTxdWWQQI7E7AUwQIECBAgAABAgQIECBAgED/BVRIgAABAgQIEOizgAC4z6urNgIECBDYiYB7CRAgQIAAAQIECBAgQIAAgf4LqJAAAQIECPReQADc+yVWIAECBAgQIHD7Au4gQIAAAQIECBAgQIAAAQIE+i+gQgIECMyHgAB4PtZZlQQIECBAgAABArcl4DwBAgQIECBAgAABAgQIECDQfwEVEpgjAQHwHC22UgkQIECAAAF4Yo6jAAAQAElEQVQCBAgQOFfAJwIECBAgQIAAAQIECBAgQKD/AvNWoQB43lZcvQQIECBAgAABAgQIECBQBTQCBAgQIECAAAECBAgQINBLAQHwOcvqAwECBAgQIECAAAECBAgQINB/ARUSIECAAAECBAgQIECgvwIC4P6urcp2KuB+AgQIECBAgAABAgQIECBAoP8CKiRAgAABAgQIECDQcwEBcM8XWHkECFycgLsIECBAgAABAgQIECBAgACB/guokAABAgQIECAwDwIC4HlYZTUSIECAwIUEXCNAgAABAgQIECBAgAABAgT6L6BCAgQIECAwNwIC4LlZaoUSIECAAAECtxZwhgABAgQIECBAgAABAgQIEOi/gAoJECAwXwIC4Plab9USIECAAAECBAhsC9gTIECAAAECBAgQIECAAAEC/RdQIYE5FBAAz+GiK5kAAQIECBAgQIDAvAuonwABAgQIECBAgAABAgQIEOi/wLxWKACe15VXNwECBAgQIECAAAECBOZTQNUECBAgQIAAAQIECBAgQKDXAgLg0fJ6I0CAAAECBAgQIECAAAECBPovoEICBAgQIECAAAECBAj0X0AA3P81VuHtCbhOgAABAgQIECBAgAABAgQI9F9AhQQIECBAgAABAgTmREAAPCcLrUwCBM4v4CwBAgQIECBAgAABAgQIECDQfwEVEiBAgAABAgTmSUAAPE+rrVYCBAgQOFvAMQECBAgQIECAAAECBAgQINB/ARUSIECAAIG5ExAAz92SK5gAAQIECBCIYECAAAECBAgQIECAAAECBAj0X0CFBAgQmE8BAfB8rruqCRAgQIAAAQLzK6ByAgQIECBAgAABAgQIECBAoP8CKiQwxwIC4DlefKUTIECAAAECBAgQmDcB9RIgQIAAAQIECBAgQIAAAQL9F5j3CgXA8/4XoH4CBAgQIECAAAECBAjMh4AqCRAgQIAAAQIECBAgQIDAXAjMeQA8F2usSAIECBAgQIAAAQIECBAgMOcCyidAgAABAgQIECBAgMD8CAiA52etVXpLAZ8JECBAgAABAgQIECBAgACB/guokAABAgQIECBAgMCcCQiA52zBlUuAwKaAdwIECBAgQIAAAQIECBAgQKD/AiokQIAAAQIECMyjgAB4HlddzQQIEJhvAdUTIECAAAECBAgQIECAAAEC/RdQIQECBAgQmFsBAfDcLr3CCRAgQIDAPAqomQABAgQIECBAgAABAgQIEOi/gAoJECAw3wIC4Plef9UTIECAAAECBOZHQKUECBAgQIAAAQIECBAgQIBA/wVUSIBACID9ERAgQIAAAQIECBAg0HsBBRIgQIAAAQIECBAgQIAAAQL9F1DhpoAAeNPBOwECBAgQIECAAAECBAj0U0BVBAgQIECAAAECBAgQIEBgrgTmNACeqzVWLAECBAgQIECAAAECBAgQmFMBZRMgQIAAAQIECBAgQGD+BATA87fmKiZAgAABAgQIECBAgAABAgQI9F9AhQQIECBAgAABAgTmVEAAPKcLr2wC8yqgbgIECBAgQIAAAQIECBAgQKD/AiokQIAAAQIECMyzgAB4nldf7QQIEJgvAdUSIECAAAECBAgQIECAAAEC/RdQIQECBAgQmHsBAfDc/wkAIECAAAEC8yCgRgIECBAgQIAAAQIECBAgQKD/AiokQIAAgSogAK4KGgECBAgQIECAQH8FVEaAAAECBAgQIECAAAECBAj0X0CFBAjcJCAAvonCAQECBAgQIECAAAECfRNQDwECBAgQIECAAAECBAgQINB/ARWeKyAAPtfDJwIECBAgQIAAAQIECBDoh4AqCBAgQIAAAQIECBAgQIDAXArMWQA8l2usaAIECBAgQIAAAQIECBAgMGcCyiVAgAABAgQIECBAgMD8CgiA53ft569yFRMgQIAAAQIECBAgQIAAAQL9F1AhAQIECBAgQIAAgTkXEADP+R+A8gnMi4A6CRAgQIAAAQIECBAgQIAAgf4LqJAAAQIECBAgQCBCAOyvgAABAgT6LqA+AgQIECBAgAABAgQIECBAoP8CKiRAgAABAgS2BATAWxB2BAgQIECAQB8F1ESAAAECBAgQIECAAAECBAj0X0CFBAgQIHC2gAD4bA3HBAgQIECAAAEC/RFQCQECBAgQIECAAAECBAgQINB/ARUSIHArAQHwrUicIECAAAECBAgQIEBg1gXMnwABAgQIECBAgAABAgQIEOi/gArPLyAAPr+LswQIECBAgAABAgQIECAwmwJmTYAAAQIECBAgQIAAAQIE5lpgTgLguV5jxRMgQIAAAQIECBAgQIAAgTkRUCYBAgQIECBAgAABAgQICID9DfRfQIUECBAgQIAAAQIECBAgQIBA/wVUSIAAAQIECBAgQIDASEAAPGLwRoBAXwXURYAAAQIECBAgQIAAAQIECPRfQIUECBAgQIAAAQI3CwiAb7ZwRIAAAQL9ElANAQIECBAgQIAAAQIECBAg0H8BFRIgQIAAAQK3EBAA3wLERwIECBAgQKAPAmogQIAAAQIECBAgQIAAAQIE+i+gQgIECBA4n4AA+HwqzhEgQIAAAQIECMyugJkTIECAAAECBAgQIECAAAEC/RdQIQECtykgAL5NGhcIECBAgAABAgQIEJg1AfMlQIAAAQIECBAgQIAAAQIE+i+gwgsLCIAv7OMqAQIECBAgQIAAAQIECMyGgFkSIECAAAECBAgQIECAAAECKdDzADgrtBEgQIAAAQIECBAgQIAAAQI9F1AeAQIECBAgQIAAAQIECGwLCIC3Jez7J6AiAgQIECBAgAABAgQIECBAoP8CKiRAgAABAgQIECBA4BwBAfA5HD4QINAXAXUQIECAAAECBAgQIECAAAEC/RdQIQECBAgQIECAwK0FBMC3NnGGAAECBGZbwOwJECBAgAABAgQIECBAgACB/guokAABAgQIELgNAQHwbcA4TYAAAQIECMyigDkTIECAAAECBAgQIECAAAEC/RdQIQECBAhcSEAAfCEd1wgQIECAAAECBGZHwEwJECBAgAABAgQIECBAgACB/guokACB2xUQAN8ukRsIECBAgAABAgQIEJh2AfMjQIAAAQIECBAgQIAAAQIE+i+gwosTEABfnJO7CBAgQIAAAQIECBAgQGA6BcyKAAECBAgQIECAAAECBAgQOEugpwHwWRU6JECAAAECBAgQIECAAAECBHoqoCwCBAgQIECAAAECBAgQuKWAAPiWIj7PvoAKCBAgQIAAAQIECBAgQIAAgf4LqJAAAQIECBAgQIAAgfMKCIDPy+IkAQKzKmDeBAgQIECAAAECBAgQIECAQP8FVEiAAAECBAgQIHDbAgLg27ZxhQABAgRmS8BsCRAgQIAAAQIECBAgQIAAgf4LqJAAAQIECBC4HQEB8O0AuUyAAAECBAjMgoA5EiBAgAABAgQIECBAgAABAv0XUCEBAgQIXIyAAPhilNxDgAABAgQIECAwvQJmRoAAAQIECBAgQIAAAQIECPRfQIUECFy0gAD4oqncSIAAAQIECBAgQIDAtAmYDwECBAgQIECAAAECBAgQINB/ARXuTEAAvDMvdxMgQIAAAQIECBAgQIDAdAiYBQECBAgQIECAAAECBAgQIHAegZ4FwOep0CkCBAgQIECAAAECBAgQIECgZwLKIUCAAAECBAgQIECAAIHbEhAA35aM87MnYMYECBAgQIAAAQIECBAgQIBA/wVUSIAAAQIECBAgQIDABQUEwBfkcZEAgVkRME8CBAgQIECAAAECBAgQIECg/wIqJECAAAECBAgQuH0BAfDtG7mDAAECBKZbwOwIECBAgAABAgQIECBAgACB/guokAABAgQIELhIAQHwRUK5jQABAgQIEJhGAXMiQIAAAQIECBAgQIAAAQIE+i+gQgIECBDYiYAAeCda7iVAgAABAgQIEJgeATMhQIAAAQIECBAgQIAAAQIE+i+gQgIEdiwgAN4xmQcIECBAgAABAgQIEDhoAeMTIECAAAECBAgQIECAAAEC/RdQ4e4EBMC7c/MUAQIECBAgQIAAAQIECByMgFEJECBAgAABAgQIECBAgACBCwj0JAC+QIUuESBAgAABAgQIECBAgAABAj0RUAYBAgQIECBAgAABAgQI3J6AAPj2hFyffgEzJECAAAECBAgQIECAAAECBPovoEICBAgQIECAAAECBC5KQAB8UUxuIkBgWgXMiwABAgQIECBAgAABAgQIEOi/gAoJECBAgAABAgQuXkAAfPFW7iRAgACB6RIwGwIECBAgQIAAAQIECBAgQKD/AiokQIAAAQIEdiggAN4hmNsJECBAgACBaRAwBwIECBAgQIAAAQIECBAgQKD/AiokQIAAgd0ICIB3o+YZAgQIECBAgACBgxMwMgECBAgQIECAAAECBAgQINB/ARUSILBrAQHwruk8SIAAAQIECBAgQIDAfgsYjwABAgQIECBAgAABAgQIEOi/gAr3JiAA3pufpwkQIECAAAECBAgQIEBgfwSMQoAAAQIECBAgQIAAAQIECFyEwIwHwBdRoVsIECBAgAABAgQIECBAgACBGRcwfQIECBAgQIAAAQIECBC4WAEB8MVKuW/6BMyIAAECBAgQIECAAAECBAgQ6L+ACgkQIECAAAECBAgQ2JGAAHhHXG4mQGBaBMyDAAECBAgQIECAAAECBAgQ6L+ACgkQIECAAAECBHYuIADeuZknCBAgQOBgBYxOgAABAgQIECBAgAABAgQI9F9AhQQIECBAgMAuBQTAu4TzGAECBAgQIHAQAsYkQIAAAQIECBAgQIAAAQIE+i+gQgIECBDYi4AAeC96niVAgAABAgQIENg/ASMRIECAAAECBAgQIECAAAEC/RdQIQECexYQAO+ZUAcECBAgQIAAAQIECExaQP8ECBAgQIAAAQIECBAgQIBA/wVUOB4BAfB4HPVCgAABAgQIECBAgAABApMR0CsBAgQIECBAgAABAgQIECCwA4EZDYB3UKFbCRAgQIAAAQIECBAgQIAAgRkVMG0CBAgQIECAAAECBAgQ2KmAAHinYu4/eAEzIECAAAECBAgQIECAAAECBPovoEICBAgQIECAAAECBHYlIADeFZuHCBA4KAHjEiBAgAABAgQIECBAgAABAv0XUCEBAgQIECBAgMDuBQTAu7fzJAECBAjsr4DRCBAgQIAAAQIECBAgQIAAgf4LqJAAAQIECBDYo4AAeI+AHidAgAABAgT2Q8AYBAgQIECAAAECBAgQIECAQP8FVEiAAAEC4xAQAI9DUR8ECBAgQIAAAQKTE9AzAQIECBAgQIAAAQIECBAg0H8BFRIgMDYBAfDYKHVEgAABAgQIECBAgMC4BfRHgAABAgQIECBAgAABAgQI9F9AheMVEACP11NvBAgQIECAAAECBAgQIDAeAb0QIECAAAECBAgQIECAAAECuxCYsQB4FxV6hAABAgQIECBAq+aLigAAEABJREFUgAABAgQIEJgxAdMlQIAAAQIECBAgQIAAgd0KCIB3K+e5/RcwIgECBAgQIECAAAECBAgQINB/ARUSIECAAAECBAgQILAnAQHwnvg8TIDAfgkYhwABAgQIECBAgAABAgQIEOi/gAoJECBAgAABAgT2LiAA3ruhHggQIEBgsgJ6J0CAAAECBAgQIECAAAECBPovoEICBAgQIEBgTAIC4DFB6oYAAQIECBCYhIA+CRAgQIAAAQIECBAgQIAAgf4LqJAAAQIExikgAB6npr4IECBAgAABAgTGJ6AnAgQIECBAgAABAgQIECBAoP8CKiRAYOwCAuCxk+qQAAECBAgQIECAAIG9CnieAAECBAgQIECAAAECBAgQ6L+ACicjIACejKteCRAgQIAAAQIECBAgQGB3Ap4iQIAAAQIECBAgQIAAAQIE9iAwIwHwHir0KAECBAgQIECAAAECBAgQIDAjAqZJgAABAgQIECBAgAABAnsVEADvVdDzkxcwAgECBAgQIECAAAECBAgQINB/ARUSIECAAAECBAgQIDAWAQHwWBh1QoDApAT0S4AAAQIECBAgQIAAAQIECPRfQIUECBAgQIAAAQLjExAAj89STwQIECAwXgG9ESBAgAABAgQIECBAgAABAv0XUCEBAgQIECAwZgEB8JhBdUeAAAECBAiMQ0AfBAgQIECAAAECBAgQIECAQP8FVEiAAAECkxAQAE9CVZ8ECBAgQIAAAQK7F/AkAQIECBAgQIAAAQIECBAg0H8BFRIgMDEBAfDEaHVMgAABAgQIECBAgMBOBdxPgAABAgQIECBAgAABAgQI9F9AhZMVEABP1lfvBAgQIECAAAECBAgQIHBxAu4iQIAAAQIECBAgQIAAAQIExiAw5QHwGCrUBQECBAgQIECAAAECBAgQIDDlAqZHgAABAgQIECBAgAABAuMSEACPS1I/4xfQIwECBAgQIECAAAECBAgQINB/ARUSIECAAAECBAgQIDBWAQHwWDl1RoDAuAT0Q4AAAQIECBAgQIAAAQIECPRfQIUECBAgQIAAAQLjFxAAj99UjwQIECCwNwFPEyBAgAABAgQIECBAgAABAv0XUCEBAgQIECAwIQEB8IRgdUuAAAECBAjsRsAzBAgQIECAAAECBAgQIECAQP8FVEiAAAECkxQQAE9SV98ECBAgQIAAAQIXL+BOAgQIECBAgAABAgQIECBAoP8CKiRAYOICAuCJExuAAAECBAgQIECAAIHbE3CdAAECBAgQIECAAAECBAgQ6L+ACvdHQAC8P85GIUCAAAECBAgQIECAAIHzCzhLgAABAgQIECBAgAABAgQIjFFgSgPgMVaoKwIECBAgQIAAAQIECBAgQGBKBUyLAAECBAgQIECAAAECBMYtIAAet6j+9i6gBwIECBAgQIAAAQIECBAgQKD/AiokQIAAAQIECBAgQGAiAgLgibDqlACB3Qp4jgABAgQIECBAgAABAgQIEOi/gAoJECBAgAABAgQmJyAAnpytngkQIEBgZwLuJkCAAAECBAgQIECAAAECBPovoEICBAgQIEBgwgIC4AkD654AAQIECBC4GAH3ECBAgAABAgQIECBAgAABAv0XUCEBAgQI7IeAAHg/lI1BgAABAgQIECBw2wKuECBAgAABAgQIECBAgAABAv0XUCEBAvsmIADeN2oDESBAgAABAgQIECBwSwGfCRAgQIAAAQIECBAgQIAAgf4LqHB/BQTA++ttNAIECBAgQIAAAQIECBDYFPBOgAABAgQIECBAgAABAgQITEBgygLgCVSoSwIECBAgQIAAAQIECBAgQGDKBEyHAAECBAgQIECAAAECBCYlIACelKx+dy7gCQIECBAgQIAAAQIECBAgQKD/AiokQIAAAQIECBAgQGCiAgLgifLqnACBixVwHwECBAgQIECAAAECBAgQINB/ARUSIECAAAECBAhMXkAAPHljIxAgQIDAhQVcJUCAAAECBAgQIECAAAECBPovoEICBAgQIEBgnwQEwPsEbRgCBAgQIEDgfALOESBAgAABAgQIECBAgAABAv0XUCEBAgQI7KeAAHg/tY1FgAABAgQIECBws4AjAgQIECBAgAABAgQIECBAoP8CKiRAYN8FBMD7Tm5AAgQIECBAgAABAgQIECBAgAABAgQIECBAgAABAv0XUOHBCAiAD8bdqAQIECBAgAABAgQIEJhXAXUTIECAAAECBAgQIECAAAECExSYkgB4ghXqmgABAgQIECBAgAABAgQIEJgSAdMgQIAAAQIECBAgQIAAgUkLCIAnLaz/2xdwBwECBAgQIECAAAECBAgQINB/ARUSIECAAAECBAgQILAvAgLgfWE2CAECtyXgPAECBAgQIECAAAECBAgQINB/ARUSIECAAAECBAjsn4AAeP+sjUSAAAEC5wr4RIAAAQIECBAgQIAAAQIECPRfQIUECBAgQIDAPgsIgPcZ3HAECBAgQIBAFdAIECBAgAABAgQIECBAgACB/guokAABAgQOQkAAfBDqxiRAgAABAgQIzLOA2gkQIECAAAECBAgQIECAAIH+C6iQAIEDExAAHxi9gQkQIECAAAECBAjMn4CKCRAgQIAAAQIECBAgQIAAgf4LqPBgBQTAB+tvdAIECBAgQIAAAQIECMyLgDoJECBAgAABAgQIECBAgACBfRA44AB4Hyo0BAECBAgQIECAAAECBAgQIHDAAoYnQIAAAQIECBAgQIAAgf0SEADvl7Rxbi3gDAECBAgQIECAAAECBAgQINB/ARUSIECAAAECBAgQILCvAgLgfeU2GAEC2wL2BAgQIECAAAECBAgQIECAQP8FVEiAAAECBAgQILD/AgLg/Tc3IgECBOZdQP0ECBAgQIAAAQIECBAgQIBA/wVUSIAAAQIECByQgAD4gOANS4AAAQIE5lNA1QQIECBAgAABAgQIECBAgED/BVRIgAABAgcpIAA+SH1jEyBAgAABAgTmSUCtBAgQIECAAAECBAgQIECAQP8FVEiAwIELCIAPfAlMgAABAgQIECBAgED/BVRIgAABAgQIECBAgAABAgQI9F9AhdMhIACejnUwCwIECBAgQIAAAQIECPRVQF0ECBAgQIAAAQIECBAgQIDAPgocUAC8jxUaigABAgQIECBAgAABAgQIEDggAcMSIECAAAECBAgQIECAwH4LCID3W9x4EQwIECBAgAABAgQIECBAgACB/guokAABAgQIECBAgACBAxEQAB8Iu0EJzK+AygkQIECAAAECBAgQIECAAIH+C6iQAAECBAgQIEDg4AQEwAdnb2QCBAjMm4B6CRAgQIAAAQIECBAgQIAAgf4LqJAAAQIECBA4YAEB8AEvgOEJECBAgMB8CKiSAAECBAgQIECAAAECBAgQ6L+ACgkQIEBgGgQEwNOwCuZAgAABAgQIEOizgNoIECBAgAABAgQIECBAgACB/guokACBqREQAE/NUpgIAQIECBAgQIAAgf4JqIgAAQIECBAgQIAAAQIECBDov4AKp0tAADxd62E2BAgQIECAAAECBAgQ6IuAOggQIECAAAECBAgQIECAAIEDENjnAPgAKjQkAQIECBAgQIAAAQIECBAgsM8ChiNAgAABAgQIECBAgACBgxIQAB+U/DyOq2YCBAgQIECAAAECBAgQIECg/wIqJECAAAECBAgQIEDgQAUEwAfKb3AC8yOgUgIECBAgQIAAAQIECBAgQKD/AiokQIAAAQIECBA4eAEB8MGvgRkQIECg7wLqI0CAAAECBAgQIECAAAECBPovoEICBAgQIEBgSgQEwFOyEKZBgAABAgT6KaAqAgQIECBAgAABAgQIECBAoP8CKiRAgACBaRIQAE/TapgLAQIECBAgQKBPAmohQIAAAQIECBAgQIAAAQIE+i+gQgIEpk5AADx1S2JCBAgQIECAAAECBGZfQAUECBAgQIAAAQIECBAgQIBA/wVUOJ0CAuDpXBezIkCAAAECBAgQIECAwKwKmDcBAgQIECBAgAABAgQIECBwgAL7FAAfYIWGJkCAAAECBAgQIECAAAECBPZJwDAECBAgQIAAAQIECBAgcNACAuCDXoF5GF+NBAgQIECAAAECBAgQIECAQP8FVEiAAAECBAgQIECAwFQICICnYhlMgkB/BVRGgAABAgQIECBAgAABAgQI9F9AhQQIECBAgAABAtMjIACenrUwEwIECPRNQD0ECBAgQIAAAQIECBAgQIBA/wVUSIAAAQIECEyZgAB4yhbEdAgQIECAQD8EVEGAAAECBAgQIECAAAECBAj0X0CFBAgQIDCNAgLgaVwVcyJAgAABAgQIzLKAuRMgQIAAAQIECBAgQIAAAQL9F1AhAQJTKyAAntqlMTECBAgQIECAAAECsydgxgQIECBAgAABAgQIECBAgED/BVQ43QIC4OleH7MjQIAAAQIECBAgQIDArAiYJwECBAgQIECAAAECBAgQIDAFAhMOgKegQlMgQIAAAQIECBAgQIAAAQIEJiygewIECBAgQIAAAQIECBCYFgEB8LSsRB/noSYCBAgQIECAAAECBAgQIECg/wIqJECAAAECBAgQIEBgqgQEwFO1HCZDoD8CKiFAgAABAgQIECBAgAABAgT6L6BCAgQIECBAgACB6RMQAE/fmpgRAQIEZl3A/AkQIECAAAECBAgQIECAAIH+C6iQAAECBAgQmFIBAfCULoxpESBAgACB2RQwawIECBAgQIAAAQIECBAgQKD/AiokQIAAgWkWEABP8+qYGwECBAgQIEBglgTMlQABAgQIECBAgAABAgQIEOi/gAoJEJh6AQHw1C+RCRIgQIAAAQIECBCYfgEzJECAAAECBAgQIECAAAECBPovoMLZEBAAz8Y6mSUBAgQIECBAgAABAgSmVcC8CBAgQIAAAQIECBAgQIAAgSkSmFAAPEUVmgoBAgQIECBAgAABAgQIECAwIQHdEiBAgAABAgQIECBAgMC0CQiAp21F+jAfNRAgQIAAAQIECBAgQIAAAQL9F1AhAQIECBAgQIAAAQJTKSAAnsplMSkCsytg5gQIECBAgAABAgQIECBAgED/BVRIgAABAgQIECAwvQIC4OldGzMjQIDArAmYLwECBAgQIECAAAECBAgQINB/ARUSIECAAAECUy4gAJ7yBTI9AgQIECAwGwJmSYAAAQIECBAgQIAAAQIECPRfQIUECBAgMAsCAuBZWCVzJECAAAECBAhMs4C5ESBAgAABAgQIECBAgAABAv0XUCEBAjMjIACemaUyUQIECBAgQIAAAQLTJ2BGBAgQIECAAAECBAgQIECAQP8FVDhbAgLg2VovsyVAgAABAgQIECBAgMC0CJgHAQIECBAgQIAAAQIECBAgMIUCYw6Ap7BCUyJAgAABAgQIECBAgAABAgTGLKA7AgQIECBAgAABAgQIEJhWAQHwtK7MLM7LnAkQIECAAAECBILapsAAABAASURBVAgQIECAAIH+C6iQAAECBAgQIECAAIGpFhAAT/XymByB2REwUwIECBAgQIAAAQIECBAgQKD/AiokQIAAAQIECBCYfgEB8PSvkRkSIEBg2gXMjwABAgQIECBAgAABAgQIEOi/gAoJECBAgACBGREQAM/IQpkmAQIECBCYTgGzIkCAAAECBAgQIECAAAECBPovoEICBAgQmCUBAfAsrZa5EiBAgAABAgSmScBcCBAgQIAAAQIECBAgQIAAgf4LqJAAgZkTEADP3JKZMAECBAgQIECAAIGDFzADAgQIECBAgAABAgQIECBAoP8CKpxNAQHwbK6bWRMgQIAAAQIECBAgQOCgBIxLgAABAgQIECBAgAABAgQITLHAmALgKa7Q1AgQIECAAAECBAgQIECAAIExCeiGAAECBAgQIECAAAECBKZdQAA87Ss0C/MzRwIECBAgQIAAAQIECBAgQKD/AiokQIAAAQIECBAgQGAmBATAM7FMJklgegXMjAABAgQIECBAgAABAgQIEOi/gAoJECBAgAABAgRmR0AAPDtrZaYECBCYNgHzIUCAAAECBAgQIECAAAECBPovoEICBAgQIEBgxgQEwDO2YKZLgAABAgSmQ8AsCBAgQIAAAQIECBAgQIAAgf4LqJAAAQIEZlFAADyLq2bOBAgQIECAAIGDFDA2AQIECBAgQIAAAQIECBAg0H8BFRIgMLMCAuCZXToTJ0CAAAECBAgQILD/AkYkQIAAAQIECBAgQIAAAQIE+i+gwtkWEADP9vqZPQECBAgQIECAAAECBPZLwDgECBAgQIAAAQIECBAgQIDADAjsMQCegQpNkQABAgQIECBAgAABAgQIENijgMcJECBAgAABAgQIECBAYFYEBMCzslLTOE9zIkCAAAECBAgQIECAAAECBPovoEICBAgQIECAAAECBGZKQAA8U8tlsgSmR8BMCBAgQIAAAQIECBAgQIAAgf4LqJAAAQIECBAgQGD2BATAs7dmZkyAAIGDFjA+AQIECBAgQIAAAQIECBAg0H8BFRIgQIAAAQIzKiAAntGFM20CBAgQIHAwAkYlQIAAAQIECBAgQIAAAQIE+i+gQgIECBCYZQEB8CyvnrkTIECAAAECBPZTwFgECBAgQIAAAQIECBAgQIBA/wVUSIDAzAsIgGd+CRVAgAABAgQIECBAYPICRiBAgAABAgQIECBAgAABAgT6L6DCfggIgPuxjqogQIAAAQIECBAgQIDApAT0S4AAAQIECBAgQIAAAQIECMyQwC4D4Bmq0FQJECBAgAABAgQIECBAgACBXQp4jAABAgQIECBAgAABAgRmTUAAPGsrNg3zNQcCBAgQIECAAAECBAgQIECg/wIqJECAAAECBAgQIEBgJgUEwDO5bCZN4OAEjEyAAAECBAgQIECAAAECBAj0X0CFBAgQIECAAAECsysgAJ7dtTNzAgQI7LeA8QgQIECAAAECBAgQIECAAIH+C6iQAAECBAgQmHEBAfCML6DpEyBAgACB/REwCgECBAgQIECAAAECBAgQINB/ARUSIECAQB8EBMB9WEU1ECBAgAABAgQmKaBvAgQIECBAgAABAgQIECBAoP8CKiRAoDcCAuDeLKVCCBAgQIAAAQIECIxfQI8ECBAgQIAAAQIECBAgQIBA/wVU2C8BAXC/1lM1BAgQIECAAAECBAgQGJeAfggQIECAAAECBAgQIECAAIEZFNhhADyDFZoyAQIECBAgQIAAAQIECBAgsEMBtxMgQIAAAQIECBAgQIDArAoIgGd15Q5i3sYkQIAAAQIECBAgQIAAAQIE+i+gQgIECBAgQIAAAQIEZlpAADzTy2fyBPZPwEgE/j/27jzMtrWuD/zvXbuqznDPHRguGpVoGzqPjwafqNEnbTt0ko79GBKnSIw28CgiAoLtBUXEB5A4Ig6AomkQNS2IYosJimk1rW3EIQYkbTdxQkVUFNB7OfeeqYa9V961q+qcOnMNe+/a67c+ddfaa++113rX+/2897/vU3UIECBAgAABAgQIECBAgAABAvkFJCRAgAABAgT6L6AA7v8aSkCAAAECBOYtYHwCBAgQIECAAAECBAgQIEAgv4CEBAgQIJBEQAGcZCHFIECAAAECBAjMR8CoBAgQIECAAAECBAgQIECAQH4BCQkQyCSgAM60mrIQIECAAAECBAgQmKWAsQgQIECAAAECBAgQIECAAIH8AhKmE1AAp1tSgQgQIECAAAECBAgQIHB0ASMQIECAAAECBAgQIECAAAEC/RQ4SAHcz4RmTYAAAQIECBAgQIAAAQIECBxEwLUECBAgQIAAAQIECBAg0GMBBXCPF2+xU/c0AgQIECBAgAABAgQIECBAIL+AhAQIECBAgAABAgQI9F1AAdz3FTR/AosQ8AwCBAgQIECAAAECBAgQIEAgv4CEBAgQIECAAAECKQQUwCmWUQgCBAjMT8DIBAgQIECAAAECBAgQIECAQH4BCQkQIECAAIE8AgrgPGspCQECBAgQmLWA8QgQIECAAAECBAgQIECAAIH8AhISIECAQDIBBXCyBRWHAAECBAgQIDAbAaMQIECAAAECBAgQIECAAAEC+QUkJEAgo4ACOOOqykSAAAECBAgQIEDgKALuJUCAAAECBAgQIECAAAECBPILSJhWQAGcdmkFI0CAAAECBAgQIECAwMEF3EGAAAECBAgQIECAAAECBAj0W2A/BXC/E5o9AQIECBAgQIAAAQIECBAgsB8B1xAgQIAAAQIECBAgQIBAAgEFcIJFnG8EoxMgQIAAAQIECBAgQIAAAQL5BSQkQIAAAQIECBAgQCCLgAI4y0rKQWAeAsYkQIAAAQIECBAgQIAAAQIE8gtISIAAAQIECBAgkEpAAZxqOYUhQIDA7ASMRIAAAQIECBAgQIAAAQIECOQXkJAAAQIECBDIJ6AAzremEhEgQIAAgaMKuJ8AAQIECBAgQIAAAQIECBDILyAhAQIECCQVUAAnXVixCBAgQIAAAQKHE3AXAQIECBAgQIAAAQIECBAgkF9AQgIEMgsogDOvrmwECBAgQIAAAQIEDiLgWgIECBAgQIAAAQIECBAgQCC/gITpBRTA6ZdYQAIECBAgQIAAAQIECNxewBUECBAgQIAAAQIECBAgQIBADoFbFcA5EkpBgAABAgQIECBAgAABAgQI3ErAdwQIECBAgAABAgQIECCQSEABnGgxZxvFaAQIECBAgAABAgQIECBAgEB+AQkJECBAgAABAgQIEMgmoADOtqLyEJiFgDEIECBAgAABAgQIECBAgACB/AISEiBAgAABAgQIpBRQAKdcVqEIECBweAF3EiBAgAABAgQIECBAgAABAvkFJCRAgAABAgTyCiiA866tZAQIECBA4KACridAgAABAgQIECBAgAABAgTyC0hIgAABAskFFMDJF1g8AgQIECBAgMD+BFxFgAABAgQIECBAgAABAgQI5BeQkACBIQgogIewyjISIECAAAECBAgQuJWA7wgQIECAAAECBAgQIECAAIH8AhIORkABPJilFpQAAQIECBAgQIAAAQLXCzhDgAABAgQIECBAgAABAgQI5BK4UQGcK6E0BAgQIECAAAECBAgQIECAwI0EnCNAgAABAgQIECBAgACBhAIK4ISLerRI7iZAgAABAgQIECBAgAABAgTyC0hIgAABAgQIECBAgEBWAQVw1pWVi8BhBNxDgAABAgQIECBAgAABAgQI5BeQkAABAgQIECBAILWAAjj18gpHgACB/Qu4kgABAgQIECBAgAABAgQIEMgvICEBAgQIECCQX0ABnH+NJSRAgAABArcT8D0BAgQIECBAgAABAgQIECCQX0BCAgQIEBiIgAJ4IAstJgECBAgQIEDgxgLOEiBAgAABAgQIECBAgAABAvkFJCRAYEgCCuAhrbasBAgQIECAAAECBPYKeE+AAAECBAgQIECAAAECBAjkF5BwcAIK4MEtucAECBAgQIAAAQIECBCIYECAAAECBAgQIECAAAECBAjkFNhbAOdMKBUBAgQIECBAgAABAgQIECCwV8B7AgQIECBAgAABAgQIEEgsoABOvLgHi+ZqAgQIECBAgAABAgQIECBAIL+AhAQIECBAgAABAgQIZBdQAGdfYfkI7EfANQQIECBAgAABAgQIECBAgEB+AQkJECBAgAABAgQGIaAAHsQyC0mAAIGbC/iGAAECBAgQIECAAAECBAgQyC8gIQECBAgQIDAcAQXwcNZaUgIECBAgcK2AzwQIECBAgAABAgQIECBAgEB+AQkJECBAYGACCuCBLbi4BAgQIECAAIFtAa8ECBAgQIAAAQIECBAgQIBAfgEJCRAYooACeIirLjMBAgQIECBAgMCwBaQnQIAAAQIECBAgQIAAAQIE8gtIOFgBBfBgl15wAgQIECBAgAABAgSGKCAzAQIECBAgQIAAAQIECBAgkFugK4BzJ5SOAAECBAgQIECAAAECBAgQ6ATsBAgQIECAAAECBAgQIDAAAQXwABb51hF9S4AAAQIECBAgQIAAAQIECOQXkJAAAQIECBAgQIAAgaEIKICHstJyEriRgHMECBAgQIAAAQIECBAgQIBAfgEJCRAgQIAAAQIEBiWgAB7UcgtLgACBKwLeESBAgAABAgQIECBAgAABAvkFJCRAgAABAgSGJ6AAHt6aS0yAAAECBAgQIECAAAECBAgQIECAAAEC+QUkJECAAIGBCiiAB7rwYhMgQIAAAQJDFZCbAAECBAgQIECAAAECBAgQyC8gIQECQxZQAA959WUnQIAAAQIECBAYloC0BAgQIECAAAECBAgQIECAQH4BCQcvoAAe/P8CAAgQIECAAAECBAgQGIKAjAQIECBAgAABAgQIECBAgEB+gS6hArhTsBMgQIAAAQIECBAgQIAAgbwCkhEgQIAAAQIECBAgQIDAgAQUwANa7Kuj+kSAAAECBAgQIECAAAECBAjkF5CQAAECBAgQIECAAIGhCSiAh7bi8hLoBOwECBAgQIAAAQIECBAgQIBAfgEJCRAgQIAAAQIEBimgAB7ksgtNgMCQBWQnQIAAAQIECBAgQIAAAQIE8gtISIAAAQIECAxXQAE83LWXnAABAgSGJyAxAQIECBAgQIAAAQIECBAgkF9AQgIECBAYuIACeOD/A4hPgAABAgQIDEVATgIECBAgQIAAAQIECBAgQCC/gIQECBCIUAD7v4AAAQIECBAgQIBAdgH5CBAgQIAAAQIECBAgQIAAgfwCEhLYEVAA70A4ECBAgAABAgQIECBAIKOATAQIECBAgAABAgQIECBAgEB+gb0JFcB7NbwnQIAAAQIECBAgQIAAAQJ5BCQhQIAAAQIECBAgQIAAgQEKKIAHt+gCEyBAgAABAgQIECBAgAABAvkFJCRAgAABAgQIECBAYKgCCuChrrzcwxSQmgABAgQIECBAgAABAgQIEMgvICEBAgQ8PUazAAAQAElEQVQIECBAgMCgBRTAg15+4QkQGJKArAQIECBAgAABAgQIECBAgEB+AQkJECBAgAABAgpg/w8QIECAAIH8AhISIECAAAECBAgQIECAAAEC+QUkJECAAAECUwEF8JTBCwECBAgQIEAgq4BcBAgQIECAAAECBAgQIECAQH4BCQkQIHBFQAF8xcI7AgQIECBAgAABArkEpCFAgAABAgQIECBAgAABAgTyC0hI4BoBBfA1ID4SIECAAAECBAgQIEAgg4AMBAgQIECAAAECBAgQIECAQH6BGyVUAN9IxTkCBAgQIECAAAECBAgQINBfATMnQIAAAQIECBAgQIAAgQELKIAHs/iCEiBAgAABAgQIECBAgAABAvkFJCRAgAABAgQIECBAYOgCCuCh/x8g/zAEpCRAgAABAgQIECBAgAABAgTyC0hIgAABAgQIECBAoAoogCuCjQABApkFZCNAgAABAgQIECBAgAABAgTyC0hIgAABAgQIENgVUADvSjgSIECAAIF8AhIRIECAAAECBAgQIECAAAEC+QUkJECAAAECVwkogK/i8IEAAQIECBAgkEVADgIECBAgQIAAAQIECBAgQCC/gIQECBC4XkABfL2JMwQIECBAgAABAgT6LWD2BAgQIECAAAECBAgQIECAQH4BCQncREABfBMYpwkQIECAAAECBAgQINBHAXMmQIAAAQIECBAgQIAAAQIE8gvcKqEC+FY6viNAgAABAgQIECBAgAABAv0RMFMCBAgQIECAAAECBAgQIBAK4PT/EwhIgAABAgQIECBAgAABAgQI5BeQkAABAgQIECBAgAABAtsCCuBtB68EcgpIRYAAAQIECBAgQIAAAQIECOQXkJAAAQIECBAgQIDAHgEF8B4MbwkQIJBJQBYCBAgQIECAAAECBAgQIEAgv4CEBAgQIECAAIFrBRTA14r4TIAAAQIE+i8gAQECBAgQIECAAAECBAgQIJBfQEICBAgQIHBDAQXwDVmcJECAAAECBAj0VcC8CRAgQIAAAQIECBAgQIAAgfwCEhIgQODmAgrgm9v4hgABAgQIECBAgEC/BMyWAAECBAgQIECAAAECBAgQyC8gIYHbCCiAbwPkawIECBAgQIAAAQIECPRBwBwJECBAgAABAgQIECBAgACB/AL7SagA3o+SawgQIECAAAECBAgQIECAwPIKmBkBAgQIECBAgAABAgQIELgsoAC+TJHtjTwECBAgQIAAAQIECBAgQIBAfgEJCRAgQIAAAQIECBAgcLWAAvhqD58I5BCQggABAgQIECBAgAABAgQIEMgvICEBAgQIECBAgACBGwgogG+A4hQBAgT6LGDuBAgQIECAAAECBAgQIECAQH4BCQkQIECAAAECNxNQAN9MxnkCBAgQINA/ATMmQIAAAQIECBAgQIAAAQIE8gtISIAAAQIEbimgAL4ljy8JECBAgAABAn0RME8CBAgQIECAAAECBAgQIEAgv4CEBAgQuL2AAvj2Rq4gQIAAAQIECBAgsNwCZkeAAAECBAgQIECAAAECBAjkF5CQwD4FFMD7hHIZAQIECBAgQIAAAQIEllHAnAgQIECAAAECBAgQIECAAIH8AgdJqAA+iJZrCRAgQIAAAQIECBAgQIDA8giYCQECBAgQIECAAAECBAgQuE5AAXwdSd9PmD8BAgQIECBAgAABAgQIECCQX0BCAgQIECBAgAABAgQI3FhAAXxjF2cJ9FPArAkQIECAAAECBAgQIECAAIH8AhISIECAAAECBAgQuIWAAvgWOL4iQIBAnwTMlQABAgQIECBAgAABAgQIEMgvICEBAgQIECBA4HYCCuDbCfmeAAECBAgsv4AZEiBAgAABAgQIECBAgAABAvkFJCRAgAABAvsSUADvi8lFBAgQIECAAIFlFTAvAgQIECBAgAABAgQIECBAIL+AhAQIENi/gAJ4/1auJECAAAECBAgQILBcAmZDgAABAgQIECBAgAABAgQI5BeQkMABBRTABwRzOQECBAgQIECAAAECBJZBwBwIECBAgAABAgQIECBAgACB/AKHSagAPoyaewgQIECAAAECBAgQIECAwPEJeDIBAgQIECBAgAABAgQIELipgAL4pjR9+8J8CRAgQIAAAQIECBAgQIAAgfwCEhIgQIAAAQIECBAgQODWAgrgW/v4lkA/BMySAAECBAgQIECAAAECBAgQyC8gIQECBAgQIECAAIF9CCiA94HkEgIECCyzgLkRIECAAAECBAgQIECAAAEC+QUkJECAAAECBAjsV0ABvF8p1xEgQIAAgeUTMCMCBAgQIECAAAECBAgQIEAgv4CEBAgQIEDgQAIK4ANxuZgAAQIECBAgsCwC5kGAAAECBAgQIECAAAECBAjkF5CQAAECBxdQAB/czB0ECBAgQIAAAQIEjlfA0wkQIECAAAECBAgQIECAAIH8AhISOKSAAviQcG4jQIAAAQIECBAgQIDAcQh4JgECBAgQIECAAAECBAgQIJBf4CgJFcBH0XMvAQIECBAgQIAAAQIECBBYnIAnESBAgAABAgQIECBAgACB2woogG9LtOwXmB8BAgQIECBAgAABAgQIECCQX0BCAgQIECBAgAABAgQI7E9AAbw/J1cRWE4BsyJAgAABAgQIECBAgAABAgTyC0hIgAABAgQIECBA4AACCuADYLmUAAECyyRgLgQIECBAgAABAgQIECBAgEB+AQkJECBAgAABAgcVUAAfVMz1BAgQIEDg+AXMgAABAgQIECBAgAABAgQIEMgvICEBAgQIEDiUgAL4UGxuIkCAAAECBAgcl4DnEiBAgAABAgQIECBAgAABAvkFJCRAgMDhBRTAh7dzJwECBAgQIECAAIHFCngaAQIECBAgQIAAAQIECBAgkF9AQgJHFFAAHxHQ7QQIECBAgAABAgQIEFiEgGcQIECAAAECBAgQIECAAAEC+QVmkVABPAtFYxAgQIAAAQIECBAgQIAAgfkJGJkAAQIECBAgQIAAAQIECOxbQAG8b6plu9B8CBAgQIAAAQIECBAgQIAAgfwCEhIgQIAAAQIECBAgQOBgAgrgg3m5msByCJgFAQIECBAgQIAAAQIECBAgkF9AQgIECBAgQIAAAQKHEFAAHwLNLQQIEDhOAc8mQIAAAQIECBAgQIAAAQIE8gtISIAAAQIECBA4rIAC+LBy7iNAgAABAosX8EQCBAgQIECAAAECBAgQIEAgv4CEBAgQIEDgSAIK4CPxuZkAAQIECBAgsCgBzyFAgAABAgQIECBAgAABAgTyC0hIgACBowsogI9uaAQCBAgQIECAAAEC8xUwOgECBAgQIECAAAECBAgQIJBfQEICMxJQAM8I0jAECBAgQIAAAQIECBCYh4AxCRAgQIAAAQIECBAgQIAAgfwCs0yoAJ6lprEIECBAgAABAgQIECBAgMDsBIxEgAABAgQIECBAgAABAgQOLKAAPjDZcd/g+QQIECBAgAABAgQIECBAgEB+AQkJECBAgAABAgQIECBwOAEF8OHc3EXgeAQ8lQABAgQIECBAgAABAgQIEMgvICEBAgQIECBAgACBIwgogI+A51YCBAgsUsCzCBAgQIAAAQIECBAgQIAAgfwCEhIgQIAAAQIEjiqgAD6qoPsJECBAgMD8BTyBAAECBAgQIECAAAECBAgQyC8gIQECBAgQmImAAngmjAYhQIAAAQIECMxLwLgECBAgQIAAAQIECBAgQIBAfgEJCRAgMDsBBfDsLI1EgAABAgQIECBAYLYCRiNAgAABAgQIECBAgAABAgTyC0hIYMYCCuAZgxqOAAECBAgQIECAAAECsxAwBgECBAgQIECAAAECBAgQIJBfYB4JFcDzUDUmAQIECBAgQIAAAQIECBA4vIA7CRAgQIAAAQIECBAgQIDAoQUUwIemW/SNnkeAAAECBAgQIECAAAECBAjkF5CQAAECBAgQIECAAAECRxNQAB/Nz90EFiPgKQQIECBAgAABAgQIECBAgEB+AQkJECBAgAABAgQIzEBAATwDREMQIEBgngLGJkCAAAECBAgQIECAAAECBPILSEiAAAECBAgQmJWAAnhWksYhQIAAAQKzFzAiAQIECBAgQIAAAQIECBAgkF9AQgIECBAgMFMBBfBMOQ1GgAABAgQIEJiVgHEIECBAgAABAgQIECBAgACB/AISEiBAYPYCCuDZmxqRAAECBAgQIECAwNEE3E2AAAECBAgQIECAAAECBAjkF5CQwJwEFMBzgjUsAQIECBAgQIAAAQIEDiPgHgIECBAgQIAAAQIECBAgQCC/wDwTKoDnqWtsAgQIECBAgAABAgQIECCwfwFXEiBAgAABAgQIECBAgACBIwsogI9MOO8BjE+AAAECBAgQIECAAAECBAjkF5CQAAECBAgQIECAAAECsxFQAM/G0SgE5iNgVAIECBAgQIAAAQIECBAgQCC/gIQECBAgQIAAAQIEZiigAJ4hpqEIECAwSwFjESBAgAABAgQIECBAgAABAvkFJCRAgAABAgQIzFpAATxrUeMRIECAAIGjCxiBAAECBAgQIECAAAECBAgQyC8gIQECBAgQmIuAAngurAYlQIAAAQIECBxWwH0ECBAgQIAAAQIECBAgQIBAfgEJCRAgMD8BBfD8bI1MgAABAgQIECBA4GACriZAgAABAgQIECBAgAABAgTyC0hIYM4CCuA5AxueAAECBAgQIECAAAEC+xFwDQECBAgQIECAAAECBAgQIJBfYBEJFcCLUPYMAgQIECBAgAABAgQIECBwcwHfECBAgAABAgQIECBAgACBmQkogGdGOeuBjEeAAAECBAgQIECAAAECBAjkF5CQAAECBAgQIECAAAECsxVQAM/W02gEZiNgFAIECBAgQIAAAQIECBAgQCC/gIQECBAgQIAAAQIE5iCgAJ4DqiEJECBwFAH3EiBAgAABAgQIECBAgAABAvkFJCRAgAABAgQIzEtAATwvWeMSIECAAIGDC7iDAAECBAgQIECAAAECBAgQyC8gIQECBAgQmKuAAniuvAYnQIAAAQIECOxXwHUECBAgQIAAAQIECBAgQIBAfgEJCRAgMH8BBfD8jT2BAAECBAgQIECAwK0FfEuAAAECBAgQIECAAAECBAjkF5CQwIIEFMALgvYYAgQIECBAgAABAgQI3EjAOQIECBAgQIAAAQIECBAgQCC/wCITKoAXqe1ZBAgQIECAAAECBAgQIEDgioB3BAgQIECAAAECBAgQIEBg5gIK4JmTHnVA9xMgQIAAAQIECBAgQIAAAQL5BSQkQIAAAQIECBAgQIDAfAQUwPNxNSqBwwm4iwABAgQIECBAgAABAgQIEMgvICEBAgQIECBAgACBOQoogOeIa2gCBAgcRMC1BAgQIECAAAECBAgQIECAQH4BCQkQIECAAAEC8xZQAM9b2PgECBAgQOD2Aq4gQIAAAQIECBAgQIAAAQIE8gtIoTTKFQAAEABJREFUSIAAAQIEFiKgAF4Is4cQIECAAAECBG4m4DwBAgQIECBAgAABAgQIECCQX0BCAgQILE5AAbw4a08iQIAAAQIECBAgcLWATwQIECBAgAABAgQIECBAgEB+AQkJLFhAAbxgcI8jQIAAAQIECBAgQIBAJ2AnQIAAAQIECBAgQIAAAQIE8gscR0IF8HGoeyYBAgQIECBAgAABAgQIDFlAdgIECBAgQIAAAQIECBAgMDcBBfDcaA86sOsJECBAgAABAgQIECBAgACB/AISEiBAgAABAgQIECBAYL4CCuD5+hqdwP4EXEWAAAECBAgQIECAAAECBAjkF5CQAAECBAgQIECAwAIEFMALQPYIAgQI3ErAdwQIECBAgAABAgQIECBAgEB+AQkJECBAgAABAosSUAAvStpzCBAgQIDA9QLOECBAgAABAgQIECBAgAABAvkFJCRAgAABAgsVUAAvlNvDCBAgQIAAAQK7Ao4ECBAgQIAAAQIECBAgQIBAfgEJCRAgsHgBBfDizT2RAAECBAgQIEBg6ALyEyBAgAABAgQIECBAgAABAvkFJCRwTAIK4GOC91gCBAgQIECAAAECBIYpIDUBAgQIECBAgAABAgQIECCQX+A4EyqAj1PfswkQIECAAAECBAgQIEBgSAKyEiBAgAABAgQIECBAgACBuQsogOdOfLsH+J4AAQIECBAgQIAAAQIECBDILyAhAQIECBAgQIAAAQIEFiOgAF6Ms6cQuLGAswQIECBAgAABAgQIECBAgEB+AQkJECBAgAABAgQILFBAAbxAbI8iQIDAXgHvCRAgQIAAAQIECBAgQIAAgfwCEhIgQIAAAQIEFi2gAF60uOcRIECAAIEIBgQIECBAgAABAgQIECBAgEB+AQkJECBAgMCxCCiAj4XdQwkQIECAAIHhCkhOgAABAgQIECBAgAABAgQI5BeQkAABAscnoAA+PntPJkCAAAECBAgQGJqAvAQIECBAgAABAgQIECBAgEB+AQkJHLOAAviYF8DjCRAgQIAAAQIECBAYhoCUBAgQIECAAAECBAgQIECAQH6BZUioAF6GVTAHAgQIECBAgAABAgQIEMgsIBsBAgQIECBAgAABAgQIEFiYgAJ4YdTXPshnAgQIECBAgAABAgQIECBAIL+AhAQIECBAgAABAgQIEFisgAJ4sd6eRmBbwCsBAgQIECBAgAABAgQIECCQX0BCAgQIECBAgAABAscgoAA+BnSPJEBg2ALSEyBAgAABAgQIECBAgAABAvkFJCRAgAABAgQIHJeAAvi45D2XAAECBIYoIDMBAgQIECBAgAABAgQIECCQX0BCAgQIECBwrAIK4GPl93ACBAgQIEBgOAKSEiBAgAABAgQIECBAgAABAvkFJCRAgMDxCyiAj38NzIAAAQIECBAgQCC7gHwECBAgQIAAAQIECBAgQIBAfgEJCSyJgAJ4SRbCNAgQIECAAAECBAgQyCkgFQECBAgQIECAAAECBAgQIJBfYJkSKoCXaTXMhQABAgQIECBAgAABAgQyCchCgAABAgQIECBAgAABAgQWLqAAXji5BxIgQIAAAQIECBAgQIAAAQL5BSQkQIAAAQIECBAgQIDA8QgogI/H3VOHKiA3AQIECBAgQIAAAQIECBAgkF9AQgIECBAgQIAAAQLHKKAAPkZ8jyZAYFgC0hIgQIAAAQIECBAgQIAAAQL5BSQkQIAAAQIECBy3gAL4uFfA8wkQIEBgCAIyEiBAgAABAgQIECBAgAABAvkFJCRAgAABAkshoABeimUwCQIECBAgQCCvgGQECBAgQIAAAQIECBAgQIBAfgEJCRAgsDwCCuDlWQszIUCAAAECBAgQyCYgDwECBAgQIECAAAECBAgQIJBfQEICSyagAF6yBTEdAgQIECBAgAABAgRyCEhBgAABAgQIECBAgAABAgQI5BdYxoQK4GVcFXMiQIAAAQIECBAgQIAAgT4LmDsBAgQIECBAgAABAgQIEDg2AQXwwug9iAABAgQIECBAgAABAgQIEMgvICEBAgQIECBAgAABAgSOV0ABfLz+nj4UATkJECBAgAABAgQIECBAgACB/AISEiBAgAABAgQIEFgCAQXwEiyCKRAgkFtAOgIECBAgQIAAAQIECBAgQCC/gIQECBAgQIAAgWURUAAvy0qYBwECBAhkFJCJAAECBAgQIECAAAECBAgQyC8gIQECBAgQWCoBBfBSLYfJECBAgAABAnkEJCFAgAABAgQIECBAgAABAgTyC0hIgACB5RNQAC/fmpgRAQIECBAgQIBA3wXMnwABAgQIECBAgAABAgQIEMgvICGBJRVQAC/pwpgWAQIECBAgQIAAAQL9FDBrAgQIECBAgAABAgQIECBAIL/AMidUAC/z6pgbAQIECBAgQIAAAQIECPRJwFwJECBAgAABAgQIECBAgMCxCyiA574EHkCAAAECBAgQIECAAAECBAjkF5CQAAECBAgQIECAAAECyyGgAF6OdTCLrAJyESBAgAABAgQIECBAgAABAvkFJCRAgAABAgQIECCwRAIK4CVaDFMhQCCXgDQECBAgQIAAAQIECBAgQIBAfgEJCRAgQIAAAQLLJqAAXrYVMR8CBAgQyCAgAwECBAgQIECAAAECBAgQIJBfQEICBAgQILCUAgrgpVwWkyJAgAABAgT6K2DmBAgQIECAAAECBAgQIECAQH4BCQkQILC8Agrg5V0bMyNAgAABAgQIEOibgPkSIECAAAECBAgQIECAAAEC+QUkJLDkAgrgJV8g0yNAgAABAgQIECBAoB8CZkmAAAECBAgQIECAAAECBAjkF+hDQgVwH1bJHAkQIECAAAECBAgQIEBgmQXMjQABAgQIECBAgAABAgQILI2AAnhuS2FgAgQIECBAgAABAgQIECBAIL+AhAQIECBAgAABAgQIEFguAQXwcq2H2WQRkIMAAQIECBAgQIAAAQIECBDILyAhAQIECBAgQIAAgSUUUAAv4aKYEgEC/RYwewIECBAgQIAAAQIECBAgQCC/gIQECBAgQIAAgWUVUAAv68qYFwECBAj0UcCcCRAgQIAAAQIECBAgQIAAgfwCEhIgQIAAgaUWUAAv9fKYHAECBAgQINAfATMlQIAAAQIECBAgQIAAAQIE8gtISIAAgeUXUAAv/xqZIQECBAgQIECAwLILmB8BAgQIECBAgAABAgQIECCQX0BCAj0RUAD3ZKFMkwABAgQIECBAgACB5RQwKwIECBAgQIAAAQIECBAgQCC/QJ8SKoD7tFrmSoAAAQIECBAgQIAAAQLLJGAuBAgQIECAAAECBAgQIEBg6QQUwDNfEgMSIECAAAECBAgQIECAAAEC+QUkJECAAAECBAgQIECAwHIKKICXc13Mqq8C5k2AAAECBAgQIECAAAECBAjkF5CQAAECBAgQIECAwBILKICXeHFMjQCBfgmYLQECBAgQIECAAAECBAgQIJBfQEICBAgQIECAwLILKICXfYXMjwABAgT6IGCOBAgQIECAAAECBAgQIECAQH4BCQkQIECAQC8EFMC9WCaTJECAAAECBJZXwMwIECBAgAABAgQIECBAgACB/AISEiBAoD8CCuD+rJWZEiBAgAABAgQILJuA+RAgQIAAAQIECBAgQIAAAQL5BSQk0DMBBXDPFsx0CRAgQIAAAQIECBBYDgGzIECAAAECBAgQIECAAAECBPIL9DGhAriPq2bOBAgQIECAAAECBAgQIHCcAp5NgAABAgQIECBAgAABAgSWVkABPLOlMRABAgQIECBAgAABAgQIECCQX0BCAgQIECBAgAABAgQILLeAAni518fs+iJgngQIECBAgAABAgQIECBAgEB+AQkJECBAgAABAgQI9EBAAdyDRTJFAgSWW8DsCBAgQIAAAQIECBAgQIAAgfwCEhIgQIAAAQIE+iKgAO7LSpknAQIECCyjgDkRIECAAAECBAgQIECAAAEC+QUkJECAAAECvRJQAPdquUyWAAECBAgQWB4BMyFAgAABAgQIECBAgAABAgTyC0hIgACB/gkogPu3ZmZMgAABAgQIECBw3AKeT4AAAQIECBAgQIAAAQIECOQXkJBATwUUwD1dONMmQIAAAQIECBAgQOB4BDyVAAECBAgQIECAAAECBAgQyC/Q54QK4D6vnrkTIECAAAECBAgQIECAwCIFPIsAAQIECBAgQIAAAQIECCy9gAL4yEtkAAIECBAgQIAAAQIECBAgQCC/gIQECBAgQIAAAQIECBDoh4ACuB/rZJbLKmBeBAgQIECAAAECBAgQIECAQH4BCQkQIECAAAECBAj0SEAB3KPFMlUCBJZLwGwIECBAgAABAgQIECBAgACB/AISEiBAgAABAgT6JqAA7tuKmS8BAgQILIOAORAgQIAAAQIECBAgQIAAAQL5BSQkQIAAAQK9FFAA93LZTJoAAQIECBA4PgFPJkCAAAECBAgQIECAAAECBPILSEiAAIH+CiiA+7t2Zk6AAAECBAgQILBoAc8jQIAAAQIECBAgQIAAAQIE8gtISKDnAgrgni+g6RMgQIAAAQIECBAgsBgBTyFAgAABAgQIECBAgAABAgTyC2RIqADOsIoyECBAgAABAgQIECBAgMA8BYxNgAABAgQIECBAgAABAgR6I6AAPvRSuZEAAQIECBAgQIAAAQIECBDILyAhAQIECBAgQIAAAQIE+iWgAO7XepntsgiYBwECBAgQIECAAAECBAgQIJBfQEICBAgQIECAAAECPRRQAPdw0UyZAIHjFfB0AgQIECBAgAABAgQIECBAIL+AhAQIECBAgACBvgoogPu6cuZNgAABAsch4JkECBAgQIAAAQIECBAgQIBAfgEJCRAgQIBArwUUwL1ePpMnQIAAAQIEFifgSQQIECBAgAABAgQIECBAgEB+AQkJECDQfwEFcP/XUAICBAgQIECAAIF5CxifAAECBAgQIECAAAECBAgQyC8gIYEkAgrgJAspBgECBAgQIECAAAEC8xEwKgECBAgQIECAAAECBAgQIJBfIFNCBXCm1ZSFAAECBAgQIECAAAECBGYpYCwCBAgQIECAAAECBAgQINA7AQXwgZfMDQQIECBAgAABAgQIECBAgEB+AQkJECBAgAABAgQIECDQTwEFcD/XzayPS8BzCRAgQIAAAQIECBAgQIAAgfwCEhIgQIAAAQIECBDosYACuMeLZ+oECCxWwNMIECBAgAABAgQIECBAgACB/AISEiBAgAABAgT6LqAA7vsKmj8BAgQILELAMwgQIECAAAECBAgQIECAAIH8AhISIECAAIEUAgrgFMsoBAECBAgQIDA/ASMTIECAAAECBAgQIECAAAEC+QUkJECAQB4BBXCetZSEAAECBAgQIEBg1gLGI0CAAAECBAgQIECAAAECBPILSEggmYACONmCikOAAAECBAgQIECAwGwEjEKAAAECBAgQIECAAPvjZ8kAABAASURBVAECBAjkF8iYUAGccVVlIkCAAAECBAgQIECAAIGjCLiXAAECBAgQIECAAAECBAj0VkABvO+lcyEBAgQIECBAgAABAgQIECCQX0BCAgQIECBAgAABAgQI9FtAAdzv9TP7RQl4DgECBAgQIECAAAECBAgQIJBfQEICBAgQIECAAAECCQQUwAkWUQQCBOYrYHQCBAgQIECAAAECBAgQIEAgv4CEBAgQIECAAIEsAgrgLCspBwECBAjMQ8CYBAgQIECAAAECBAgQIECAQH4BCQkQIECAQCoBBXCq5RSGAAECBAgQmJ2AkQgQIECAAAECBAgQIECAAIH8AhISIEAgn4ACON+aSkSAAAECBAgQIHBUAfcTIECAAAECBAgQIECAAAEC+QUkJJBUQAGcdGHFIkCAAAECBAgQIEDgcALuIkCAAAECBAgQIECAAAECBPILZE6oAM68urIRIECAAAECBAgQIECAwEEEXEuAAAECBAgQIECAAAECBHovoAC+7RK6gAABAgQIECBAgAABAgQIEMgvICEBAgQIECBAgAABAgRyCCiAc6yjFPMSMC4BAgQIECBAgAABAgQIECCQX0BCAgQIECBAgAABAokEFMCJFlMUAgRmK2A0AgQIECBAgAABAgQIECBAIL+AhAQIECBAgACBbAIK4GwrKg8BAgQIzELAGAQIECBAgAABAgQIECBAgEB+AQkJECBAgEBKAQVwymUVigABAgQIEDi8gDsJECBAgAABAgQIECBAgACB/AISEiBAIK+AAjjv2kpGgAABAgQIECBwUAHXEyBAgAABAgQIECBAgAABAvkFJCSQXEABnHyBxSNAgAABAgQIECBAYH8CriJAgAABAgQIECBAgAABAgTyCwwhoQJ4CKssIwECBAgQIECAAAECBAjcSsB3BAgQIECAAAECBAgQIEAgjYAC+KZL6QsCBAgQIECAAAECBAgQIEAgv4CEBAgQIECAAAECBAgQyCWgAM61ntLMSsA4BAgQIECAAAECBAgQIECAQH4BCQkQIECAAAECBAgkFFAAJ1xUkQgQOJqAuwkQIECAAAECBAgQIECAAIH8AhISIECAAAECBLIKKICzrqxcBAgQIHAYAfcQIECAAAECBAgQIECAAAEC+QUkJECAAAECqQUUwKmXVzgCBAgQIEBg/wKuJECAAAECBAgQIECAAAECBPILSEiAAIH8Agrg/GssIQECBAgQIECAwO0EfE+AAAECBAgQIECAAAECBAjkF5CQwEAEFMADWWgxCRAgQIAAAQIECBC4sYCzBAgQIECAAAECBAgQIECAQH6BISVUAA9ptWUlQIAAAQIECBAgQIAAgb0C3hMgQIAAAQIECBAgQIAAgXQCCuDrltQJAgQIECBAgAABAgQIECBAIL+AhAQIECBAgAABAgQIEMgpoADOua5SHVbAfQQIECBAgAABAgQIECBAgEB+AQkJECBAgAABAgQIJBZQACdeXNEIEDiYgKsJECBAgAABAgQIECBAgACB/AISEiBAgAABAgSyCyiAs6+wfAQIECCwHwHXECBAgAABAgQIECBAgAABAvkFJCRAgAABAoMQUAAPYpmFJECAAAECBG4u4BsCBAgQIECAAAECBAgQIEAgv4CEBAgQGI6AAng4ay0pAQIECBAgQIDAtQI+EyBAgAABAgQIECBAgAABAvkFJCQwMAEF8MAWXFwCBAgQIECAAAECBLYFvBIgQIAAAQIECBAgQIAAAQL5BYaYUAE8xFWXmQABAgQIECBAgAABAsMWkJ4AAQIECBAgQIAAAQIECKQVUABfXlpvCBAgQIAAAQIECBAgQIAAgfwCEhIgQIAAAQIECBAgQCC3gAI49/pKt18B1xEgQIAAAQIECBAgQIAAAQL5BSQkQIAAAQIECBAgMAABBfAAFllEAgRuLeBbAgQIECBAgAABAgQIECBAIL+AhAQIECBAgACBoQgogIey0nISIECAwI0EnCNAgAABAgQIECBAgAABAgTyC0hIgAABAgQGJaAAHtRyC0uAAAECBAhcEfCOAAECBAgQIECAAAECBAgQyC8gIQECBIYnoAAe3ppLTIAAAQIECBAgQIAAAQIECBAgQIAAAQIECBDILyAhgYEKKIAHuvBiEyBAgAABAgQIEBiqgNwECBAgQIAAAQIECBAgQIBAfoEhJ1QAD3n1ZSdAgAABAgQIECBAgMCwBKQlQIAAAQIECBAgQIAAAQLpBRTAkX6NBSRAgAABAgQIECBAgAABAgQCAQECBAgQIECAAAECBIYhoAAexjpLeTMB5wkQIECAAAECBAgQIECAAIH8AhISIECAAAECBAgQGJCAAnhAiy0qAQJXC/hEgAABAgQIECBAgAABAgQI5BeQkAABAgQIECAwNAEF8NBWXF4CBAgQ6ATsBAgQIECAAAECBAgQIECAQH4BCQkQIECAwCAFFMCDXHahCRAgQIDAkAVkJ0CAAAECBAgQIECAAAECBPILSEiAAIHhCiiAh7v2khMgQIAAAQIEhicgMQECBAgQIECAAAECBAgQIJBfQEICAxdQAA/8fwDxCRAgQIAAAQIECAxFQE4CBAgQIECAAAECBAgQIEAgv4CEEQpg/xcQIECAAAECBAgQIECAQHYB+QgQIECAAAECBAgQIECAwGAEBlwAD2aNBSVAgAABAgQIECBAgAABAgMWEJ0AAQIECBAgQIAAAQLDElAAD2u9pd0VcCRAgAABAgQIECBAgAABAgTyC0hIgAABAgQIECBAYIACCuABLrrIBIYuID8BAgQIECBAgAABAgQIECCQX0BCAgQIECBAgMBQBRTAQ115uQkQIDBMAakJECBAgAABAgQIECBAgACB/AISEiBAgACBQQsogAe9/MITIECAAIEhCchKgAABAgQIECBAgAABAgQI5BeQkAABAgQUwP4fIECAAAECBAgQyC8gIQECBAgQIECAAAECBAgQIJBfQEICBKYCCuApgxcCBAgQIECAAAECBLIKyEWAAAECBAgQIECAAAECBAjkF5DwioAC+IqFdwQIECBAgAABAgQIECCQS0AaAgQIECBAgAABAgQIECAwOIEBFsCDW2OBCRAgQIAAAQIECBAgQIDAAAVEJkCAAAECBAgQIECAwDAFFMDDXPfhppacAAECBAgQIECAAAECBAgQyC8gIQECBAgQIECAAIEBCyiAB7z4ohMYmoC8BAgQIECAAAECBAgQIECAQH4BCQkQIECAAAECQxdQAA/9/wD5CRAgMAwBKQkQIECAAAECBAgQIECAAIH8AhISIECAAAECVUABXBFsBAgQIECAQGYB2QgQIECAAAECBAgQIECAAIH8AhISIECAwK6AAnhXwpEAAQIECBAgQCCfgEQECBAgQIAAAQIECBAgQIBAfgEJCRC4SkABfBWHDwQIECBAgAABAgQIZBGQgwABAgQIECBAgAABAgQIEMgvIOH1Agrg602cIUCAAAECBAgQIECAAIF+C5g9AQIECBAgQIAAAQIECBAYrMCACuDBrrHgBAgQIECAAAECBAgQIEBgQAKiEiBAgAABAgQIECBAYNgCCuBhr/9w0ktKgAABAgQIECBAgAABAgQI5BeQkAABAgQIECBAgACBUAD7n4AAgfQCAhIgQIAAAQIECBAgQIAAAQL5BSQkQIAAAQIECBDYFlAAbzt4JUCAAIGcAlIRIECAAAECBAgQIECAAAEC+QUkJECAAAECBPYIKID3YHhLgAABAgQIZBKQhQABAgQIECBAgAABAgQIEMgvICEBAgQIXCugAL5WxGcCBAgQIECAAIH+C0hAgAABAgQIECBAgAABAgQI5BeQkACBGwoogG/I4iQBAgQIECBAgAABAn0VMG8CBAgQIECAAAECBAgQIEAgv4CENxdQAN/cxjcECBAgQIAAAQIECBAg0C8BsyVAgAABAgQIECBAgAABAoMXGEABPPg1BkCAAAECBAgQIECAAAECBAYgICIBAgQIECBAgAABAgQIdAIK4E7BnldAMgIECBAgQIAAAQIECBAgQCC/gIQECBAgQIAAAQIECFwWUABfpvCGAIFsAvIQIECAAAECBAgQIECAAAEC+QUkJECAAAECBAgQuFpAAXy1h08ECBAgkENACgIECBAgQIAAAQIECBAgQCC/gIQECBAgQIDADQQUwDdAcYoAAQIECBDos4C5EyBAgAABAgQIECBAgAABAvkFJCRAgACBmwkogG8m4zwBAgQIECBAgED/BMyYAAECBAgQIECAAAECBAgQyC8gIQECtxRQAN+Sx5cECBAgQIAAAQIECPRFwDwJECBAgAABAgQIECBAgACB/AIS3l5AAXx7I1cQIECAAAECBAgQIECAwHILmB0BAgQIECBAgAABAgQIECCwI5C4AN5J6ECAAAECBAgQIECAAAECBAgkFhCNAAECBAgQIECAAAECBPYKKID3anifR0ASAgQIECBAgAABAgQIECBAIL+AhAQIECBAgAABAgQIXCegAL6OxAkCBPouYP4ECBAgQIAAAQIECBAgQIBAfgEJCRAgQIAAAQIEbiygAL6xi7MECBAg0E8BsyZAgAABAgQIECBAgAABAgTyC0hIgAABAgQI3EJAAXwLHF8RIECAAAECfRIwVwIECBAgQIAAAQIECBAgQCC/gIQECBAgcDsBBfDthHxPgAABAgQIECCw/AJmSIAAAQIECBAgQIAAAQIECOQXkJAAgX0JKID3xeQiAgQIECBAgAABAgSWVcC8CBAgQIAAAQIECBAgQIAAgfwCEu5fQAG8fytXEiBAgAABAgQIECBAgMByCZgNAQIECBAgQIAAAQIECBAgcI1AwgL4moQ+EiBAgAABAgQIECBAgAABAgkFRCJAgAABAgQIECBAgACBGwkogG+k4lx/BcycAAECBAgQIECAAAECBAgQyC8gIQECBAgQIECAAAECNxVQAN+UxhcECPRNwHwJECBAgAABAgQIECBAgACB/AISEiBAgAABAgQI3FpAAXxrH98SIECAQD8EzJIAAQIECBAgQIAAAQIECBDILyAhAQIECBAgsA8BBfA+kFxCgAABAgQILLOAuREgQIAAAQIECBAgQIAAAQL5BSQkQIAAgf0KKID3K+U6AgQIECBAgACB5RMwIwIECBAgQIAAAQIECBAgQCC/gIQECBxIQAF8IC4XEyBAgAABAgQIECCwLALmQYAAAQIECBAgQIAAAQIECOQXkPDgAgrgg5u5gwABAgQIECBAgAABAgSOV8DTCRAgQIAAAQIECBAgQIAAgZsIJCqAb5LQaQIECBAgQIAAAQIECBAgQCCRgCgECBAgQIAAAQIECBAgcCsBBfCtdHzXHwEzJUCAAAECBAgQIECAAAECBPILSEiAAAECBAgQIECAwG0FFMC3JXIBAQLLLmB+BAgQIECAAAECBAgQIECAQH4BCQkQIECAAAECBPYnoADen5OrCBCK1tttAAAQAElEQVQgQGA5BcyKAAECBAgQIECAAAECBAgQyC8gIQECBAgQIHAAAQXwAbBcSoAAAQIECCyTgLkQIECAAAECBAgQIECAAAEC+QUkJECAAIGDCiiADyrmegIECBAgQIAAgeMXMAMCBAgQIECAAAECBAgQIEAgv4CEBAgcSkABfCg2NxEgQIAAAQIECBAgcFwCnkuAAAECBAgQIECAAAECBAjkF5Dw8AIK4MPbuZMAAQIECBAgQIAAAQIEFivgaQQIECBAgAABAgQIECBAgMBtBBIUwLdJ6GsCBAgQIECAAAECBAgQIEAggYAIBAgQIECAAAECBAgQILAfAQXwfpRcs7wCZkaAAAECBAgQIECAAAECBAjkF5CQAAECBAgQIECAAIF9CyiA903lQgIElk3AfAgQIECAAAECBAgQIECAAIH8AhISIECAAAECBAgcTEABfDAvVxMgQIDAcgiYBQECBAgQIECAAAECBAgQIJBfQEICBAgQIEDgEAIK4EOguYUAAQIECBA4TgHPJkCAAAECBAgQIECAAAECBPILSEiAAAEChxVQAB9Wzn0ECBAgQIAAAQKLF/BEAgQIECBAgAABAgQIECBAIL+AhAQIHElAAXwkPjcTIECAAAECBAgQILAoAc8hQIAAAQIECBAgQIAAAQIE8gtIeHQBBfDRDY1AgAABAgQIECBAgAABAvMVMDoBAgQIECBAgAABAgQIECCwT4EeF8D7TOgyAgQIECBAgAABAgQIECBAoMcCpk6AAAECBAgQIECAAAECBxFQAB9Ey7XLI2AmBAgQIECAAAECBAgQIECAQH4BCQkQIECAAAECBAgQOLCAAvjAZG4gQOC4BTyfAAECBAgQIECAAAECBAgQyC8gIQECBAgQIECAwOEEFMCHc3MXAQIECByPgKcSIECAAAECBAgQIECAAAEC+QUkJECAAAECBI4goAA+Ap5bCRAgQIAAgUUKeBYBAgQIECBAgAABAgQIECCQX0BCAgQIEDiqgAL4qILuJ0CAAAECBAgQmL+AJxAgQIAAAQIECBAgQIAAAQL5BSQkQGAmAgrgmTAahAABAgQIECBAgACBeQkYlwABAgQIECBAgAABAgQIEMgvIOHsBBTAs7M0EgECBAgQIECAAAECBAjMVsBoBAgQIECAAAECBAgQIECAwAEFelgAHzChywkQIECAAAECBAgQIECAAIEeCpgyAQIECBAgQIAAAQIECBxGQAF8GDX3HJ+AJxMgQIAAAQIECBAgQIAAAQL5BSQkQIAAAQIECBAgQODQAgrgQ9O5kQCBRQt4HgECBAgQIECAAAECBAgQIJBfQEICBAgQIECAAIGjCSiAj+bnbgIECBBYjICnECBAgAABAgQIECBAgAABAvkFJCRAgAABAgRmIKAAngGiIQgQIECAAIF5ChibAAECBAgQIECAAAECBAgQyC8gIQECBAjMSkABPCtJ4xAgQIAAAQIECMxewIgECBAgQIAAAQIECBAgQIBAfgEJCRCYqYACeKacBiNAgAABAgQIECBAYFYCxiFAgAABAgQIECBAgAABAgTyC0g4ewEF8OxNjUiAAAECBAgQIECAAAECRxNwNwECBAgQIECAAAECBAgQIHBIgR4VwIdM6DYCBAgQIECAAAECBAgQIECgRwKmSoAAAQIECBAgQIAAAQJHEVAAH0XPvYsT8CQCBAgQIECAAAECBAgQIEAgv4CEBAgQIECAAAECBAgcWUABfGRCAxAgMG8B4xMgQIAAAQIECBAgQIAAAQL5BSQkQIAAAQIECBCYjYACeDaORiFAgACB+QgYlQABAgQIECBAgAABAgQIEMgvICEBAgQIECAwQwEF8AwxDUWAAAECBAjMUsBYBAgQIECAAAECBAgQIECAQH4BCQkQIEBg1gIK4FmLGo8AAQIECBAgQODoAkYgQIAAAQIECBAgQIAAAQIE8gtISIDAXAQUwHNhNSgBAgQIECBAgAABAocVcB8BAgQIECBAgAABAgQIECCQX0DC+QkogOdna2QCBAgQIECAAAECBAgQOJiAqwkQIECAAAECBAgQIECAAIEjCvSgAD5iQrcTIECAAAECBAgQIECAAAECPRAwRQIECBAgQIAAAQIECBCYhYACeBaKxpifgJEJECBAgAABAgQIECBAgACB/AISEiBAgAABAgQIECAwMwEF8MwoDUSAwKwFjEeAAAECBAgQIECAAAECBAjkF5CQAAECBAgQIEBgtgIK4Nl6Go0AAQIEZiNgFAIECBAgQIAAAQIECBAgQCC/gIQECBAgQIDAHAQUwHNANSQBAgQIECBwFAH3EiBAgAABAgQIECBAgAABAvkFJCRAgACBeQkogOcla1wCBAgQIECAAIGDC7iDAAECBAgQIECAAAECBAgQyC8gIQECcxVQAM+V1+AECBAgQIAAAQIECOxXwHUECBAgQIAAAQIECBAgQIBAfgEJ5y+gAJ6/sScQIECAAAECBAgQIECAwK0FfEuAAAECBAgQIECAAAECBAjMSGCJC+AZJTQMAQIECBAgQIAAAQIECBAgsMQCpkaAAAECBAgQIECAAAECsxRQAM9S01izEzASAQIECBAgQIAAAQIECBAgkF9AQgIECBAgQIAAAQIEZi6gAJ45qQEJEDiqgPsJECBAgAABAgQIECBAgACB/AISEiBAgAABAgQIzEdAATwfV6MSIECAwOEE3EWAAAECBAgQIECAAAECBAjkF5CQAAECBAgQmKOAAniOuIYmQIAAAQIEDiLgWgIECBAgQIAAAQIECBAgQCC/gIQECBAgMG8BBfC8hY1PgAABAgQIECBwewFXECBAgAABAgQIECBAgAABAvkFJCRAYCECCuCFMHsIAQIECBAgQIAAAQI3E3CeAAECBAgQIECAAAECBAgQyC8g4eIEFMCLs/YkAgQIECBAgAABAgQIELhawCcCBAgQIECAAAECBAgQIEBgxgJLWADPOKHhCBAgQIAAAQIECBAgQIAAgSUUMCUCBAgQIECAAAECBAgQmIeAAngeqsY8vIA7CRAgQIAAAQIECBAgQIAAgfwCEhIgQIAAAQIECBAgMDeBWgC3Nxl8cpPzThMgQGA+AkYlQIAAAQIECBAgQIAAAQIE8gtISIAAAQIECBAgMF+BZjyexGS885Cu8532wVv1xO5e39oIECBAgMB8BYxOgAABAgQIECBAgAABAgQI5BeQkAABAgQIEFiAQPP2X45oJ7X5bWvz29QnlrP1pWuESz1u1r2er682AgQIECBAgMB8BIxKgAABAgQIECBAgAABAgQI5BeQkAABAgQWJdB8zRMvxTP+6Tje8ubNmFyqj53cXV9W6r5Vm+Hu2BXB9aONAAECBAgQIECAwKwFjEeAAAECBAgQIECAAAECBAjkF5CQAIGFCjQro9Pxu/9lEi94+oPxFY9/f/zmL4yjXR/V8ncSMVm9yWTqdzf5xmkCBAgQIECAAAECBAjsR8A1BAgQIECAAAECBAgQIECAQH4BCRcv0Gyur8eoKdGM747ff9ud8TVPuhBP/+xz8atvPhlt7Xnb8STa7peB6/vw16DDDwECBAgQIECAAAECBAgcWcAABAgQIECAAAECBAgQIECAwJwEmqYZxcrKapT6X8RKrDSn452/fSpe/JXn4xmfcz7+83+orW/XBJeuAa6zqB8jmvqm+9z9W8HdsX488mYAAgQIECBAgAABAgQIECBAIL+AhAQIECBAgAABAgQIECAwT4FmbWUlYlxL3LaNUvdRM4mmHUW7flctgkfx/CdvxDM/q41f+9lxTNYjJht1OvXyaDfrm0t17z7Ug43AUQTcS4AAAQIECBAgQIAAAQIECOQXkJAAAQIECBAgQIAAgbkLNJNa/rbtZPr7v6X7G8/NuYgynn5uJ0207Ur817dPpv9G8DM+/y/i995xsbbAUX9K3bs2uPtt4PrWRoAAgUMKuI0AAQIECBAgQIAAAQIECBDILyAhAQIECBAgQIDAYgSatm13ntQVuaOIrXvq52ZaAI9iNUoZxWjURNm6K/7g7ffE//bZJZ7/xRfij95Rr20fVq/diq43nr7sDlXP2ggQIECAwD4EXEKAAAECBAgQIECAAAECBAjkF5CQAAECBAgQWKBAs/2ssn2Yvl7zfm+p267EeONk/KdfKvHkz3goXnLfQ/HgX67Vu8Z1r/eV7s9C772hnrYRIECAAAECBG4o4CQBAgQIECBAgAABAgQIECCQX0BCAgQIEFi0QC2A6xa1vL3Jk0eliVH9fhRNPdZ9FDGanIqVcmf8whtOxxd++l/FD3zzxbh4NqLdWq0vpe51sK4H7vb61kaAAAECBAgQIEDgKgEfCBAgQIAAAQIECBAgQIAAgfwCEhIgcCwCzdVPreXt1Seu+VS/3y11y0ZEKTHeuDNe/8oT8cR/cDZ+7se3or3lLwFPwg8BAgQIECBAgAABAsMWkJ4AAQIECBAgQIAAAQIECBDILyDh8Qk0pZTa4zZRYhSllIjSNbyTaNtuH+8co/7U76Lu3fd1byYnoqmXjjfXohmtxtn33Rnf+bzNePpnPRTv+LVaBI/HMenK4K7z3aq3R724O0R3YvrGCwECBAgQIECAAAECBAgMS0BaAgQIECBAgAABAgQIECBAYM4CzfXj7xa1e7+pxW9X/u49Nf1c6mvZOVuHak/GO///lXjm4y/Ei59+Me7/y/pVLZLrRfVNd1231+vqpyubdwQIECBAgAABAgQIECBAgEB+AQkJECBAgAABAgQIECBAYBECTbS1lO32y0+rn6eN7d7j5S+ve1NqX9z9JvD2XqKZrMVquTN++U0n44mfvhmvfcVDMV6vF42j/lyKaOv7usXuXs/aBiwgOgECBAgQIECAAAECBAgQIJBfQEICBAgQIECAAAECBBYmcJNfx+3K324Ou8fu/T73dlRL3hKjZiU2Lq3Gj7y8iS/5jIfiN39xPSJO1u/q4fK2twX2p6Evs3hDYCACYhIgQIAAAQIECBAgQIAAAQL5BSQkQIAAAQIECBBYrMDVBXD3m8DdfoQ5lDpit4/qcaVpYzJp4i/+6K74uic/GN/0jAfigT8v0W7UB3R9b+neXNgpheuJutVvbAQIECCQX0BCAgQIECBAgAABAgQIECBAIL+AhAQIECBAgMAxCNSadp5PLVHGp6P7i9Kr5d74xX/bxBd+2oPxhu/fjEvnImJ8ImJyR31jI0CAAAECBIYjICkBAgQIECBAgAABAgQIECCQX0BCAgQIEDgugSZKG9M99vx0vwW8u+85fZi3pY7TdDeOI1bbe2Kyfle85js24r4vOBd//P/W/ndzI9rJekS7EtFcrFe2dbcRIECAAAECBAikFBCKAAECBAgQIECAAAECBAgQyC8gIQECxyrQzP3ppT6hdrpt1JfRpSjNZu2b74g/+q8r8ZTP+qv4/m+8EOOLJ+pFtSFuT9Vjd0M9TDd/E3rK4IUAqgS5vAAAEABJREFUAQIECBAgQIBAAgERCBAgQIAAAQIECBAgQIAAgfwCEh6/wJUCuNSCdu++z7m1ba12b7fX8rdeEu1kre6jmN6ztRajycPjp37odHz54ybx1p/feeBWPdapRNRCOK5Mr561ESBAgAABAgQIECBAgEA/BcyaAAECBAgQIECAAAECBAgQWJDAghvW7rd7u71L1x3rXkvhP3lnxNc8MeJbnnUpzt4f0Xbd72RU33TX2QkQIECAAAECBAgQIECAAIH+Cpg5AQIECBAgQIAAAQIECCxSYMEF8DXR2rJd9o6bWFndiF/8qYgv/8yL8R9/pvs14IhJVwR3vw28dw8/KQSEIECAAAECBAgQIECAAAECBPILSEiAAAECBAgQIECAwMIFblIA18Z1989Bz3NKZRxNM4laA8f0T0TXl/e+Zz2+4Znn48XPeDA+8L768DqV+lq3y2+ueV8/2ggQ6JWAyRIgQIAAAQIECBAgQIAAAQL5BSQkQIAAAQIECBA4HoErBXBbdmbQFa17953TczmUKE1b94gmTsQoVqMpp6JpT8Qv/3SJZz++jbf+0qWI8TiibES0UfdJfdmqx3qop+urjQABAgT6I2CmBAgQIECAAAECBAgQIECAQH4BCQkQIECAAIFjFLhSAF83iWnbWs92x3qYy1bqqN1eD3u37pHtSvzpuy7F1z/lYnzPC8/HpQ+c2L6idAXwKKI7jtZjuwmuBxsBAgQIECCw5AKmR4AAAQIECBAgQIAAAQIECOQXkJAAAQIEjltg+geYJ3GDEnZhM9v77BKj7r8yiqZtotQieLJ+Kt70w6fiaY97KN7x61sRk5WYbE0iut9YnnSl8N77ww8BAgQIECBAgMAyCpgTAQIECBAgQIAAAQIECBAgkF9AQgIElkKgmc6iFq11m75dlpeu1i1dMV2L4Jisxnv+ZC3u+6Kz8fpXXIx2cyWinK97LYKjm3m3Ry2F624jQIAAAQIECBAgQGCpBEyGAAECBAgQIECAAAECBAgQyC8g4fIINFE2ojQ7BWqplWuJKKVEs7OXUi+p70spUcr1e8zsp9SRdva21GeNosRKlFL3Or92vBKTjXvi1d+2El/9hRfjL37/TLRbTb2n+zPQDyp/q4SNAAECBAgQIECAAAECSyZgOgQIECBAgAABAgQIECBAgMCCBZqP+Xtb0ZZaojaT2KmB5zyF/Qxf6kXd3hW83bF+rFuJUoveJt7x9kl8yePeH7/80+OI8cn6zamIsln37jeCww8BAgQIECBAgAABAgQIECBw7AImQIAAAQIECBAgQIAAAQLHIdC8/MdPx7961Sge89hLsTm+PyZtLVWPYybTZ9aCtyt5r9qnX0Qppe5trK6MomzcEeML98Y3f9XF+K6vfTDG59ZisrEabVu2L/a6vAJmRoAAAQIECBAgQIAAAQIECOQXkJAAAQIECBAgQIAAgWMTaLaajfjkz2zi+950Op7/3Sfi9N2bMY5L0e78d2Vm3e8Hd/vkyqm5vOtK3N197wN2zjXnIurb0k1l80y8+cc340sf90C8513jqA1w1Je62wgQWEYBcyJAgAABAgQIECBAgAABAgTyC0hIgAABAgQIECBwvALNyspaRBl1W3zG4++In/zN0/Hlz48YnX4otsoDEbUOnpaqpRas3Z+KrsVwPXlMW4mY3BHTAri+bZr6dnJ3/Nk7z8RT/+n98XOvr3MctzEeb9RZboYfAgQIEFgaARMhQIAAAQIECBAgQIAAAQIE8gtISIAAAQIECCyBQBO1RK1taXSlalvaKKcuxeOfcTJ+9D/eFf/L552MycpDMWm2ItqVunf/3u4ojvenNr9XTaB+rnO79OC98a1ffS6+5b7zMVlfq3Hq+auu84EAAQIECBA4HgFPJUCAAAECBAgQIECAAAECBPILSEiAAAECyyLQ1b+X51JKiVE5GW3bxD2PauK53306Xv0z98RHfuxfxTjOR1m9GJP637htYzl+2jrfSYyazVhdezDWVs7Ef/g/Szz1n2zF+95VC+tJnWV7zV4/2ggQIECAAAECBBYk4DEECBAgQIAAAQIECBAgQIBAfgEJCRBYKoHtAvhyoTuO6H7bt5tiV5yWNj78oyL+9b/9G/GC712Nh33QerRlM6Kej8s/3YX1Q1vqy6K3+uzmXMRkre6nokxWayF8Jt79zogn/KP3xq/9+616/mZz6trhm33nPAECBAgQIECAAAECRxVwPwECBAgQIECAAAECBAgQIJBfQMLlE2iidqhRanlbt2jqS1mJ0tXC3V96bkZRP0ZZjfj0z12LH/qFe+JffGnEiTseiM3JRkzKVrTl0kJTtbWsvrKXaLfuirb7bzKK2PmutKOYXLo3Xvi0C/GD37YeUTvry5PU+16m8IYAAQIECBAgQIAAAQJzEjAsAQIECBAgQIAAAQIECBAgcEwCXdW759F7PtYuePrF7rEWxSfvjHjqC0fxfW+8J/7ep12KNjbqJfWeUkvWMq4FbL34pr8JXC+dy1afPx23Pnt6rC91rlHnUSZn4vWvuhRf/YWb8dd/Vs93W3O+vnaNcHd9nXNohCuIjQABAgQIECBAgAABAgQIzEjAMAQIECBAgAABAgQIECBwnAK77elVc+j606tOdB+6vrTbRxfjw//OKL79R+6KF33PibjzYQ9GO/0V252hrvrz0N2Ni927WezupSuBN++K3/71UTz7C9bjD99W57J5R7Tj7reFt2phXY/RXV3P2+YrYHQCBAgQIECAAAECBAgQIEAgv4CEBAgQIECAAAECBAgcu0ATpc6h2+thf9taveyhiLU2PvWzR/HaX3pUfPaTmpiMzsZk998PrlfUdrW+3rBKrucXtNUCOLq9lrx/8Sdt3PfEB+M//fwkStNEdP+W8STqNI95jnUKNgLZBeQjQIAAAQIECBAgQIAAAQIE8gtISIAAAQIECBAgsBwCtQndmcieErjc6M8idz1pt8eJesOdda831LtP3xvxzG++I17xo3fHf/dR69H9u8BlFFFGF6M0kyj1slJKPd54j3n+lDrhbo96bE/EpbNn4vlPvRD/5qXrEZOT0TYXIkr3J6Ensf2zVQ+77+tbGwECBAgcVcD9BAgQIECAAAECBAgQIECAQH4BCQkQIECAAIElEqgVbXT16A2m1BWhe/cbXLJ7qhbBH/2pJb7v390RT/iKiObE+yMmd9Rva/HavbZttHWvb495K3Fi9Uz8yMvbeOFT1mPz3Mk6nyZqE1z3+ja6vKV7YydAgAABAgSOLGAAAgQIECBAgAABAgQIECBAIL+AhAQIECCwbAK1/dzpPmcws9Uz4/ji5zXxsh97VHzkR7cxbiexVYvfca2Yp3t9P4PHHGmIrfWIpj0Rv/ELq/HMf/5gvPePT9RyehxRNiIm3Z+3LuGHAAECBAgQIEDgiAJuJ0CAAAECBAgQIECAAAECBPILSEiAwFIKTAvgo1ee3W/6btaA07/9HH/7E9p45ZtKPOmr2jhx6lI9vxXTZ5Tuum6vp45lq89u6nzGJTY3SvzB/7caz33ihfi936wMk9WoPfWVWdVLr3zwjgABAgQIECBAgACB/Qq4jgABAgQIECBAgAABAgQIEMgvIOHyCjS1+twuZ6+aY3f2mr1rcLt973WXS9Luzcrlb0odsTkZ8aRnn4zv/alT8ZiPuz9W1jZjZaWNSbO+3bN2t9S9lHr1LfbLg87kTakl71pE08bqqInVcjre/Qd3xLP+5f3xGz/bTSYixnW/vHV/EvryB28IECBAgAABAgQIECBA4NYCviVAgAABAgQIECBAgAABAgSOWaBreQ8/hbJ7azfM5Q+7JyPq6Y98bMR3vvbeeMIz2yirD9TvRtE2mxEltn/a7cPiXuuD67b7vFEtgtutU/H1TzsXP/ryrejK4e2Guruim9xVjXB30k6AAAECBAgQIECAAAECBAhcJ+AEAQIECBAgQIAAAQIECCyDQK1oZzyNUse7ai9x5p5RPOE5J+K7f+yeuPdD12NlZfs3a7t69XIRXG9b+NaWad/bjE/HaHJH/OB3RLzqm89GuxkxLYHbUX3T7fVgO5yAuwgQIECAAAECBAgQIECAAIH8AhISIECAAAECBAgQILA0ArMvgK+LVsveshHtZBwf9fER/+bnz8T//M+3Ytw8GJP63/bl0yp4++0iX8ue55ZxRNmKn3j1OF78zPPX/Cno2P7Zc/n2Ca8ECNxKwHcECBAgQIAAAQIECBAgQIBAfgEJCRAgQIAAAQIElktgAQVw94jViGY03VfvinjOS+6IF33P6bjngx6IGE1iq93YUeka1loY73xayGG3BG5XopmsRTs+FW9580o850l/Gefv72bQzafOr5ta6T7bCRAgQGAfAi4hQIAAAQIECBAgQIAAAQIE8gtISIAAAQIECCyhQLOYOZUopdRHdXstVJs2PvWfrcT//qZHxN/5xEtRRlvRrFyI0mxGW4vWtnupVy9sm5bA3dzqPjkR0Z6It/3ymXjG5z0U7/mjjmgton4VfggQIECAAIF9CLiEAAECBAgQIECAAAECBAgQyC8gIQECBAgsq0DXbi5wbuP6rFoAl9qm1u0RHxrxnT92Op7xgtVYOdnGJJrorhhHG+NaAnd7vWGhWzMZ1VlsxMqoxJ+/82R83ZMuxZ/9bhsxmUTb7XVeCy+oFyrgYQQIECBAgACBIwi4lQABAgQIECBAgAABAgQIEMgvICEBAkst0Cx2dqP6uG7fjJj+1m1ErER83petxbe85kR88Ee+N6Jcitq01mPE5Wti56f2sDvv5nNoaytdt4g6x0mdWJT40z8ax3O+aBK/99YSpTR7njvvyex5lLcECBAgQIAAAQIEeiBgigQIECBAgAABAgQIECBAgEB+AQmXX2Bvo7mg2Zb6nFqudr8FvOfpj/2UlXjNv//Q+MR//IFoTp6t13TbVkzGJSZRug8Rk3qc9q7Tl+1zs36dFtMlmna17qO63xF//f5z8ewn3B9v/cWNiK0SpZSIqCX2pB5sBAgQIECAAAECBAgQIECAAAECBAgQIECAAAECBAgQWBKBZn7zuNXIXYF6zfe10109FfFtP/Ah8WXPvSNO31kL1ljdvqh+V5vXiNFWROn+SHR3ottjtj/T8rcbstSXnb3pWt4mLp27M174tK14+1vq87tTk7Vo6xS6vV5sI0CAAAECBAgQIECAAAECAxUQmwABAgQIECBAgAABAgSWSeCYCuA9BDs9a+weVybxL778ZHzTa0rc+ciz0axtxaQdRymjKE1b94hSmijTvbsp5vTTRpSN6b8H3GzdGaP6qI1Lk3jek8/Gr/5sLaK7Eji6l0ktguu14ecqAR8IECBAgAABAgQIECBAgACB/AISEiBAgAABAgQIECCwdALN0s2orVNqJvGxf381XvUz98RHf9KliNVztQRuatG6GtGu7Ey5K1933s7lUBvfyVrE5OT26N37+uxm/PB48Zg3tOwAABAASURBVFeei594zflaRnfFb71u+4r62n2uBxuBgQuIT4AAAQIECBAgQIAAAQIECOQXkJAAAQIECBAgQGA5BZqlm9a0T63TGkXc++iI7/zRM/H4L12LcZyrBXBEV7G23Z+BLlt16t2nepjXtvsnoXeOzeREbG1GTC7eE6/61q14w/eNIzZLTLbqcTqHD9TXOc+pPsFGgACBJRYwNQIECBAgQIAAAQIECBAgQCC/gIQECBAgQIDAEgvUpnWJZ1enVlYn8fQXnYoXfM+pKKffdaUArpVwxLQtjrn+7JS/MT1OIppaPNd9vHF3vPqll+J1r9yIppQ6hQt1f1jdu/f1YCNAgAABAoMTEJgAAQIECBAgQIAAAQIECBDILyAhAQIECCy7wNIXwE1TC9Uyjn/wOaP4gX/3EfGID7sQbS1cJ3Eq2uZi9d37G7d739evZr21o2gmK9N91NQyePOu+KHv2IjXfXd97vhkdL+i3LZtPdTPs3628QgQIECAAAECyyxgbgQIECBAgAABAgQIECBAgEB+AQkJEOiFQLPcs+yK1Lq3pZaqEY/+7yNe+ZOn4+M+5WxEuVQL4I3Y/qnXxN59++zMX0stfVfunw5bor6v70p7R/zQyy7Fj7xsK2KrltX1XG2Cp6+xc83OBwcCBAgQIECAAAECKQWEIkCAAAECBAgQIECAAAECBPILSNgfgR4UwLVULU2UUURZi3jEh23ES3/43vgn/3IrmmYSk7aJSanl67QAbiLm+meh61zGd9dH1LJ50kRp2+mff27iTPzwy87HT7x6sz69ROmK4uh+mu7FToAAAQIECBAgQIAAgawCchEgQIAAAQIECBAgQIAAAQJLJjCHhnKWCbvple0Bdw4RK9PtvpeciS//2tMRq+/f/n4yinZcop3UC9u6b5+dw2uzZ8xJRBlP92bysPjhl2/Er//cRky26hzDDwECBAgQIECAAAECBAgQyCwgGwECBAgQIECAAAECBAgso8DeNnMZ53eDOdXCtWkj6sw/72kr8e0/+PBYO302xnEp2nq6jUm09dP2jfXE9ps5vJaIdhSlFs9N3Ut95sa5O+L7vnEz1s/X59ZuOLp9Dk9e6iFNjgABAgQIECBAgAABAgQIEMgvICEBAgQIECBAgAABAksrUGvUpZ3bTSbW/XZtLYFrx9oVsB/3P0V8/xvvjQ97TGz3rV0vO/2uu/3ym+7D7PfuTz2vfGA6bn1sdPt7/qSNn//JizH90J0IPwSGIyApAQIECBAgQIAAAQIECBAgkF9AQgIECBAgQIAAgeUW6GEB3LWqo9gtWMtKEx/+2HF8x4+cjI987IPRrIxjPKnF76S7rh5jnj/1GdN/E7h7RplOKcan442vORHjjXG07VZEN4Vu7y6xEyBAIK+AZAQIECBAgAABAgQIECBAgEB+AQkJECBAgACBHgj0sADuVEv3Uvdx3WvJGk088iM241VvPhOf8GlbsbpWv6/J2rYWxdu1bL1uXlt91nTo+sB6bEoTf/7us/Gu3yv1yaWe0f5WBBsBAgQIpBYQjgABAgQIECBAgAABAgQIEMgvICEBAgQI9EVgu7Xsy2yvm2dX8K7Ws1u1bF2J5uQkvuH7T8U//NytaFfPx2RSol10/1qf17Sn4h3/+WK0XT9dZ1YnaCNAgAABAgQI5BSQigABAgQIECBAgAABAgQIEMgvICEBAr0S6HkBvGu9GjHuftt2PU7cdS6+9mVr8aRnrcToxPkopTayl/8Oc/d+9575HLtZxGQ13vvuJspKV1DP5zlGJUCAAAECBAgQIHDcAp5PgAABAgQIECBAgAABAgQI5BeQsH8CTf+mfJMZr3TnT9eXM1Fq7/rE+9biqc8bRVk7HyunLkSUSd0vRUzL4HqY01aqaKkv58/VN+P5F85zimFYAgQIECBAgAABAgQI3ErAdwQIECBAgAABAgQIECBAgMCSCtSWclYzW4Zxyk6/W48rJT7/qSfjRd97Isbtej1fo467grh+N++pdmXzqD6zLOBZ885ifAIECBAgQIAAAQIECBAgcJWADwQIECBAgAABAgQIECCwzAK1FV3m6R10bm1E6X7LdyOmPysRn/yZa/Gtr747RiceiEn9rutkSylRyvY+vW6mL91vGm/EnffUeYxmOvByD2Z2BAgQIECAAAECBAgQIECAQH4BCQkQIECAAAECBAgQWHqBZAVwqeAn6z6Oy3/puZawf/fT23jpa++JOx9Wy9nLX9TLrnrffT7q3kbbbNWieSv+9mPvieged9Qh3U+gBwKmSIAAAQIECBAgQIAAAQIECOQXkJAAAQIECBAgQKAfAskK4F30UxFdFxz1p41oRqvxMZ/UxMvfWOJhH3IhNsdbMe1+m0vbF9TXWWxtKXXYcUzKOD7649di+98djrg8l/BDgACBdAICESBAgAABAgQIECBAgAABAvkFJCRAgAABAgR6JJC0AN6zAmX7fVkt8ejHnIyXvf5MfMjfejC6crYdd78tXGJWP7VrrkOdir/7KW084kPaaMt6/bx9tr6xESBAgACBZALiECBAgAABAgQIECBAgAABAvkFJCRAgACBvgnkL4C7Fek63trDllGJD/5bES993Zl4+N/882hXLsSktNH9pebdvbv8KHtZOR+f+8RT0yG6x07feCFAgAABAgQIZBOQhwABAgQIECBAgAABAgQIEMgvICEBAr0UGEYBvLs0tQSejCfxNz5iNb73DR8Wj/yQs/WbrvqtX0S314/Xbd35vfu1F2x/13b3l834xE9r4pP/YS2AJ139u1Yv7o71YCNAgAABAgQIECCQREAMAgQIECBAgAABAgQIECBAIL+AhP0VGE4B3PWwNW1T6pva+T7i0SW+/bV31xK4fljZikk7ibbukyjR7dtLul3uRlfuXrXXb9s6Tv26bS7FpO7dn5R++IfeH/e95GRE7X0no+6u+lIvtREgQIAAAQIECBAgQCCJgBgECBAgQIAAAQIECBAgQIDAkgvUSvSoM+zZ/bW3ja4ErtN+9GPuiFe8YS0eWYvb0mxEV+LGAX9qB1zvWInTd1+KF77sEfHIR5Uo9YyNAAECBAgQIECAAAECBAjkEpCGAAECBAgQIECAAAECBPogMLwCuKn1bN12F+feR0e8/Mc/OD76E9poV/56+lvAu9/t5zhuL8QHf/jZeNmPn4yP+aTKWceuW9R3wyiC94PkGgIECBAgQIAAAQIECBAgQKDfAmZPgAABAgQIECBAgEBvBLqesjeTnf1Eu9L3Ytz76EvxXW84HV/8lQ+PlVPrMSndPqnHuPEebUyazZisPBj/7ItW41U//cj4m48ZRTSVs8x+lkYksKwC5kWAAAECBAgQIECAAAECBAjkF5CQAAECBAgQIECgXwK1sezXhGc72xJNnIwSazFaa+OJz16LH/uVU/GlX7MRj/6o8zFuHoj18UMRo40Yx6XYai/U4vfB+KCPmMTnfNmFeN2v3hX3veSuOHlPRLMW2z/bfxM6ake8vW+f9UqAAIFsAvIQIECAAAECBAgQIECAAAEC+QUkJECAAAECBHoo0PRwzjOecqnjlSil1GPE3R8U8b9+1Z3xA//XnfHGtz0iXvnGe+LrXrFV9834ztefite95Z547a9GPPMbTsa9HxaxOZnEuJa+7fbt0zGm5e/2O68ECBAgQCChgEgECBAgQIAAAQIECBAgQIBAfgEJCRAgQKCvAk1fJz7LeZdSpgVwPUSz0o28GaPV9XjYoyI+9u9H/KPPujP+8WffEx//P67EBz+6+7775d42SrMZzahEUxVLie2f7rh3b+vpbq8HGwECBAgQIECg9wICECBAgAABAgQIECBAgAABAvkFJCRAoNcCtbrs9fxnO/kyqeN1+2o9dn/T+XzEbpnbSXX7tMzdPlliNZp6QRN+CBAgQIAAAQIECOQXkJAAAQIECBAgQIAAAQIECBDILyBh/wV0l1etYcfR7d3J7ng6ar873Uv9ON1H9WMZ1dNdQVzqMW79U+rX3V4PNgIECBAgQIAAAQIECPRUwLQJECBAgAABAgQIECBAgACBngjUWvOwMx3Cfbdqbm/13RBsZCRAgAABAgQIECBAgACBYQhISYAAAQIECBAgQIAAAQJ9ElAA92m1lmmu5kKAAAECBAgQIECAAAECBAjkF5CQAAECBAgQIECAAIHeCSiAe7dkJkzg+AXMgAABAgQIECBAgAABAgQIEMgvICEBAgQIECBAgEA/BRTA/Vw3syZAgMBxCXguAQIECBAgQIAAAQIECBAgkF9AQgIECBAgQKDHAgrgHi+eqRMgQIAAgcUKeBoBAgQIECBAgAABAgQIECCQX0BCAgQIEOi7gAK47yto/gQIECBAgACBRQh4BgECBAgQIECAAAECBAgQIJBfQEICBFIIKIBTLKMQBAgQIECAAAECBOYnYGQCBAgQIECAAAECBAgQIEAgv4CEeQQUwHnWUhICBAgQIECAAAECBAjMWsB4BAgQIECAAAECBAgQIECAQM8EDlEA9yyh6RIgQIAAAQIECBAgQIAAAQKHEHALAQIECBAgQIAAAQIECPRRQAHcx1U7zjl7NgECBAgQIECAAAECBAgQIJBfQEICBAgQIECAAAECBHoroADu7dKZOIHFC3giAQIECBAgQIAAAQIECBAgkF9AQgIECBAgQIAAgX4LKID7vX5mT4AAgUUJeA4BAgQIECBAgAABAgQIECCQX0BCAgQIECBAIIGAAjjBIopAgAABAgTmK2B0AgQIECBAgAABAgQIECBAIL+AhAQIECCQRUABnGUl5SBAgAABAgQIzEPAmAQIECBAgAABAgQIECBAgEB+AQkJEEgloABOtZzCECBAgAABAgQIEJidgJEIECBAgAABAgQIECBAgACB/AIS5hNQAOdbU4kIECBAgAABAgQIECBwVAH3EyBAgAABAgQIECBAgAABAj0VOEAB3NOEpk2AAAECBAgQIECAAAECBAgcQMClBAgQIECAAAECBAgQINBnAQVwn1dvkXP3LAIECBAgQIAAAQIECBAgQCC/gIQECBAgQIAAAQIECPReQAHc+yUUgMD8BTyBAAECBAgQIECAAAECBAgQyC8gIQECBAgQIECAQA4BBXCOdZSCAAEC8xIwLgECBAgQIECAAAECBAgQIJBfQEICBAgQIEAgkYACONFiikKAAAECBGYrYDQCBAgQIECAAAECBAgQIEAgv4CEBAgQIJBNQAGcbUXlIUCAAAECBAjMQsAYBAgQIECAAAECBAgQIECAQH4BCQkQSCmgAE65rEIRIECAAAECBAgQOLyAOwkQIECAAAECBAgQIECAAIH8AhLmFVAA511byQgQIECAAAECBAgQIHBQAdcTIECAAAECBAgQIECAAAECPRfYRwHc84SmT4AAAQIECBAgQIAAAQIECOxDwCUECBAgQIAAAQIECBAgkEFAAZxhFeeZwdgECBAgQIAAAQLtmJC4AAAQAElEQVQECBAgQIBAfgEJCRAgQIAAAQIECBBII6AATrOUghCYvYARCRAgQIAAAQIECBAgQIAAgfwCEhIgQIAAAQIECOQSUADnWk9pCBAgMCsB4xAgQIAAAQIECBAgQIAAAQL5BSQkQIAAAQIEEgoogBMuqkgECBAgQOBoAu4mQIAAAQIECBAgQIAAAQIE8gtISIAAAQJZBRTAWVdWLgIECBAgQIDAYQTcQ4AAAQIECBAgQIAAAQIECOQXkJAAgdQCCuDUyyscAQIECBAgQIAAgf0LuJIAAQIECBAgQIAAAQIECBDILyBhfgEFcP41lpAAAQIECBAgQIAAAQK3E/A9AQIECBAgQIAAAQIECBAgkETgFgVwkoRiECBAgAABAgQIECBAgAABArcQ8BUBAgQIECBAgAABAgQIZBJQAGdazVlmMRYBAgQIECBAgAABAgQIECCQX0BCAgQIECBAgAABAgTSCSiA0y2pQASOLmAEAgQIECBAgAABAgQIECBAIL+AhAQIECBAgAABAjkFFMA511UqAgQIHFbAfQQIECBAgAABAgQIECBAgEB+AQkJECBAgACBxAIK4MSLKxoBAgQIEDiYgKsJECBAgAABAgQIECBAgACB/AISEiBAgEB2AQVw9hWWjwABAgQIECCwHwHXECBAgAABAgQIECBAgAABAvkFJCRAYBACTUxqzrbu1203PHndVU4QIECAAAECBAgQINBvAbMnQIAAAQIECBAgQIAAAQIE8gtIOByB5gVf9kCcfV9EO94J3R277rct9eTOOQcCBAgQIECAAAECBAgQyCggEwECBAgQIECAAAECBAgQIJBMoPm1nzsTz/r8C/GePx5vl8Cj9YjSNcCx89P9ivDOWwcCBAgQIECAAAECBAgQIEAgiYAYBAgQIECAAAECBAgQIJBRoGknW/GeP1yLpz7ur+Ltv7QVsXkiYlL2ZPXPBO/ByP9WQgIECBAgQIAAAQIECBAgQCC/gIQECBAgQIAAAQIECKQVqO3uOKJsxsb5u+OFT1+PN79+I8aXIqJs1CI4InZ/GXj3WE/ZCBDIKSAVAQIECBAgQIAAAQIECBAgkF9AQgIECBAgQIAAgdwCTTNZi9KuRrvVxMXza/E9L4h43StrKTxei7ZZj7ZcjMv/PnBuC+kIECAwZAHZCRAgQIAAAQIECBAgQIAAgfwCEhIgQIAAAQIDEGi6jNt/8LlEiSbGW2vxA9/1YDzvSx6IrXMnItq6jzbCDwECBAgQIJBVQC4CBAgQIECAAAECBAgQIEAgv4CEBAgQIDAUgaaptW9pI7o92km0sR6rcVe89f++I178FRfi/AP1u5jUIjjqz8V6rBfXrV5Y39dTNgIECBAgQIAAgf4KmDkBAgQIECBAgAABAgQIECCQX0BCAgQGJdBELYCj/pRSX2qr25YL9c0oJu2leOuvtPGcL9qM9/7xyXqu207Ul+mF9WgjQIAAAQIECBAgQKDPAuZOgAABAgQIECBAgAABAgQI5BeQcHgCTVv73La2v93elFGMJndGacbRlNOxtXEi3vmOEs/6gg/Ee98V0Y4r0KTuZat+qMfuN4O7g50AAQIECBAgQIAAAQIE+iRgrgQIECBAgAABAgQIECBAgEBSgabUArjLVsrOm53fCI56LNHE1vpq3P8Xd8R9T3gg3v07zXbx2462j6Vrg7u/Bx1+CBAgQIAAAQIECBAgQIAAgV4ImCQBAgQIECBAgAABAgQIZBaoje5u8XslZlM73W4vbRtrJybTfx/4/e++K579RRfjd966WcvfcURX/o5X6vt6f70+/PRbwOwJECBAgAABAgQIECBAgACB/AISEiBAgAABAgQIECCQXqAWwLfJOBlFjC5GKSUeeuBEPO+Lt+J3fqPe1nb73nsnez94T4BAjwRMlQABAgQIECBAgAABAgQIEMgvICEBAgQIECBAgMAwBGqLe03Q6Z93rqXv7rH7enxntNPf8i2xfuFUfM2T/zre8ZttTOJixPR8d9HlN90HOwECBAj0Q8AsCRAgQIAAAQIECBAgQIAAgfwCEhIgQIAAAQIDEri+AL42fOlOTF9qCVxL30nExvl747lfci7e/ivdn4Duvq97VxjHuL6pF9RXGwECBAgQILDsAuZHgAABAgQIECBAgAABAgQI5BeQkAABAgSGJlAL4K7c3d33xC9tRLfH1T/dbwK3WxGb587E85/yvvj9t29FOzlX91r8TkvgOuTVt/hEgAABAgQIECCwbALmQ4AAAQIECBAgQIAAAQIECOQXkJAAgUEK1Lb2BuXvHoru2ysfa8lbNiPqXW2UmFz60HjuEyfx+791Ksqknux+AfjKxd4RIECAAAECBAgQILCEAqZEgAABAgQIECBAgAABAgQI5BeQcLgCtbXdDV/qm52Pe3/zd1Kr3uketeQtdR9Fadto67m2Hs8/NIqv+sKH4rfeshHR1IK4Xa/fRURbdxsBAgQIECBAgAABAgQILJOAuRAgQIAAAQIECBAgQIAAAQLJBZqI/SYs9cLdvb7ttloUdyXw5sUz8dLnPRTv/r16cnJiu/ytXbASuHrYCBAgQIAAAQIECBAgQIDAUgiYBAECBAgQIECAAAECBAgMQaCJtpa6u3uXuJa6ETdrb+u13TV1735XuGkjmnIhuuN733UmXvCUjXj/n9Yvy0ZECT99EDBHAgQIECBAgAABAgQIECBAIL+AhAQIECBAgAABAgQIDEagia7w7fbLkWure/n9bd60TcT4rmhrgdy0J+Ldf9jGV37Be2sJvBbTArhshR8CBJZXwMwIECBAgAABAgQIECBAgACB/AISEiBAgAABAgQIDEugNrhd4Vv3Uvdp9u5Xd3f36Ymbv3T31L3Uy0szidXmZLz3XffG1z95PR54T8RkYyViOuzGzcfwDQECBAgch4BnEiBAgAABAgQIECBAgAABAvkFJCRAgAABAgQGKHClAN5uancIaqO78+72h2nDG6WO1F3bNE384TtG8aKvOBfjrvcd17OTtfrSfagHGwECBAgQIHDMAh5PgAABAgQIECBAgAABAgQI5BeQkAABAgSGKrBT294gfltL4G6/wVdXn6rXbf+953q6jWb0UKyUlfjdt63FC592NtbPdwVxt3cl8Nl6jY0AAQIECBAgQODYBDyYAAECBAgQIECAAAECBAgQyC8gIQECgxa4eQF8IJauBN65YXIq2rIR4621+C+/vhIvf9G5aMe1AK5bxOrORQ4ECBAgQIAAAQIECCxawPMIECBAgAABAgQIECBAgACB/AISEmji8m/v7ilxo/6U2th2e327/60bo6kjrsSo3ju+eCp+4SdLvO7lk4itiHbjdER9u//xXEmAAAECBAgQIECAAAECMxAwBAECBAgQIECAAAECBAgQIJBfYJqwiVrXbu8xo5+uBO72iLZt617i/3jFevzsj25EW7bb33p6Rs8yDAECBAgQIECAAAECBAgQIHBrAd8SIECAAAECBAgQIECAwJAEagE8v7il1OG3TsVk41S88hvPxm/9P9sFcNnuh+f3YCPfXsAVBAgQIECAAAECBAgQIECAQH4BCQkQIECAAAECBAgQGJxAbWjnm7nresvowdi4cHf8q2etxx/+7rlot3vg+T7Y6AQI3FTAFwQIECBAgAABAgQIECBAgEB+AQkJECBAgAABAgSGKTD/ArgpUdq7om1Hcf7sWrzwKREPvC+iVQIP8/84qQkQOG4BzydAgAABAgQIECBAgAABAgTyC0hIgAABAgQIDFhg7gXwtm3ZPkQT73lXE9903/0xGdcGuN057UCAAAECBAgsQMAjCBAgQIAAAQIECBAgQIAAgfwCEhIgQIDA0AUWVABHNKWJUkqMylr89lvujpd89QMRCuDwQ4AAAQIECBBYiICHECBAgAABAgQIECBAgAABAvkFJCRAgEAVaOq+Z5vseT+vtyXaSYlffNNm/Ni/fjBiEY+cVxTjEiBAgAABAgQIEOiBgCkSIECAAAECBAgQIECAAAEC+QUkJLArsF0At6V+rk3syvu2j/V1HlsT3XNKfa0l8Ma98epva+NtvzSJduxXgefhbUwCBAgQIECAAAECBAYvAIAAAQIECBAgQIAAAQIECBDIL3BVwtrJno8omxHtKGLrURHR1H2O27Rs7savzxnfGd/8nEvx/j8t9cTWzl4PNgIECBAgQIAAAQIECBAgQOCIAm4nQIAAAQIECBAgQIAAgSEKNN/wvSdjtHYhLpfAsfvT/Vbu3n33/NGOtfaNpg7bVb4lSpz7q5Px9U8ex/jiynYJ7R8GPhrw7e72PQECBAgQIECAAAECBAgQIJBfQEICBAgQIECAAAECBAYr0PwPj2viuS+9IyajczEptZmdUnTHSX3X7d373b2emtU2HbKN9fVJ/Mk7N+I7vu5cHbk7Weqxbt3berARIDA7ASMRIECAAAECBAgQIECAAAEC+QUkJECAAAECBAj8N/buLcauqgDj+LfWPufMpaWlECFi8BZRoomoDwomJpAQH7wk3gKJIUrFoE9AQxoJRKRcA6hcCoqRCCHEB4QYBRJtEB8ImsCLD7yoiVq8BJSaMtPO7Zy9l9/aM6cztMP0THtOhD3/07X2Xnvtvdfl9/plTxHY2AIxxKjzvlDo0p1bFGJPKQUHwT0plK5dSTmQ7VcN7Vd/Ceyx2+2WqrLQnkcrPfGQ58zBb655ypw/D21GBkIAAQQ2tACbRwABBBBAAAEEEEAAAQQQQACB5guwQwQQQAABBBBAQNF5r1II+uI3gy663Knr2D4pdUyTI9qcxLrpoDYfh189fliQ4oxitUU/uHlaL/yuUun8Wb6lOOspc8MnCgIIIIAAAggcowCvIYAAAggggAACCCCAAAIIIIBA8wXYIQIIIIAAAosC0cmrFJKKIuqrOwpdcMmYYntaKUhVKDTSX4qKqa1YTThiTlo4sFW3X3VQ81Oetc5960P/wmcKAggggAACCCCAwLoEeBgBBBBAAAEEEEAAAQQQQAABBJovwA4RQACBFQL5M19fOmh1kWPY7Vds1tnnjktxxrnwmOQ+9X8p9FvDOYdKKvZ5rODqtsd/ae+4bt2ZPwHOtXB/Lm7X68ttKgIIIIAAAggggAACCAwiwDMIIIAAAggggAACCCCAAAIIINB8AXaIwOECMah0xFtK0SGra2tSuu6+tj740UJl/beYfa9+y+ehh7BBKrdJqeUZgmJeSa+tZ/f09IsHPV/pALqesz5IzojFDwEEEEAAAQQQQAABBBBA4GgC3EcAAQQQQAABBBBAAAEEEEAAgeYLrLrDeKg3OGTN1R2xI11/z2adfsa0r9xfTEnBAfHSfQ31Fz2ag2CHv5LnirNSNa57b5zXn//gWzn1TV5Qnt8BtW/mTioCCCCAAAIIIIAAAggggAACCKwqQCcCCCCAAAIIIIAAAggggMBGFohKDmAP1eJQvrrpVOnm+7dp6yldEodT8gAACzFJREFUKW11PNtWKOYVnNWGEHxerMPFC4rlhKJz4KobdNOOKc1NF0rJa1DL63CV1yt+6xbgBQQQQAABBBBAAAEEEEAAAQQQaL4AO0QAAQQQQAABBBBAAIENL3BYmpqUWpXkHFhhXm97r3TdD9vqTB5UFedVpXGDBdcRFoe/SZWqstJLL05q9w37FHLo636FGTkFdqUggMB6BHgWAQQQQAABBBBAAAEEEEAAAQSaL8AOEUAAAQQQQAABBBDIAg6AXXLA6prqbLeOXx3BOgUOpT5wTls7bx9XUk/KIXBIWnwuvz6CGpNCCCriFpW9lvY8sknP/ybHvg6mNamU3M4H8UMAAQQQGECARxBAAAEEEEAAAQQQQAABBBBAoPkC7BABBBBAAAEEEDgkkNPfQxe5UQUHrI5/czspKLnxic8UunjHhHt77lnsc/eIS70QdefGdMu3XtHL/4hey7znzCvyqS45FK4bHBBAAAEEEEDgCAE6EEAAAQQQQAABBBBAAAEEEECg+QLsEAEEEEAAgdcKOAB20OpYV3X1pfIv9+XAtVrsLaSLLm/rvM8mVaHrIDaplyqVo/4S18toxaCpl7fp7mv3KaQxpdd8flzlxVIRQAABBBBAAAEEDhfgGgEEEEAAAQQQQAABBBBAAAEEmi/ADhFAAIFVBPqJ7yq3+l29xYbD2Ku/t1nvObOtuflZheCOsPJr3MXHhnX06B7K47empdTRc0939NRjc24v3vFNF993HO0GBQEEEEAAAQQQQAABBJYEOCGAAAIIIIAAAggggAACCCCAQPMF2CECrycQlSPgpRpCUOF/UWGpO0pqubpEKU5INz0gnfaOpJQcvoauKofAI/kOt0oKeeBqk5TnWJjUvbtaeuXvWhECB1/k6hMFAQQQQAABBBBAAAEEEEAAAQQQQAABBBBAAAEEEEAAAQQQaL7Amjt0rLvW/SNvn/xW6Zo7O4rtA1LV9ssjDmDzn3xOUoxRr/631O7rDzie9rR18Y36zAEBBBBAAAEEEEAAAQQQQACBjS7A/hFAAAEEEEAAAQQQQAABBBBwrroaQlj6/ler/Yqksz7e1iU7HQKP7/cTow1hcwRdV08TU0fPPBn11KM9Lf7l58LzU9YU4CYCCCCAAAIIIIAAAggggAACCDRfgB0igAACCCCAAAIIIIAAAksCOVtdag56ClJMuvDScZ1zfqUQu1rxSa5G/et0JnTndw7oX38tHQIfw/JHvUDGR+ANJMBSEEAAAQQQQAABBBBAAAEEEECg+QLsEAEEEEAAAQQQQACBlQLHmKAGhZZ05S0n6dTTDyjGnlQFKf+55pWjD7ldL9bzzB/YpB/f7KvKEyTXflnZ7vdxRgABBDamALtGAAEEEEAAAQQQQAABBBBAAIHmC7BDBBBAAAEEEEDgCAGnqEf0DdbhN7ecGLVr98mK7YNS/hJ4sDeP4yknvHFOKtt6+slZPfOEg2d3LQ7oNDhMuXmow20KAggggAACG1GAPSOAAAIIIIAAAggggAACCCCAQPMF2CECCCCAAAKrCzjGXf3GQL2F9O4PdXXZrklVxbTKMKfkf8vv5jA21+We422FqqMYkkLV0v23VZp/1SOWM1KVtzLmi+BKQQABBBBAAAEENqgA20YAAQQQQAABBBBAAAEEEEAAgeYLsEMEEEBgDYGcmq5x+2i3khRn9akvd3TupycUQlD+t/iW74Wum5Wr2z4eX/EYebxcU56l0It/mdWPbt3vYSflRFjSnKuf85GCAAIIIIAAAggggMBGE2C/CCCAAAIIIIAAAggggAACCCDQfAF2iMDRBI4zAJZCCFIxoytuGNcpp88oKahylY8a6i9Iqa1UuXqWdhHVDifoVz8L+uNzkkpXTeSDa1pR3aQggAACCCCAAAIIIIAAAs0WYHcIIIAAAggggAACCCCAAAIIINB8gYF2eJwBsENZbXIwO6nNb5GuveNEFWPTUnAaW3+p25KUpwg+D6PkcXJdHmv2YKHv7/q3erOeJ3WWb9BCAAEEEEAAAQQQQAABBBBAYEMIsEkEEEAAAQQQQAABBBBAAAEElgWcmi5fHFurP0RXZ35M+tLXCpVpn4dKDoYLn18b2LpjqKVTTOpvL2zVrx/pLX0FPNTh37yDsXIEEEAAAQQQQAABBBBAAAEEEGi+ADtEAAEEEEAAAQQQQAABBA4T6Ke3h3Wv57JS/cVv/vo2BW3fOan3f2SzqhBVxVJOgV1HWOovjdv6yXeD5qdWztMPnr2+ld20EdgAAmwRAQQQQAABBBBAAAEEEEAAAQSaL8AOEUAAAQQQQAABBBBYTWAIAfDSsDlvLaRivKtr7phUa2xKIVQOgqXRRrDJE0Tt3z+te26cXlpMntH99cxhqY8TAgggsCEE2CQCCCCAAAIIIIAAAggggAACCDRfgB0igAACCCCAAAKvKzCEADgP4eR3aYqqijrtjKTtO7apm+bdO6oANge8rqmj4CWMdU7Unp8v6IXf5768njx3z/NTEEAAAQQQ2CgC7BMBBBBAAAEEEEAAAQQQQAABBJovwA4RQAABBBBYW8DR6doPrO+uw9fg0LUKuuAbbZ119oKq1F3fEAM/7WA55aA3yrOq9DRp4WQ9cHupqpf/9LTvpTGP5ud8pCCAAAIIIIAAAo0WYHMIIIAAAggggAACCCCAAAIIINB8AXaIAAIIDCAw5AA4KIa25FFDq9LVt52kznj+EjdHtJJS8GFYxWOGHPQujRd8Xczo+Wen9eyTnqfyOty1dJcTAggggAACCCCAAAKNFWBjCCCAAAIIIIAAAggggAACCCDQfAF2iMCgAo5qB3100Of6Q0ad+k5p+5VOYVOpKlVKroOOsv7nkkI5oU7cpgfvXtDslEdIrpUPubpJQQABBBBAAAEEEEAAAQQaJsB2EEAAAQQQQAABBBBAAAEEEECg+QLr2mE/rV3XSwM/7NEv/PoWnfnhUkpRKXT9qgNZH4+/BA+Rq0918WTydQja+6dKjz/suaKrhjVfPQkHBBBAAAEEEEAAAQQQQAABBN4gAiwDAQQQQAABBBBAAAEEEEAAgSMFcmp6ZO8Qe6pK+vZd49q8bb9CcEBbj90PZfM517rzGA798ZZfjSoVe5N67IFKB1/Jfwb6yGeWn25giy0hgAACCCCAAAIIIIAAAggggEDzBdghAggggAACCCCAAAIIIPA6AiMPgEM76ZS3S5//yrh66YCXkQPffnU6XH+hm699a1jFme++l4N+ep/nG+r/OzysBTIOAqMRYFQEEEAAAQQQQAABBBBAAAEEEGi+ADtEAAEEEEAAAQQQQGAtgdEFwA5h5RpipdDp6aLLJvSu9xWq4oyqUC6uKVQ++6H8oFvDKCEEBe8qqqNfPlzon3u7Ugyqc2bl+XIdxkyMgQACCLyhBFgMAggggAACCCCAAAIIIIAAAgg0X4AdIoAAAggggAACRxVwVHrUZ47jgaQUu0qppWJCuvSqzb6e93iFFHpS1ZGGGP6q/i1uKX9TPD/T1kN3zaoqHQLX9zzn0OerB+aAAAIIIIDA/1GAqRFAAAEEEEAAAQQQQAABBBBAoPkC7BABBBBAAIHBBBbT0sGePYankuPWjkLwq65nn1/ok58bU9Kc+wpX94+w5OD5t4+39Z+9bc+ZJ/Ii8omKAAIIIIAAAgg0RYB9IIAAAggggAACCCCAAAIIIIBA8wXYIQIIILAOgdEGwMnD5xqS6gTW+evFl52gE7a6vyokX2ukv6SFhZ4e3D3l+b0GtTzbyCf1HBQEEEAAAQQQQAABBEYvwAwIIIAAAggggAACCCCAAAIIINB8AXaIwHoF/gcAAP//Zi5EBgAAAAZJREFUAwDB2PPr80APCwAAAABJRU5ErkJggg=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69836" y="137882"/>
            <a:ext cx="9982454" cy="111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5400" dirty="0" smtClean="0">
                <a:solidFill>
                  <a:srgbClr val="4518FC"/>
                </a:solidFill>
                <a:latin typeface="Arial Black" panose="020B0A04020102020204" pitchFamily="34" charset="0"/>
                <a:ea typeface="Golos Text" pitchFamily="34" charset="-122"/>
              </a:rPr>
              <a:t>Основной функционал</a:t>
            </a:r>
            <a:endParaRPr lang="en-US" sz="5400" dirty="0">
              <a:latin typeface="Arial Black" panose="020B0A04020102020204" pitchFamily="34" charset="0"/>
            </a:endParaRPr>
          </a:p>
        </p:txBody>
      </p:sp>
      <p:sp>
        <p:nvSpPr>
          <p:cNvPr id="12" name="Text 0"/>
          <p:cNvSpPr/>
          <p:nvPr/>
        </p:nvSpPr>
        <p:spPr>
          <a:xfrm>
            <a:off x="3787013" y="8369681"/>
            <a:ext cx="9982454" cy="111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(Статистика действий на сайте)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0273" y="1273312"/>
            <a:ext cx="11540933" cy="705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69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bright-minimalism/columns-3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9eYBsaV0f/n+eU73ddYYZZhgQRMQ9GuMSNCBGFkFFURRRZHPBCMiOCCIgKIqKGwiIaBQRcZe4RMGoPyP6U4NbRGOikSg7A8Nsd+ulzvl+nurumXtn7ty53V3VXXXqVXOeOqfO8jzP5/X0f++puk3nRYAAAQIECBAgQIAAAQIECPRdQH0ECBAgQIAAAQIECOxFoM2H27Z71Ys+3H3enbrufnfayLbe3f/Kc9sD8nxtD7xq2H3+nWtrc7/TNuy+/N+sdcOTddDrc+AzXZeHw2ztMA+zdduvPLd9WE9vt+1z87mvKJtmf/0np7svuOep7kEfebp70F277sF36boHjVpdm41cm7pvc7/Vruq6z6/tzlufL2qffXzEidFzD7zLie55X32i69a6rl3vuq69puuGXb6GuTu7bZ3OK+dsbX6qLXd72ZrwmmMBpRMgQIAAAQIECBAgQIAAAQL9F1AhAQIECBAgQIDAuAQe9NA7RBunYzAYjFrTNHF2K6VEKZstosRuX9dffyr+4q3rEd3hbLl12S6ys92PepEDTP1tKdAuR5RT8an3Wop/f7+Tsb66HMNhxLCNaEct32KMr3Zl1FnpluPP33om/vA3zkTJNYuS69esja7t51uzn4MZiwCBKRIwFQIECBAgQIAAAQIECBAgQKD/AiokQIAAAQIExiOQmWKUjbjnv4m4+8fWZC/TxPH0fN5emrIY/+3X6hgL0XVN1BHPe+NZJ+sUa/BX92edns/DChGHoyw08Q3fclkMlq/JoD4Vc8sIOEqpN1Sp2vZKVPsYRJQMlbuFaDYuj1d/z4lYW42IDIQj6lh5vI/b/o+4j8UZigABAgTOL+AsAQIECBAgQIAAAQIECBAg0H8BFRIgQIDAuAQy2Iua5g1H3x69zwPzc5MtA79SIkopt2qxx9f6+jD+5Pe6OHlN7aiJUne11a+V1laPtdsWyOXpYhjdsI2PvEcTD/7y5VjbuDa6PF+/Gbz54E2qmx9rzF5ta9s6c3G7mirXsL6JKLkfnI5rrz4cr3jBqYg2r7ULEaMVrOONJhD1VT/V/TmtnqztnJM7/5Az2flDniBAgAABAgRmVsDECRAgQIAAAQIECBAgQIAAgf4LqJAAgbEKZIg36q/EYCXiAV/exOrqiYgMGDP7jVLKrVpe3MNWoomVWDtT4o/fvJp912+X5hwymGxLZoq1RdS4MiKPY+tVooaLWx/mfZcJaIl0i4gy6OKxTz0Wl1w2iGZxPUpzFlq3fZy+I9HtfezgVfuorT6b+/qt3+GheMsvLsfb/qCNrqbOuXAl+2+y1/p97rrPO7cWMU/mVp/O3Vi22v9YOtIJAQIECBAgQIDAtAuYHwECBAgQIECAAAECBAgQINB/ARWOX6BGdfVbnIvRDbv4mE86HB/50UuxsLAYUTYimtNxTpKXn/a8dTlWtt/+lTPRbXQZHdZwt7bb67neU9vt3Tcf10spUUPyKz8y4hHfsBxlcCZKdyiinozzvWoMu93Od/22zuU4o0t1X6Pe2gbx8udHnPxwxrHNqRwx/1ZGofQw76xj5O6srZ6pK1f3Z53e1WGOuKvnPESAAAECBAgQIECAwCwJmCsBAgQIECBAgAABAgQIECCwS4GM07r6bdImSpPxXNPG/R/axfrG6ejyY9fW0G+XXd/GYyW7LLEQ/+uvu3jfO/LDTd9U3XygyV2ezfdbbD6eKzCCTKkE+8pvWok73PlUdE0GsNWztpjs64PvK/GDz7sxYng4B1qKTPOzLeRxzinfMxXOcL8e3NzyT+rmD7s8ynJ3+aTHCBAgQIAAAQIECBAgQGAmBEySAAECBAgQIECAAAECBPYgsJ3I1X3N7cp63O8hR2OweDqizVBvuJKd1wu5G8uWAzXr2VMXw7VD8V/ecDJqSljq26jV74nmZduOBJYyg/1Pzz6ewf3qeZ5L8/Oc3d2p7GtwbT6a67fexFvfsh6/+8trEZk7R/7txASD5xx0tAmARwzeCBAgQIAAAQIECBAgQIBALwUURYAAAQIECBAgQIDAXgVqtrvdal/dUtzj30bc7R71J6Az1avfCq7nx9hql/Xfih3EYvz33zwUsZaRXttEk+FhM0oSM2Ss423tNg/znthu9YxWv2E7apWiGcb9v+JQfMq92mjLMFs9mS1N832MW4lmeHy0EtG10a0fjx97yUZc/d7M8Yf5N9NsLtrme56LiHFH+vWvILu1zZeAagkQIECAAAECBAgQIECAAIH+C6iQAAECBAgQIEBg7AJdjdbK6NucX/SIQUQGiaNvdcZ2nBdjeGX/MYj689LDdhgfvmYt/ugtaxF17LGHlWOY7ix0UXJ9ukG062vxlG8/HovLZzZnXc/Xo7xWd+Nr9e8ke6tLmQn0DR8exHc95YbYWMu/majfQM755OVJbVujT6p7/RIgMHUCJkSAAAECBAgQIECAAAECBAj0X0CFBAgQIECAwMQF/uMXHYlhed8oqB3/YCXqP1/blCbaYRO/92vrUb84WvPK0maIWIPgyWaI4y/pQHsso9GbpS4+9jPbeMgjMwyOE7EZ3keMgvwY/6uu3yDXsAyX4+/fthI/+yOno1tfiahf+a0J//iHHPUoAB4xeCNAgMB8CKiSAAECBAgQIECAAAECBAgQ6L+ACgkQIEBgHwQyg738bm18+n0ui9Is5ICbAWMejHHLPnOLbhB/+Scb8d5/zdRwFPqK93aMXN2qZdSfYG7jcU9fieNXrGYOW2LYnIku/9txnzt5IMcuw6X4pZ88EX/z1mFEDfBHz9eJjQ7G+uYvZKycOiNAgAABAlMrYGIECBAgQIAAAQIECBAgQIBA/wVUSIDApAUyyIvatsZ5wEMzy4v1aPPcTZne1rVx7La/Qbp+5nC85ZdO1cGy2wwNc7zRPOo+z9TtrMP6UbuVQAboUaPRQRy7MuLJzz8WzaCNpluJaPJ8U6KUzXarR/d4omm6GGQbrl4R3/P0iA++O0ZjRayOZpSjn7OPPb5qf3vswuMECBAgQIAAAQLTLWB2BAgQIECAAAECBAgQIECAQP8FVLjvAhkW3v9LjsXhO5zOoSf3HdLac1MW4zd+PgPgNoey7Vyg1Ee2Y9H80EXc/2FL8e8+dzXa/C+iRJ6KSb+6tsR1H+7ipc++LtrVOtpKvo1/Ubcrzc5tBAgQIECAAAECBAj0TkBBBAgQIECAAAECBAgQIECAwIQEhrF4tIvPffAgomxEfWW+F+P+JnDJcLJ0ESeuvTR+79dPxujbqvm5jndTqwf13Harn7XbFigRTS7bU19wLFYuuTrvG2bbn63rBvEPf35JvOrFN0Ss1zHHH9eOv8c6T40AAQIECBAgQIAAAQIEDlzABAgQIECAAAECBAgQIEBgQgKlfmtzGN2wxIMedjiirGVMG/lqo6shbB6Nb8sOM2Au5XT89i9kalmz5rLde84jL29/st+ZwF0/tsTjn3lZRDP6Om4+vA+YOcT6mRK/+cZh/PFvZwKcn3PgPW23fFgAfEsRnwkQIECAAAECBAgQIECAwOwLqIAAAQIECBAgQIAAgYkKZPAag2gWu/iUz27iirudjI2oIWKeH3ugVyK6hSgbl8Tb33Y6/unvcoysrRv9dHGT1/JD3fK2utMuUqB6Jd/Dvm4p7vEJZzK4z2S91G8ClyiliVLq/vztIke41W1Nnqmt5L49c2l8z7NW4x1/n2N2OXaei/wrijH8/dQxRt15mwcBNRIgQIAAAQIECBAgQIAAAQL9F1AhAQIECBAgQIDA5AVqxFZbpnW5++KvWoloFyPqN4ObPBdjfm1mvjFcOxxvet2Z7Hwtc8K1yLeIHD9GYXCetu1cYBDxrS+9Qywup2vJIHbcv+F9qxnlYi5ekwHzMLr1o/EdT7oxPvjOhRitZQ2Ab3X/zk+M/iR2/pgnCBCYOQETJkCAAAECBAgQIECAAAECBPovoEICBAgQIEBgfwS6jNi2W5T4wocfj4WVG6Nrm8zxVqMtm9/PHctkaiBZMh/MNhgsx+++aS0+8C9LMcqZM0uMrn7zOC9OIHcey/ynvZOk+5hPa+KxTyvRpufa+unoum7Uxj/1zUUq7aX5V7MQG2vDeO8/HYuXPuvaWL2xjraUb222vW3517m3DjxNgAABAtMvYIYECBAgQIAAAQIECBAgQIBA/wVUSIAAAQIHJ3DplRH3vv9KTiDTxHwf35aBYf1Z4u1ua7LXrcSbfyXTwi7DwgyaY/MrwOMbcg576ro2HvnNx+KjP3k9moXFWwjUQLa2W5ze1ceST9WW/ZWNDJkH+bmLv/nThXj5i05GDPNauW50Lt9yy/XfxbeC659JPmwjQIAAAQIEeiqgLAIECBAgQIAAAQIECBAgQKD/AiokQOCABcpCxBd85SDacn00pYZ6455QGyW7rN/6HQyX4tded0OsncyYrzkdo5+drjlheO1WYLRkyfkdrzgey0evj67ZiLZ2NnLNC/V4bK2u5ObfSJOHg9Lk38xivPnnl+PnfzRHXb8sos0Lo7HP7GrUcc94V5PwEAECBAgQIECAwCQE9EmAAAECBAgQIECAAAECBAj0X0CF0yDQdWvxmZ+zEHe7x2JEl2nwKK4dx8wyCBz1dXak18SZE5fFH/xmhr9d/dbx7kLCccyuP31sRGW+y8eXeNwzcg1LNU373GIUxJ7tH2N41Y6zzzLqPP9mMgRuSvznHz4df/ibOZc6aMl9dyiv1b+nnQ2ZPe/sAXcTIECAAAECBAgQIDADAqZIgAABAgQIECBAgAABAgQI7JtA6bpYWBnGgx/eRFvWN8fdDvc2P+3hvYaF5z6+sTqIX3zNYqyfqOeP59ut78mTtosWqD+nXW/u4quecDzu9YD1KM16dG3mr9nyPS/Wg+22Fdzm2d1vW2vWZfjbLkXTDSKGg/juZ9wQb39r9rqewW8dbhdDCYDTz0aAAAECBAgQIECAAIE+CaiFAAECBAgQIECAAAECBPZZoFvOAQfxkK86Es3SjXlcU7th7rdCvjwa19Zl2Nx1C/HOd5yIt77lTMT6LceoY49rtHnqp6atGxHNWjz9hZfFZVdk7ZWy5L5+I7fuJtG2/0eBOlZ7KLq1y+IFT7oh3vOOnE8du7bRuPl5tK83jg7itt4FwLcl4zwBAgQIECBAgAABAgQIEJg9ATMmQIAAAQIECBAgQGA/BGood3ariVu2Y5dFPOiLD0UpNfytQV3uu7yxtj3MazP07aLuazeDaGKhvTR+43VLeS4i6reOc5gYte0AOrx2JNDE6Oe7u6W4/K4RT3tpG7F0Koa5jPWf5N1ue1zK88+ohsDZmgyam9yfuO5wPP/xXXzgHXl7fo7IueSa56fcbsiWk8r329qyktu65Hx/BFRCgAABAgQIECBAgAABAgQI9F9AhQQIECBAgAABAgcmMPr3WiOahS6+5FGHchptZrELEWUtMtPL/YUDu9jhq9lK+N7+N++Pv//zkJZifQAAEABJREFUNp8eZNve/CT0tsTO92X0SJOc9/785fjir+miDDZG57bfuu2D0cLe9GG8B91ivOufm3j+E66P667OEbutBR+Nckm+b84zD867nX33eW9wkgCBGRcwfQIECBAgQIAAAQIECBAgQKD/AiokQIAAAQIEDlAgA7rYCglLiY//zC4+9bPz3OibmzmtC2d1ecPut0FcFq97xYmIYRP136sd9ZRDj/bedi8wyFA91+2JLzgSH/9p10X994Bj9C3c7S4r8nbbPjeufRdNORVNdv/uf1yO537t1bFxJvvu8kRueXS7mwD4doncQIAAgdkVMHMCBAgQIECAAAECBAgQIECg/wIqJECAAIGDFqipXP22b86jHkYTD3tcxPrw+jwxiGhG6V0ej2OrA7QRJUavdmMl/vbPF+Ptf5rn6qVYi9G3jif57dSYh1d6Nm0sHFqP7/jRO8bSSnWtwHn+piC4LkJt4/bIPtvDEYMTceZ0if/7t3eIb3vcqVg/VW5joDqvcy8JgM/18IkAAQIECPRFQB0ECBAgQIAAAQIECBAgQIBA/wVUSIDAVAjUuK0GwBnE1Ywu230+fyXucvc8GP10b54f2zyzz630t/ZaShPDjYX4qZefiNIMc5ScRyzlvt6XO9vOBCpbbRniR7ZSFuLKu0c874ePxFr7oYiu+tb1LtlvbbmbxFa/Pd4eicEgx8v1/fu3rcQLvvH6GJ7JKbQZQo9aDlz/COKG7YPcb251hptH3gkQIECAAAECBHoioAwCBAgQIECAAAECBAgQIECg/wIqnD6B7UAwU7mVNh70pRnENqsR7aGc6va1PNzztt1XjlO/jZoh89/8aRf/83+sReRx1G8B+wbwnpSrbG1R0jrT1Hs/uInHPvkOEc36lnHZU/8X93AZDR8lYvVMG3/51qV40ZOvjfWTOaG2tq1eukvyIG/K9+0tr24f2hMgQIAAAQIECBAgMPMCCiBAgAABAgQIECBAgAABAgQOWKCGcU084puOxNFLlqIt7VnzGcWKZ33e5WE+VkqJUmprYmXhkvjV12713S3Vq9lsuxXoojk3Qh9EfMOzV+IzPnc9NuLGvLZlPRrg7OPRibG9ldJEk2u8MGijzuhP37IS3/7466LdiGiHw4jccjK3Gk8AfCsSJwgQIECAAAECBAgQIDCbAmZNgAABAgQIECBAgAABAlMi0EUcviTiP37RRuZzq1uTypPR5nHd525MW+aDsb6xGm99y1q842+z03ar/61d5AzyrG0HAiXvrS13uSVkbjGIeNpLDsdH3L0G7HUd89JoqxdrG30Y/1v9VncN9buF6IaL8dd/fDi+/etWo9vICd3GaALg24BxmgABAgQIECBAgAABAgQIzJCAqRIgQIAAAQIECBAgMA0CNTUctWFE08Ujn3goFldORzssGf2WiJLnY3yvUko0UaJ0y7EQx+LHvmctuppFdmuRA8Zm9nsitg5yb7sYgZI31Za73BK0Sc9cu6s+IuLFP95Fs3J1DNtc01zXkXfeNbGtdLmm2drFGJRB/lktxP/4o9V4wROui9M35qhNtrrQbd1vttGpzUPv/RNQEQECBAgQIECAAAECBAgQINB/ARUSIECAAAECBAhMnUC3+e3MK+8a8cCHLkc0bYZ4w2x1pjWpy1CxHo6plVE/Jf76Lz4Qb/+zDJnr+JsnM/s9lle3P+ShbRcCdT3TMNfxnp+0Et/5yjtFDDJ9bTayr7LVcrcPWw2ch+sr8Rd/eDy+9dGn4sPvqYPm31SdRu7qJwFwVdAI9FFATQQIECBAgAABAgQIECBAgED/BVRIgAABAgQITK9ADeSWIh76mCPRLb4/2ljNALhEFzU0HO+0S/bedE20q0fj9T96Q3TrGVjW8bfbeIebs95qnJqe9bvWCwk6aOOzHjSIxz5tMQaLp6IMVqPk6VJK7jfbJIFKKbE4yD+szPn/6W8X42kPPxXXvHMQG8NrI0qMXnXGowNvBAgQINAfAZUQIECAAAECBAgQIECAAAEC/RdQIQECBAhMqcBNX+6tB8P4uH+3EZ/x2XeMZpTK5VsGteOd+dbXPrPTQRyPv/zjEv/zz/JcHT5yH5kU5jXbHgRGltvPb0RX2njs01fiPg9ejLK5sBnun3PT9s0T2HdRynpEcyaGa4tx9bsOxVMecV28/58vjejqcF3kX1k90AgQIECAAIGeCCiDAAECBAgQIECAAAECBAgQ6L+ACgkQmGaBkpOrLXejRK5ZiK97+lIMNzKWK6t5aiGv3HRDHo9r66JrSzTdkfjZV52M0WsUNg9Gh972IHDOcjUx+tbvwjCe8wMr8Qmf2sRGOxxF7V1bxxilsPVggq2JaFciFzvaYRcfeu9KfNOXvife9t/Woz3TCYAnKK9rAgQIECBAgMA+CxiOAAECBAgQIECAAAECBAgQ6L+ACmdKoKthb8Qn/vuIz7xvhnbdSpSS+7EWsdlfl7ljbhHdIP7qT4fxJ285NdZRdFYFSr7lmnaHomvWY/mS1Xjxaxfjqo9cjS7D/dHSDm7Me0YrkftJbHUO262NUg9zuI0zR+LFTz0db35jJwCeBLs+CRAgQIAAAQIECOy7gAEJECBAgAABAgQIECBAgACBKRPYDGYzkY1uYTW+7HELMSw3RAwyrdvtTG/zuSaDwBKj/0oTsXY0XveDG9Ft5AOTGC67nfetxErEcCUuvTLiZW84Epfe6WR0g/Xo2mMRuRIx0VcZ9V7qWndNlJxHrF8aGyePxCte0AiARzreCBAgQIAAAQIECBAgMMMCpk6AAAECBAgQIECAAAEC0yxQosRyfM4XDOKT/t3hKIMzOdnJpbKlRDRNE//8D8P47V9YzbHO/jeA67i15Wnb7gVKfTQdBycimrW46h5r8V2vujwGyx+K+k3sGvrXO0b7ruQu2+aJPb2f9+GS86gX2jIau4tWAFw9NAIECBAgQIAAAQIECBAgMKMCpk2AAAECBAgQIECAwDQL1NyvtliPWDgTj3pSidWNa6Nmgu0e5t1lyni+1mSfJa9FczpKtxKvf/lqnLxmkGe7bHWrk/G14Cqx91Ytj0SUxWgWmvikz27jhT96aQwOvzu6wWq0pZrvZZXjol9d5H85Xpd/WLXVv4OLftiNsyJgngQIECBAgAABAgQIECBAgED/BVRIgAABAgQIECAwMwLdYkS3EP/h85fiHh+f8VyZZDCYwWR7KDIBjhs+vBy/9lP1G8B1vBpIRr5qAJw72xgE0jqy5dpGrul/+IJD8dTnXzVa64h0bhc2x8hwdvNg0u85l5xP/oVNeiD9EyCwrwIGI0CAAAECBAgQIECAAAECBPovoEICBAgQIEBgtgRGuVyGgQvDeOxTLovS1FB2u4TtYHb78x73XYlBNDHolmN4Zine8GMn4/p3DSIyGIzRUBlGh9fYBWoIHCfiix69GI952jCawcbmEM2p3I/gc1+3elxbPZ5MaybTrV4JECBA4CAEjEmAAAECBAgQIECAAAECBAj0X0CFBAgQIDBrAm3U7DXyVQaDuN9Dl+JjPm45yk3fCq1hYG15w5637KdkuFz77jL0zTB4uLYSP/UjZ6Jb2+48g+ioifT2Z/uxCCR9ZPAeg5PxmGcsxpc/vo124WS0sbTVfb2htvx7GCXx9Xjr0ph3AuAxg+qOAAECBAgckIBhCRAgQIAAAQIECBAgQIAAgf4LqJAAgZkU2IrjSk6+raFfF49+xmosHTqdJ+pWr9eL9XivrfZT21Y/GQQ33WL81i8O4x/+chhRh6+X6r62eqztXaCS1xaHsq/DUcognvC8IxkCn4mN9rpoS4bB2fJi1J+KzreIGD0Qk3jVv6hJ9KtPAgQIECBAgACBfRMwEAECBAgQIECAAAECBAgQINB/ARX2RiBzv3s/aDk++hOzorKeoWyeyMPxbVv9Zfi73WfTHorXfP/VOdb2GfuxC4zY61u23GJQ4gnPvTzu96X5octIdli/eZ2jjn4qOs/l4aS2HG1SXeuXAAECBAgQIECAAIGJCxiAAAECBAgQIECAAAECBAgQmB2BksFfbrHYxuOefijKwjDaZi3nfztfx8079rKVDCD/99uOxFt+8YaIdi89efb2BRK42VzPZjHiO15xedz7i05Et7geudoxbCcfz05+hNtXcAcBAgQIECBAgAABAgQI7ELAIwQIECBAgAABAgQIECAwqwJdfOZ9m/i3n51hYdm4uYiupsM3fxzbUclx2pX46ZdfG6euy+PacZchZW71UBunQI1fcx3rv8VcD5c24kWvPhafcZ/ELhn256WbR8tzN3+4zaOdXqjD7vQZ9xMgQIAAAQIECBAgQIAAAQIHK2B0AgQIECBAgAABAgRmUaCGf7V1GQQOIr7mSQsRzUa0zZloYzJhYNR+RyHzYnzo3VfGG340x67hbwaUXd3nyLNIOf1zzgUudZaDaBZLfN/rluLen78RzSDXO4P+zRh+a83zc71zXK0ZV0f6mQYBcyBAgAABAgQIECBAgAABAgT6L6BCAgQIECBAgACB2RbIVLA9FDE4GZ/2OctxnwetRuTnElux3ZjDwIgSMfp3ZzNs7A7Fr73+VLz3H0t0wxJl9PPTGQjXkDi8JiNQ0j+iLHfxnT9+PD7vobnezemIui6Rr8G1EWUzDo4xvbb+ksbUm24IEDg4ASMTIECAAAECBAgQIECAAAEC/RdQIQECBAgQINAPgUEt40hE6eLrnnVZDFaujcFCbL7GHAaOOu0yEqwt2tg4dVl837dmCDmsgXBOpF3JWzKkzHfbhAQqbzmVIfBafPsrjsTnf0UXXbk+oq3+h24xaK5L1HaL0zv4mKu9g7vdSoAAAQJTKWBSBAgQIECAAAECBAgQIECAQP8FVEiAAAECPRIYfeEz35oSH/Xxg3jgly7G6vq10eWpGH07dG8B4LlS2Vf9CejcRf3G7+B0/O3bVuP/96aMCdvt1PncJ3was0C1jxr0ZhK8cCKe8/JD8YgnLEe3dH20dU22vw08Cn7rzdttd/PIld3dg54iQIAAAQIEpkLAJAgQIECAAAECBAgQIECAAIH+C6iQAIG+CYwSutFb1F9+/rqnH4tDR4YRg9WstIZ/uRvrVqJmjE0Gvk27FINmIV713cM4c11E163nW3hNUiD5oy50LOYoR7KV+KZvX4pHP3kl2uFCthLtKPzNv4E8irpYoxa7em39Ze3qWQ8RIECAAAECBAgcqIDBCRAgQIAAAQIECBAgQIAAgf4LqHAeBC6/a8Sjn3Q4unI6oj2UJZds49pqXxkJlhos574Gkd1KXP/hYbzyJScjSv3acb0WXpMSqEtwU99bH3IpHveti/HUF+d6L94Yo7y3y4C4ttGH2PUru971sx4kQIAAAQIECBAgQOCgBIxLgAABAgQIECBAgAABAgQI9EagRoJf8fjDccXd1qJt6rdAtwLZqK96XFs93murI0U0XZNtOX7rjevx9j+uoWPZa8eev7C2oQ8AABAASURBVCiBGrZnK9m27v+yx0e87PXHYnDouhg2J6M969rWLTveCYB3TOYBAgQIECBAgAABAgQIHKyA0QkQIECAAAECBAgQIECgfwLLhyK+9qmHoxkFgFuBbFf3NfzdbmOsO/teWTweP/zCE7F+egL9j3Gqve2qrVFtE592v4gf+blL4/K7nI6uLkV0+V8bke+bbWcCtdedPeFuAgQIECBAgAABAgQIECBA4KAEjEuAAAECBAgQIECAQB8Fas67MIwHf9XRuOcnn4quWYubvyM6oTivdNG2Jd71T0vxMz/UxsbGxm6yxj6uxgRrqmtZ29YQ9bCufdmIT/z3TfzYm+4YH/VJq9EtnIzVjWuja7qtVqIrmy1yX0rJ3W232u3WCHazK2DmBAgQIECAAAECBAgQIECAQP8FVEiAAAECBAgQINBbgQz6IgYRZRjf/LxLI5rViCijLZO/DGbzWv0cE3h1i/ELP/2++N9/lePVb5/WNoFhdHlbAhV8bXTx8rueiR/91eX49PueieVDuR71fwNoc+3rLaM78k9ha3+hnQD4QjquEZgFAXMkQIAAAQIECBAgQIAAAQIE+i+gQgIECBAgQKDnAhn25RbNMD75c0o84KGDGLZr0bYxalHOSgDHIXFOfznw2pXxyhedjhwyuuE4BtDHhQVqRFtbvSv943Bs5vuDOHxJEy/9ySviq564lPHv6SiZ/0Yu/+ZPQ8dFvbZ7vqib3USAAAEC0yVgNgQIECBAgAABAgQIECBAgED/BVRIgAABAvMksBg17P36Zx3JIHCt5n7R1XwwJvvqhoP4x7d38cbXnIgiPZws9oV6H9b1X4tY3oive9bRePFrDsXi0Q/k38DOUnlLeCFk1wgQIECAwPQKmBkBAgQIECBAgAABAgQIECDQfwEVEiAwdwI17W3ijnft4lHf3EVZOD0SaPO9ttyNfasjRmTvG4fi9S8fxP/92zyODBy77aHq5+1j+4kKDGrvi1EyhS+DLu7zRQvx2t8+Hne6x4fzb2G4+e3sm9al3nv+JgA+v4uzBAgQIECAAIEpFjA1AgQIECBAgAABAgQIECBAoP8CKpxngTIo8YhvOhZXfOSN0TWZ+G2mtBMhGXVdSpRuMdZXm/je534g2tVMIst6jldb7myTFyjbQ5Rocz26pkTJ9hH3OBSv++0r4gFfthZlYW37pgvuBcAX5HGRAAECBAgQIECAwJQJmA4BAgQIECBAgAABAgQIECDQe4HSDGNhKeJZ331JlKVropSIGgaWUvK4xPheXXbVxSBKDLLbhbIU//p3V8SPf//1ERuLEXm5i9UYHeS7bX8ESq5HbdujLR7t4rk/dCie/tJhLBy9JlY31qLNxWlLrky27fs2910IgDclvBMgQIAAAQIECBAgQGDqBUyQAAECBAgQIECAAAECBOZFoIsoXXzm5y3GvR+wkMcbkVFfdG2+t3ktP41nq+lhtvpt32Y1h8zjbiF+7afX4+1vW49oFzJmzP14BtPLRQrkKmQEfNbNGfzHwno85FGH4tW/cnl87CcsRZTNv4nIV9d10dU/jjyOMhQAVweNAAECBAgQIECAAAECBAhMuYDpESBAgAABAgQIECAwVwJNZPIaUZp42ncdjUsuz3B2cDpDvogYfe0z92PbSkSXgWK3mD12GQK30a0eie//ljNx6toSTXs84tw4MrwmK5Arcq54PRH1fwSIuMcnR/zY70Q85NGr0SyciDI4k38qJdoM8LtumH8j6wLgyS7PpHvXPwECBAgQIECAAAECBAgQINB/ARUSIECAAAECBAjMq0C7sRF3vMtCPPIJGfCtL0RXMuBr1iJT2hjvqyaMtdVeS4aPK/G+d67HK19yOvJD1FdX37QDFCibY+euZBb89Jccje9/3ZG49Mrrox1cE91wOaI5k/cUAXB4EZhVAfMmQIAAAQIECBAgQIAAAQIE+i+gQgIECBAgQGBOBZqIUqIZZNLXRnzF1x+JT/iMk9HFmehGIV/k6+xI9uzjvLTHretKRHss3vzLa/Hnb8m+c8sze+zV43sWqItQ2mgWN/LvIOJT79vEz/7eneIBDzkWMbg+Rj8DXfwE9J6ddUCAAIGDEDAmAQIECBAgQIAAAQIECBAg0H8BFRIgQIAAgZFA6aJbXI0nveBYDJbyuMtQOKPgqK0GtXV/Uxs9MZ63bjEWBovx3c+6Md7/rrXx9KmXMQg02UeJqN8EbzZiKbPf571yKZ7/I8fjkiuGMYzWN4BTyEaAAAECBGZJwFwJECBAgAABAgQIECBAgACB/guokAABApsCJXelRInF+KRPX4gvfWyJ+u3ctjkdbQbDeTW3km2cWxdRhtkyYm6X4/QNy/E9z7wm2tORr7yW77aDFShlECX/JqIsxCjtzUz4fg8bxM/90aXxJY9dG5062BkanQABAgQIECBA4CIF3EaAAAECBAgQIECAAAECBAj0X0CFBM4jUPLcIOLxzzkSd/6oDGeHRzOdzfCvhsD1W8BdXsxIMO8a45bj1D67xfinv7k83viaMzlm7X413wTBiXDAW/2j2JpCBsAx6GLp+Go87bsuFwBvsdgRIECAAAECBAgQmG4BsyNAgAABAgQIECBAgAABAgT6L3DeCmvYuhFR1mL5SMSTnr8csfih6LqNbBkCljav1bC23hcTeJXYOLUUr//hLv7Xn+VYbY4/Cp0nMJQudylQ177NuH45SgbBzS578RgBAgQIECBAgAABAgQI7JOAYQgQIECAAAECBAgQIEBgngUy5O2WEmAp2nYj7n3/xfiiRxyKsnBj1C8AR1nPa3lPvsck/i3g2md2320cihc9+UTc+KHRQFtvNXjcOrTbs8CuO2hzgeJEPl7/Fm70DeCUsBEgQIAAAQIECBAgQIAAgWkVMC8CBAgQIECAAAECBAhE1HwvIppmIcpKxDc+50hc9VER7WAYbTRR/z3gs1vU0Dbv391Woum2W5PHteXYEXHNh9bju5913Wb3bZ7Ynlg91A5OYPSV3+M5/kK2Y/kXkTvbrAmYLwECBAgQIECAAAECBAgQINB/ARUSIECAAAECBAgQOL/AsSsinvr8SzKVvTFvGKV/uR/nVrKz2nIXmfQ26xHNRgzXl+PP/vBU/MIr6k9O12va9AiUnMpmm8RfRHZuI0BgYgI6JkCAAAECBAgQIECAAAECBPovoEICBAgQIECAwIUE2i7u9YAmHvwVC7G4lOHsnr7xe6GB6rWME7tBjrARg1iKwcZd4mdePoy//sMuYiPytZbNNk0CuWLTNB1zIUCAAIELCbhGgAABAgQIECBAgAABAgQI9F9AhQQIECBA4HYFmgxfBxFPfsHRuOSK4Vm312+A1o/b+3o8hjbMSLFbiFK7zaHXVpt42fNujHf/v/zQbZ2s3xTOmHgMo+lijwK5WnvsweMECBAgQIDAfggYgwABAgQIECBAgAABAgQIEOi/gAoJECBwYYGatZYMXWMtopyJlUsjnvk9S1GaEm2biXANY+s+xvzKrkssRJMh8KBpo2mauPo9i/GDz16L1ROLOdjpbDWIrhPMQ9uBCgiAD5Tf4AQIECBAgACBixFwDwECBAgQIECAAAECBAgQINB/ARUSuFiBEl2sjFrbRdzrgYvx0EcPoyycjCjDbG1M7lUD3hy/rfsu/ufbbojXvPSGiOGhHHKQzTYNAgLgaVgFcyBAgAABAgQIECBwWwLOEyBAgAABAgQIECBAgAABAv0X2GGFXca/mf3GYKE+uBbf9Lyl+Ih7RHTNWrb1rav1Wr2r7sfTSmmiZPY7KG0MoonFuDx+6w0l/vubMnTeaGL0K9CxHpEzyDfbAQnkShzQyIYlQIAAAQIECBAgQIAAgQsKuEiAAAECBAgQIECAAAECBG4t0EWJ67J1sfnqYvFQF9/2Q0ubgXC7nKczpc07otQwNj+Obcsxa5/1m8bdUvbaRNk4Ft/7nOvi//ztWn7OrRts5r95a8RGnrDdnsC4rzfj7lB/BAgQIECAAAECBAgQIECAwJ4FdECAAAECBAgQIECAAIHbECgZ7V6arWxdX46yMIxP/PTF+PqnL2QIvBZdXm1rSFvvqP8ucN3vonVdF+e2zHbb+rXjGjFujl+/Ebxx+vL4zicO44PviRiu5fk6ZlcHHMbmt4LrsbZfAnV19mss4+xZQAcECBAgQIAAAQIECBAgQIBA/wVUSIAAAQIECBAgQOD2BDJkPfuWLkPZPPXwbxzEJ9/rVESzGlFORdcubQawozA2xvQqEfVbvhkyb3dYMnG8+r0RL3nyRnQbeb3kgLmLek9TvxmcQXB47ZdALsd+DWUcAgT2JOBhAgQIECBAgAABAgQIECBAoP8CKiRAgAABAgQI7EZg9LPMEQuHB/Hcl10aR+5wdUavKzEKghfORNRANsb5Kud0VrtvhofiH/4q4oe//XQGxCW6+m8BjwLoDKFHgfE5j/gwQYFmgn3rmgABAgTGJKAbAgQIECBAgAABAgQIECBAoP8CKiRAgAABArsT6PKx+i3b3OXhlfeIePb3XBHRrEUpw81vAUfJi5Pa2oitAHp9rcSbf3kjfunVp6N0ixFNXot8lWy2fRMQAO8btYEIECBAgMCuBDxEgAABAgQIECBAgAABAgQI9F9AhQQIENiDQE1Xj2w+nwFwtF3c5wuW4iFfNYhSlqIbNrkv57TNm8f5XqLrulhocpz2ULzm+z4cf/UHw4gcO5ocp84rd7b9Eajk+zOSUQgQIECAAAECBHYo4HYCBAgQIECAAAECBAgQIECg/wIqJDBOgc2ktSw28ZQXrsTdP3ohFhbH2f/5+sq48RY/8TwoR+MFTzwZ//S361ED6fM95dzkBHJFJte5ngkQIECAAAECBAgQ2KWAxwgQIECAAAECBAgQIECAAIH+C4y7wlIiassceHC0ixe+JmL5+MnoShdtXqqty32M/VVy2M3WlEE0w2OxceJ4vOgb27jm3SUi53NOG/v4OjxboDn7g2MCBAgQIECAAAECBAgQOHgBMyBAgAABAgQIECBAgAABAnsWyKT3rp9Q4lkvXY5oTmV3mylsRsFbx7mbxFaHqT/9PNiID72/iWc/7obo1rYHqhe3j+0nJSAAnpSsfgkQIECAAAECBAgQIECAwM4FPEGAAAECBAgQIECAAIHdC5R8tLbcxdb+c79kIR7yNU0Mo4bAw3oluiYjwvrv9ZYSpdy6jW66wFv9937P10aPlHwfZKs/C90txnv+6VA893FnNkPgsjn+Td8Gztts4xfI1R1/p3oct4D+CBAgQIAAAQIECBAgQIAAgf4LqJAAAQIECBAgQIDABAQyDfzmFx6Kj/uUmsrWlidymMl/F7cmwXWgxXjbHy7F9z6tjRjW8fOcbaICmys80SF0ToDAngQ8TIAAAQIECBAgQIAAAQIECPRfQIUECBAgQIAAgXEK1Oz1rNasbMTzX7UYRy67MaLpYvTt3bZGwLXFxF+LCyWv/0taAAAQAElEQVR+/9c34sdfcjJy8ImPN+8DCIDn/S9A/QQITLWAyREgQIAAAQIECBAgQIAAAQL9F1AhAQIECBCYrEAXpXRxl7tHPOf7jkaU+lPQka82otSfZM59TPjVlRiUpfiVnyzxxpevRezDkDHHLwHwHC++0gkQIEBgqgVMjgABAgQIECBAgAABAgQIEOi/gAoJECCwDwIlSixGMyjxH76gicc+PYcsq9GVjei6msTuQ1xY6pgRpTsSr/vh9fij39qI6GLrVeewdWg3FoF9WNGxzFMnBAgQIECAAIE5ElAqAQIECBAgQIAAAQIECBAg0H8BFRLYZ4EuY8EyjEd+0+G47xeuRSlt1GD45iB28vOpmW/XHomXPvuG+B9/sB6j/DnqN5LrlcmPPy8j5ErPS6nqJECAAAECBAgQIDADAqZIgAABAgQIECBAgAABAgQI9F9gXyvciChrm60dxMKhEs/63uNx53sMIwbD6Jrc72cKnLHzxqk7xAufcE38xe/n2BkId5n/dvUtvMYh0IyjE30QIECAAAECBAgQIECAwN4F9ECAAAECBAgQIECAAAECBMYvsBDRLmW3GQRn0Fqz3iN3GMZLf+pwNEvX5/lbxIX1njw7ia2MOs0BypkYrh+K73jKh+Lv/qyN6PJKnh5dnoO3SZd4ixWd9HD6J0CAAAECBAgQIECAAAECBM4j4BQBAgQIECBAgAABAgQmJzBKBA9FDHKIpovSnIm73qOJF73qSHSD66Nt1qLLS5FZbN2VUqKU2271ngu1+m3e87Vouyg5RtcuR7dxLDZOXhnf+eQm3vV/uhhulM0uu82d990LjJZ79497crICeidAgAABAgQIECBAgAABAgT6L6BCAgQIECBAgAABAvshsBWwRu67pai7z7rfSnzDM45G5IfRLzDXn4Mu+5DAjr7xW6LNMPjaD0Z8y2NviGveE/nKE2U997a9CAiA96LnWQKTFNA3AQIECBAgQIAAAQIECBAg0H8BFRIgQIAAAQIEDkKgLMbo28ALXXz1Exbi8x6yEV1zJqLJ8LUMc0aTDYFrQDlqOUyXme/V7zwUz31cxAf+XxNdW6/kFGy7FiC4azoPEiBAYHICeiZAgAABAgQIECBAgAABAgT6L6BCAgQIECBwoAIZvkaUiOUuvvUHDsfH/9tBtN1StkHUbwN3UYPgyNfoxtxPaMsEuGm6eMc/nYynPer9cfW7ck4TGmpeuhUAz8tKq5MAAQIEZkXAPAkQIECAAAECBAgQIECAAIH+C6iQAAECBy9Qc9aaFOZ+8egwXvjqxbjyrvVbwKsx7EoGwW1kNhtdc23OdXIhcBNNxtALMYiVuPqdd4ynPbyL974jx97oossJdNs5dM7CdnECzcXd5i4CBAgQIECAAIHJCxiBAAECBAgQIECAAAECBAgQ6L+ACglMo8Ba3OmjIr7npw9FWTwdkXlvbpsT3bgs95kS5/sktzrCwmAhPvi+Lp77ddfG+/6lnslZNO0kh+1l3wLgXi6roggQIECAAAECBGZOwIQJECBAgAABAgQIECBAgACB/gtMZYUZtLaHRqHv3T+xi+/7qWOxfPTGiHYx2ljPLDhbNxx9G3dS0x+UJmobrg2j/vL0e/55MZ772PV4/zsGUUKcGTt8EdshmNsJECBAgAABAgQIECAwbgH9ESBAgAABAgQIECBAgACBAxXIDLjLuLdrIz7tvgvx+G85FN3gw6MQuOsWc2p5Q77vx1ZKiYWFJt7zztPxjEe/P97//7qbh62Htd18ZqaO9muyAuD9kjYOAQIECBAgQIAAAQIECBC4tYAzBAgQIECAAAECBAgQOHiBzHdLaaJkq1+4/fL/tBBf88RLIhZWo2tOR1vabBkR577LFjGZFLZ+C7jJCXQbR/L9WHzwXy+PF3xdiff8wxbR9rB1X9vWabtzBZpzP/o0HQJmQYAAAQIECBAgQIAAAQIECPRfQIUECBAgQIAAAQIEplAgg9Uu22OfWeLzvjhiYWEpJ5kJcb7XrasX68FEWx2vRNMsxjv+cT2+5XHXxz//dZu5c05sX8aPmX41Mz17kyfQRwE1ESBAgAABAgQIECBAgAABAv0XUCEBAgQIECBAYFoFMnstTRtLh5p43iuW41PvfTKaQRc1+O3adrSf9NRL5rzNVlvIEPiadx+PJz/8XfF3f5In25xgDYFrm/REZrR/AfCMLpxpEyDQTwFVESBAgAABAgQIECBAgAABAv0XUCEBAgQIEJh6gZIRYtmIYbkxXvzjx+Kj7rkQi4tNZAy82TKH3b8auijNRrRn7hrf9o2n4y/+cC2iyxD4pgl0Nx052BTI1ds88E6AAAECBAgcqIDBCRAgQIAAAQIECBAgQIAAgf4LqJAAAQLTLVBz1dpGs8zQd+FYHDpa4ntfH3HF3U5F261HF2fy6n6GrjmhbiHHHMTqycPx/G88E7/7phvyc56PjdyvZtvP+eRwU74JgKd8gUyPAAECBAgQmAcBNRIgQIAAAQIECBAgQIAAAQL9F1AhgdkRqHHqTS1z1kuvinj5zx+NO91lOaI9FKV+Q3hfy8lJ5HhdlBiuH4vve1Ybv/jq+k3gQZ7NOeX5PLBtCQiAtyDsCBAgQIAAAQIECByIgEEJECBAgAABAgQIECBAgACB/gvMWIVdzre2mvPW1iyux2V36+I7f6KJS648E/WnoPOWA9pKNMNj8ZPftx6vecn1Mdz+AnCd8HaL+X4JgOd7/VVPgAABAgQIECBAgMABChiaAAECBAgQIECAAAECBAhMo0D9vm1tN89tcXT4cZ9S4tt+KI8H1+XnNtt24nrLfV6awHbTnLpBRHc4fum1TXznkzKQXjvPYHVKo5+IPs+1fT6138MJgPdb3HgECBAgQIAAAQIECBAgQCCCAQECBAgQIECAAAECBKZWoAattZ07wTyzEHGv+y/HD7zhWDSHPhjt4MZom7VoS5utu6llOnvuozv81HVdnK9F20XJtnktommPxp+8pYlvfcyN8eF3RwzX6nPDzeG7Omge15y6Hs5REwBP1WKbDAECBAgQIECAAAECBAgQINB/ARUSIECAAAECBAgQmGGBEvGp912IF7/yjlEGpyLaA/o3eGvA2+Vk2qX4n39yNJ76lWfinf+8EVHPZSC9KZzXM6DOaHjz45y8C4DnZKGVOQMCpkiAAAECBAgQIECAAAECBAj0X0CFBAgQIECAAIGZF8jktTkVn/WghXjByy+LbnB1VpTn8n2/thpwnt2iLXH1v67EE7746viL32szBM6rTYbBw6XMfrPVn4zer8lNwThZ/RTMwhQIECAw5wLKJ0CAAAECBAgQIECAAAECBPovoEICBAgQINAPgZJlHI7IlPFzH7ocT37RJXl8Is+dHQKX/LyPW8mxyzDa9cvi+U+4Nt74ilPRnRlE5Lmor3o98p5Ry4C4nutxy6XpcXVKI0CAAAEC0y9ghgQIECBAgAABAgQIECBAgED/BVRIgACBfgjUXLe2yLfcalEP+9qVePJ3HImFlfX8mCfbDF7zaP+3knnvcnSrl8drXxrx0meeiWENgZsa/N6Q0e/pnNIwW/83AXD/11iFBAgQIECAwNQKmBgBAgQIECBAgAABAgQIECDQfwEVEuifQI1Ua6s5cP0m8Jc+djEe/c0LEc2NB1hsybE329LCYvzur7bxzEd08d5/znPD4xHdYl6v3/7tfzza/wpzKW0ECBAgQIAAAQIEpk7AhAgQIECAAAECBAgQIECAAIH+C/S0whr+1jYqL/PVsnQmHv3UxXjsMwax0XwouvxvdG3f3+qsNjLsjVhsjsTf/cVaPPOrNuKv/ng1YqMGwDnZesvZbd/nOPkBm8kPYQQCBAgQIECAAAECBAgQOFvAMQECBAgQIECAAAECBAgQmGWBjFFHX/69uYZBRG6PfcbR+PpnHI9oTuWlmrLmbhQG1+OzWz0/iVay05xItzCaX1MW4kPvH8S3PPqG+KXXrG+GwGUt76lzyd2Et4PqXgB8UPLGJUCAAAECBAgQIECAAIF5FFAzAQIECBAgQIAAAQIEZl6gxqy13VzIQsTWicc+Yym+4VtWIhavj/qDy21zJtrSZutuaqOv6MakXlsTKVshb9tGaY/Ea793I57zuKvj1IeWIkqGwTWYznnVXeSr3t1u7XM301sz07PvzeQVQoAAAQIECBAgQIAAAQIECPRfQIUECBAgQIAAAQIE+iqwFbrW8jJ9/OonLsSTnn84YvH9sRm2xsG+2uWI9lD8zVsviW/8kuvif79tEN1GzrltYirmF+N9ZVXj7VBvBAjsUMDtBAgQIECAAAECBAgQIECAQP8FVEiAAAECBAgQmCeBxYgv+/rlePZLroiVwxsHVnkpTTTZBt1CDOpPP3fD+NC7jsYzH/X++NXXrmcoHLFxZnG0jzaiBqflwGY7voFrHePrTU8ECBAgsCMBNxMgQIAAAQIECBAgQIAAAQL9F1AhAQIECBCYO4Em09TByXjwowbxjJccj4Xlk0lQf2Q5d9u/uVwP96N1GenmFjGIyCC4y89rJ+4cr37JajznMdfHjR/KSWxPLQ9v3s578ubLU3wkAJ7ixTE1AgQIEOi1gOIIECBAgAABAgQIECBAgACB/guokAABAvMlULLc2kbfpT0SUUo84MsX48WvXYlu8dpo2/U8ly32+VVqmJsT6xajZBBcMiEdDA7H///3SjzxS7v46z/eyPP1ntMZEke+MsCOjc3jYX6csS3Lm7EZmy4BAgQIECBAYOYFFECAAAECBAgQIECAAAECBAj0X0CFBOZXoEaptWWqGjUL/qwHLsdLX3tpXHrlDdEOFxOmRNeN7sjjCW+j8LeOUfKtttxtbSvLR+OaD7TxjEeejh98zg1x8tqVvFIT39oWIkoGwYMMgqN+jpl5CYBnZqlMlAABAgQIECBAoBcCiiBAgAABAgQIECBAgAABAgT6LzDnFdZot7YRQ81cuzbu9fkL8UM/d8e44m43xNrGakaqXbT156CbEqXUFlv7Evv5KplQL5Zj8eY3HotnfOVqvPPvBxFthtS1gC7n0mUQHHkuZuclAJ6dtTJTAgQIECBAgAABAgRmXMD0CRAgQIAAAQIECBAgQIDAPAhkbBq13VRrBryRZz7qkyNe/vOXxT0/fiWG7XqUpqkRcER9L8PRbustz01uO3tuXR27DtU18X//10Z808Oujp/5gROxcSLvKidj9C3g2NnroO8WAB/0ChifAAECBAgQIECAAAECBOZBQI0ECBAgQIAAAQIECBCYG4GMTjPuPbvcPJNbdCWuukfES98Q8Ymfvh7tsI3hcDWG5XQMY23zgeZklLy3lJL787fNG3f+Xn92urZoY5Tr1l94HrWuixJdNOVwrJ+6Y7zhRwfxjEddH//814cjhhmnZjadl+PmV3fz4RQe5YyncFZzMyWFEiBAgAABAgQIECBAgAABAv0XUCEBAgQIECBAgAABugGIrQAAEABJREFUApsCJTJpjSvvGvHqNx2Lf3+/DHsHbUS3GKXktcjX8Gi+bR3n0WS22v/ZbWuUDKhr0NsND8X//qvD8ZQvH8bP/sh6nDmR10eZ73oenMlW/13g0Yk8nr5NADx9a2JG8yKgTgIECBAgQIAAAQIECBAgQKD/AiokQIAAAQIECBC4WWA7c82EslmOeOnPHI0vecx6NAuno4lD0TWnIwY3pa03P7dPR/UHqZsYxqB00bSLMVxdjNf/yDCe/BXXxT/+ZUS7USK6lZzNYrY8zvdp3JJ3GqdlTgQIEOi3gOoIECBAgAABAgQIECBAgACB/guokAABAgQIELiAQNmIKCWe/j3H4jFPXYnh4NroYinaWIibX/Vbtu3NH/flqManGe7Wocsw8ije+45j8c0PPx0/9uJhDDOjzomeZyb1gf2e63mmkadqBbmzESBAgAABAvskYBgCBAgQIECAAAECBAgQIECg/wIqJECAAIELCdRUtQa9gwxNMwR+zNOX4jtfczRWjp7MpwbRdiW6DF+jrOXn/dzqxGrLMUcp6iCiXY7VMyXataX49dcN4mvuM4w/+vWc10be03XRdasR3Xp0cSpPCIATwUaAAAECBAgQmCcBtRIgQIAAAQIECBAgQIAAAQL9F1AhAQIXK1DKVtg62Ih7P3gxvvdnDsVVd89AtWmj2w5/u1ESe7FdjuG+rTlt91Qz6q3j4UaJaz5Q4kVPHMaLvnE1PvQvZfQz0RGZBnfLeVf99vIw9we77bfYwVZrdAIECBAgQIAAAQIHJWBcAgQIECBAgAABAgQIECBAoP8CKtydQJfBaVmPf/NZC/H9P3M0PuZTz8TCchNthqrdLfLYiExkdzfKrp4qpUQTJQalGbV6vNgcij/9b4N4/BeeiDf88Fp0q4dyWk1EZPjbDfI4D+s0a8vD/d7qTPZ7TOMRIECAAAECBAgQIEBgrgQUS4AAAQIECBAgQIAAAQIECFxYoBsuxnBjNe58z2G84pcOxb0fdCaibNw67q0/DX3rs7Evr5pGj1qO1i7EqRuX4ud/bBCPut/74o9+cxgx3Ap/83Ic1BxzbAFwItgIECBAgAABAgQIECBAgMCEBHRLgAABAgQIECBAgAABArcnUCJKppaDhZWIaGLxyHq84EcuiSd8Wxdtc3UM27Pj1BKlRLZymy32+OpG/7ZvF9v7m7orXcSoRUSJnNRCdBsLcfW/3im+60ldPO3hH45/eXuerxOu99UQOOded/lktPlf3ecdE92ScqL96/y8Ak4SIECAAAECBAgQIECAAAEC/RdQIQECBAgQIECAAAECFy1QA9XRzXnQLUUsrcdXPHExXvazl8Rld74x2nIqA9e8oRtkMFuy7UeUmuNdcKtzrS0j124x/s9fXRKPf8iJ+IFvuzGuf2+eq/82cA2Caxv1U9PgM3m0nm1y868j5wA2AgT2TcBABAgQIECAAAECBAgQIECAQP8FVEiAAAECBAgQILB7gcxUR2lvWY9Pv+9SvPJXj8WnfPqhKM1GrK+3o/B3+9u5db/7gfb2ZMl5lsEwBrVFhtLrgxh0R+K//uyhePTnrcZrXrgWazeUGK5FvRpNLETpViIyLI48ExN6NRPqV7cECBAgcB4BpwgQIECAAAECBAgQIECAAIH+C6iQAAECBAgQ2KtA/aZsxphlI2JwIq78qIiXvbHEAx++FmXxZHSRIXC2vY6y9+dLhrnZckZRcs61ZbC7MFiK0yeX4ld/ehBf/bkn4zd+9lSsn6r3rUde3mxRX119G3tLubH3qUMCBAgQIEDg1gLOECBAgAABAgQIECBAgAABAv0XUCEBAgQIjEWgRpgL2VP9tuzRqFnvwtEz8ayXHo7n/sByLF/y/miWTmeWWqJ+CzdvPMAt59plu2kGm0FwKV103SBu+NBivPyFw3jcA2+IX/+pjVg9maFvbu2wPpCBcB7X/Lh+GhVaP29+2PX72bPZdSceJECAAAECBAgQuJCAawQIECBAgAABAgQIECBAgED/BVRIgMD4BUqMEt5B5GshSubBn/+IpfiJ/3LXuMvdM2ityXCX9+TVg91q5Frb+WZRYlCOxPv/5Xi88sVd/KcvvjZ+91fOxMZqRHRLESUPMiyO0StrKifzaG8p8G3NJDu2ESBAgAABAgQIECCwZwEdECBAgAABAgQIECBAgAABAv0XUOEEBTIUrUFvLETUoHSwGnf5uIif/J1L4v4PPxXdYD1qBtxmDlxbPY4peZUyiJKt6QYxqHPaOBzv/adL4nufcSKe+JD1eMsvZhB8cjmD4Jx8V0PfrLE9knfm53zf7dbs9kHPESBAgAABAgQIECBAgMCFBVwlQIAAAQIECBAgQIAAAQIE9ipQ48za6m8mZzA6zMA0M+HBShvPednReNGrmyiLN+QgG9kyS40apNaWH/cpDc6Rztlylmd9zrk06xEZXEfJiY/C4OPxrndsxA9825l4/BffEL/6kzfG+smSz2QNdZdHm1s+e1M99bgabF650HtzoYuuESBAgAABAgQIECBAgAABArsS8BABAgQIECBAgAABAgQIjFVg9B3aGH2VtumilBKxFHHvhwziZ3//eHzyfziRUempWMpzbXNm9J3hsQ5/Vmdd18X5W+T5vDFz3pr1ljbnWY+HgyjDxbyWc85ZRrcY7UYG2WvH493/eCRe+cJBPPb+N8Yv/9harJ7I52vOm8+13Zm8ezVP1HY69122298EwLdvNMY7dEWAAAECBAgQIECAAAECBAj0X0CFBAgQIECAAAECBAjsm0Bmqld+dBcv/anj8ZinlGiba3LojECbDE1LJqn1W8C15dnJbzmZ2G63HC3PZ36b2XEGwXkt59RlK9Fkpn04rnn3sXj1dzXxyP/4vnjtS2+Ia98X2VP9SegMiqO+6j4/R9Z0Oy2rrw9oBAhMXMAABAgQIECAAAECBAgQIECAQP8FVEiAAAECBAgQIDB5gSbD1NpylylpdG2J5SNNPO5bD8UP/vzxuPNH1pB0PefRZMutZPKau/3dtiZXJzhqkVHvrVvJuQ9KRJ3ioF2JG95/Vfzyj5d4xL0/GD/4Lavxjr/rottYiehqLW3uB7duGSHHWa3eGV4ECBAgMFkBvRMgQIAAAQIECBAgQIAAAQL9F1AhAQIECBAgcEAC9Zu+o2/8dvEJn9HFT/zXI/HFjxpEO7g+2mbjgCZVhy35VlvubmsrGU7XW5oMrUfJbYlueCy69TvGb//iQnzDF304nvmItfizN7fRruYNeXuc3Wq/Z3/O47yrntUIECBAgACBCQnolgABAgQIECBAgAABAgQIEOi/gAoJECBA4AAFShlEiaWcQYmmWY6V4xFP/+7D8bKfPhZX3u3D0UaGwE2JkiFr6UpM1ysT25xhRBOD0o5aadqcaxdNN4iF7ni8/c8H8fxvKPGY/3gmfuEVZ+KGq7OCzIu7jS66LmurAXie2t6a7QN7AgQIECBAgACBcQvojwABAgQIECBAgAABAgQIEOi/gAoJEJgOgXLzNGoCuhDxaQ8YxE/81yvjQQ/fiMHyDRFtnhys5X1dtmnZ6rzrhOt+c043H9XP+SmD4Oia+OA7V+LHX1ri4fc6Gd/5xNPxV3+0EaXLmrqsJ8PjKBsRZTWj5PAiQIAAAQIECBAgQGDsAjokQIAAAQIECBAgQIAAAQIE+i+gwukUyMx0+2eSj9xhPb71hw7Fd732UNzhLqdj2A2jLZkF58zbrZa7s7YMU8/6dBCHJafQZBtE/W8hBnliMFjPktZisVnOnPdI/MmbF+NbHn1DfM1nr8Uvv2ojPvTOJrph/fnoEAAfxKIZkwABAgQIECBAgACBfguojgABAgQIECBAgAABAgQIEDhggdE3YldzEoOIQRefef/F+Ln/fige+phhRHNjZIqaLSIyXI3RKxPXjFgj8vpoPzp5wbfJX8w5lbWI2rrFKO1SjF7Neu7aWF64PK5531L855ctxiM+54PxvK89E3/4pkUBcOrYCBAgQIAAAQIECBAgQIDAuAT0Q4AAAQIECBAgQIAAAQLTIlCWMuxtbprN4HDEU7/7aLzyTUfiYz7twxHldJQMituuRNtk0Bolz2XoGvv76rr6b/nWFpGH57Z2Mbra6oX6teAMrLt2MDrXtvlMto31Jprh5fG2P1iK7376mgB4f5bPKAQIECBAgAABAgQIECBAgED/BVRIgAABAgQIECBAgMD0CNTgNwPd0YS29/khT3/CZwziR37+ivhPz1mMhUPXRQxWIzZW8mKJGH3LNvf5af+3Ou52O3v0eu5Cn/NahthR/z3gdlkAnBw2ApMV0DsBAgQIECBAgAABAgQIECDQfwEVEiBAgAABAgQITK9AzU/PaSVWjjbxlU8exE//zh3jcx80iGZxPdbX16Npbq+M/fqG8NkTvvCc6pRv2S78hKsECBAgsGsBDxIgQIAAAQIECBAgQIAAAQL9F1AhAQIECBAgMGsCbXRlNaJt46qPGcZzXtHEC141iLt+7DBiMc9HDXm3W9a2fVi/ZRvt1oncTXyrIfDOB2l2/ognCBAgQIAAgYsQcAsBAgQIECBAgAABAgQIECDQfwEVEiBAgMBMCjRRYinKYCFn38Ty0Yj7PnQ1/vPvrMTXPqPNz2sRg2Feq8lv7tqSYXG2PJyFrZmFSZojAQIECBAgQGC2BMyWAAECBAgQIECAAAECBAgQ6L+ACgkQmG2B7UA3912NTFdi8VgbX/2UQ/Ha31qJ+37hekRzOtv1EYMMgmsgXNqIrobGZapLr9VM9QRNjgABAgQIECBAgMBMCZgsAQIECBAgQIAAAQIECBAg0H8BFfZIYBhRNiKT3Sglg91mI+58z4gXvGYlXv7Lh+KjP7mJbrAaXWmijWxN3p9333rrtk5t77c+HsBOAHwA6IYkQIAAAQIECBAgQKCfAqoiQIAAAQIECBAgQIAAAQIEZkygG0S0CxH1W8CjIDjnP6jf/m3jEz6zi9f816Px3O9fikuv+kBEWcu2GpFRcNz0qoHvVusyQI6t45uu7/+BAHj/zY1IgAABAgQIECBAgAABAv0TUBEBAgQIECBAgAABAgQIzKJAzWxrYlr3kUFwZCBcf+Y5g+GykMdNEw94ZBNv+O9XxRNfeDqWj10TZenGWO9OR9fWhzYiypm4+XVTZzef2uejOoN9HnKehlMrAQIECBAgQIAAAQIECBAg0H8BFRIgQIAAAQIECBAg0A+BGujestXK2lg+2sWXf90l8fO/f7d42KMPxeGjG1Ga9Yh2KWJ4OCID4yhd7vP50TeB63MH0wTAB+Nu1HkQUCMBAgQIECBAgAABAgQIECDQfwEVEiBAgAABAgQI9E8gM9y4qW1kfW22EmUh4vhVEU940XK87nePxxd81XosHrk22sH10Qy2wt+S95Zh3p+f8/0gNgHwQagbkwCB3gsokAABAgQIECBAgAABAgQIEOi/gAoJECBAgACBeRDI1O9MNoAAABAASURBVLf+LHRkqFu/4VtLLhFXfGTEM192OP7z79wh7v+wLtqFD0X9Reh2cGpzn/dlFBy1xejfBc4To23ywbAAeATtjQABAgQIjE1ARwQIECBAgAABAgQIECBAgED/BVRIgAABAnMlkIlv/UpwyX1NV5uMdWtb6OKqj+viea84Fq/81Svivl98YzSLaxGLN8ZG10abiXCXeW/brGYQnAejn4bOIPmcQHj8kM34u9QjAQIECBAgQGBeBdRNgAABAgQIECBAgAABAgQI9F9AhQQIzKfAWbFq5sA1D950yGC3aeLjPj3iha86Fq/+9UvigQ9bjOXjH4qu2diMettDcdP97WLEKAiOib3OmunExtAxAQIECBAgQIAAgf4LqJAAAQIECBAgQIAAAQIECBDov4AKCdxKYCsNrruFiHv+m0E85wcPx2t/68r4im+8IZpD74thORNRSnSDDIsXT+Vx7uO2Xhe6dlvPnHteAHyuh08ECBAgQIAAAQIECBDYsYAHCBAgQIAAAQIECBAgQIAAgf4LnL/CTH5rZtvm1dyXTF9L08bdP3YYT/6Oy+KX/+Qu8WWPW4/Dl5yI6LrIWzZvHB3VT7XlqZu2+rm2m07s+CCnsONnPECAAAECBAgQIECAAAECBAhsCngnQIAAAQIECBAgQIAAgbkTqBFrbRn+1trrLj/W8Ld+jBjkbjEiz93hqoinvvhY/MIfH4snveiGuOyqG2I4uD42uvpN4PWIki3y1ZYMiLNFbTUAri3P72LLYXfxlEduR8BlAgQIECBAgAABAgQIECBAoP8CKiRAgAABAgQIECBAgMDtC5TMgw9dEvGwr700fvb3rooXveJ4fNy/bfPBbGVjM/htMgguq3mubjUErq0e77wJgHdu5gkCFxZwlQABAgQIECBAgAABAgQIEOi/gAoJECBAgAABAgQIXIxAzXFrq/dmELx0rI37fslCvOa3jser3rQc9/mCU7F09JpYXT8RXddEF+vRdu2o1Ucu3Oq3hLfbzXcKgG+2cESAAIE9C+iAAAECBAgQIECAAAECBAgQ6L+ACgkQIECAAAECOxGoEW2UfG82IurvRNeEdjHiY+/VxHf8+BXxc390eTzhuYfiirudiW7xg9GVYeTd0UZkq0d5cPbWZaJc20131Xtq27ypdr955J0AAQIECBDYi4BnCRAgQIAAAQIECBAgQIAAgf4LqJAAAQIECOxYoGReW2oAHIOIPB617bw2T11yVcQjn7ESr/+DY/HiH7syPv1z2yjL1+e9wyhNG10pGQRH5EFEmx1sPxt5UNp6IdvNmwD4ZgtHBAgQIECAAIFdCniMAAECBAgQIECAAAECBAgQ6L+ACgkQILAXgRrLZnhbu6i72upxbfU4g96FoxH3+cKl+P43rsQv//ll8cin3BhX3i2ia05ENGciyjBbxChAjvoq9WIe5D7ft7c60vaxPQECBAgQIECAAAECOxVwPwECBAgQIECAAAECBAgQINB/ARUSmKhAl71vxbZlNUqzHpde2cU3PPvS+Lm3DuJ7X7cS9/vSNsryyVjvTkU32MhWvxk8iK4sZMt900TXlFHb6in7tBEgQIAAAQIECBAgQIDAjgTcTIAAAQIECBAgQIAAAQIECPRfYPIVrkfUDLi2WM7hFvJz/VZvtqaLz/i8hfjWlx2O//K24/HcH+ziEz5lIZqFUxFlI25+1YdrixAA36ziiAABAgQIECBAgAABAgQIXKyA+wgQIECAAAECBAgQIECAwJgEFmP0s84ltl5NlCYPB9maZnS8eKjEocsiHvzII/Hy31iP1//B0fj6Z6/FR3z8+2M9romNuCHashptZsBNPmYbm4COCBAgQIAAAQIECBAgQIAAgf4LqJAAAQIECBAgQIAAAQLjFLgp+b1wp/W20kaz0MSd7hHxyKcejp9+853iZ/7b5fHob+7ibh+9EF2cCQHwhRldJXDxAu4kQIAAAQIECBAgQIAAAQIE+i+gQgIECBAgQIAAAQL7LTAKfnPQ0T7j3ZIHZRhR1qMsrcfdP2k9vuG5x+Knf38hfuLNywLg8CJAgMAYBHRBgAABAgQIECBAgAABAgQI9F9AhQQIECBAgACBAxfocgZdhsDtIKJbzLaULfcxiC5z4Xt+SgiAk8hGgAABAgT2IuBZAgQIECBAgAABAgQIECBAoP8CKiRAgAABAtMhULamkRlw1OOzWlPP5cnRbus2OwIECBAgQIAAgR0JuJkAAQIECBAgQIAAAQIECBDov4AKCRAgMGUCNfQ935S2zguAz4fjHAECBAgQIECAAIHbE3CdAAECBAgQIECAAAECBAgQ6L+ACgnMoIAAeAYXzZQJECBAgAABAgQIEDhYAaMTIECAAAECBAgQIECAAAEC/ReY1QoFwLO6cuZNgAABAgQIECBAgAABAgchYEwCBAgQIECAAAECBAgQIDDVAgLgsSyPTggQIECAAAECBAgQIECAAIH+C6iQAAECBAgQIECAAAEC0y8gAJ7+NTLDaRcwPwIECBAgQIAAAQIECBAgQKD/AiokQIAAAQIECBAgMCMCAuAZWSjTJEBgOgXMigABAgQIECBAgAABAgQIEOi/gAoJECBAgAABArMkIACepdUyVwIECBCYJgFzIUCAAAECBAgQIECAAAECBPovoEICBAgQIDBzAgLgmVsyEyZAgAABAgQOXsAMCBAgQIAAAQIECBAgQIAAgf4LqJAAAQKzKSAAns11M2sCBAgQIECAAIGDEjAuAQIECBAgQIAAAQIECBAg0H8BFRKYYQEB8AwvnqkTIECAAAECBAgQILC/AkYjQIAAAQIECBAgQIAAAQIE+i8w6xUKgGd9Bc2fAAECBAgQIECAAAECBPZDwBgECBAgQIAAAQIECBAgQGAmBATAe1omDxMgQIAAAQIECBAgQIAAAQL9F1AhAQIECBAgQIAAAQIEZkdAADw7a2Wm0yZgPgQIECBAgAABAgQIECBAgED/BVRIgAABAgQIECBAYMYEBMAztmCmS4DAdAiYBQECBAgQIECAAAECBAgQINB/ARUSIECAAAECBGZRQAA8i6tmzgQIECBwkALGJkCAAAECBAgQIECAAAECBPovoEICBAgQIDCzAgLgmV06EydAgAABAgT2X8CIBAgQIECAAAECBAgQIECAQP8FVEiAAIHZFhAAz/b6mT0BAgQIECBAgMB+CRiHAAECBAgQIECAAAECBAgQ6L+ACgn0QEAA3INFVAIBAgQIECBAgAABApMV0DsBAgQIECBAgAABAgQIECDQf4G+VCgA7stKqoMAAQIECBAgQIAAAQIEJiGgTwIECBAgQIAAAQIECBAgMFMCAuBdLZeHCBAgQIAAAQIECBAgQIAAgf4LqJAAAQIECBAgQIAAAQKzJyAAnr01M+ODFjA+AQIECBAgQIAAAQIECBAg0H8BFRIgQIAAAQIECBCYUQEB8IwunGkTIHAwAkYlQIAAAQIECBAgQIAAAQIE+i+gQgIECBAgQIDALAsIgGd59cydAAECBPZTwFgECBAgQIAAAQIECBAgQIBA/wVUSIAAAQIEZl5AADzzS6gAAgQIECBAYPICRiBAgAABAgQIECBAgAABAgT6L6BCAgQI9ENAANyPdVQFAQIECBAgQIDApAT0S4AAAQIECBAgQIAAAQIECPRfQIUEeiQgAO7RYiqFAAECBAgQIECAAIHxCuiNAAECBAgQIECAAAECBAgQ6L9A3yoUAPdtRdVDgAABAgQIECBAgAABAuMQ0AcBAgQIECBAgAABAgQIEJhJAQHwjpbNzQQIECBAgAABAgQIECBAgED/BVRIgAABAgQIECBAgACB2RUQAM/u2pn5fgsYjwABAgQIECBAgAABAgQIEOi/gAoJECBAgAABAgQIzLiAAHjGF9D0CRDYHwGjECBAgAABAgQIECBAgAABAv0XUCEBAgQIECBAoA8CAuA+rKIaCBAgQGCSAvomQIAAAQIECBAgQIAAAQIE+i+gQgIECBAg0BsBAXBvllIhBAgQIECAwPgF9EiAAAECBAgQIECAAAECBAj0X0CFBAgQ6JeAALhf66kaAgQIECBAgACBcQnohwABAgQIECBAgAABAgQIEOi/gAoJ9FBAANzDRVUSAQIECBAgQIAAAQJ7E/A0AQIECBAgQIAAAQIECBAg0H+BvlYoAO7ryqqLAAECBAgQIECAAAECBHYj4BkCBAgQIECAAAECBAgQIDDTAgLgi1o+NxEgQIAAAQIECBAgQIAAAQL9F1AhAQIECBAgQIAAAQIEZl9AADz7a6iCSQvonwABAgQIECBAgAABAgQIEOi/gAoJECBAgAABAgQI9ERAANyThVQGAQKTEdArAQIECBAgQIAAAQIECBAg0H8BFRIgQIAAAQIE+iQgAO7TaqqFAAECBMYpoC8CBAgQIECAAAECBAgQIECg/wIqJECAAAECvRMQAPduSRVEgAABAgQI7F1ADwQIECBAgAABAgQIECBAgED/BVRIgACBfgoIgPu5rqoiQIAAAQIECBDYrYDnCBAgQIAAAQIECBAgQIAAgf4LqJBAjwUEwD1eXKURIECAAAECBAgQILAzAXcTIECAAAECBAgQIECAAAEC/Rfoe4UC4L6vsPoIECBAgAABAgQIECBA4GIE3EOAAAECBAgQIECAAAECBHohIAC+4DK6SIAAAQIECBAgQIAAAQIECPRfQIUECBAgQIAAAQIECBDoj4AAuD9rqZJxC+iPAAECBAgQIECAAAECBAgQ6L+ACgkQIECAAAECBAj0TEAA3LMFVQ4BAuMR0AsBAgQIECBAgAABAgQIECDQfwEVEiBAgAABAgT6KCAA7uOqqokAAQIE9iLgWQIECBAgQIAAAQIECBAgQKD/AiokQIAAAQK9FRAA93ZpFUaAAAECBAjsXMATBAgQIECAAAECBAgQIECAQP8FVEiAAIF+CwiA+72+qiNAgAABAgQIELhYAfcRIECAAAECBAgQIECAAAEC/RdQIYE5EBAAz8EiK5EAAQIECBAgQIAAgQsLuEqAAAECBAgQIECAAAECBAj0X2BeKhQAz8tKq5MAAQIECBAgQIAAAQIEzifgHAECBAgQIECAAAECBAgQ6JWAAPi8y+kkAQIECBAgQIAAAQIECBAg0H8BFRIgQIAAAQIECBAgQKB/AgLg/q2pivYq4HkCBAgQIECAAAECBAgQIECg/wIqJECAAAECBAgQINBTAQFwTxdWWQQI7E7AUwQIECBAgAABAgQIECBAgED/BVRIgAABAgQIEOizgAC4z6urNgIECBDYiYB7CRAgQIAAAQIECBAgQIAAgf4LqJAAAQIECPReQADc+yVWIAECBAgQIHD7Au4gQIAAAQIECBAgQIAAAQIE+i+gQgIECMyHgAB4PtZZlQQIECBAgAABArcl4DwBAgQIECBAgAABAgQIECDQfwEVEpgjAQHwHC22UgkQIECAAAF4Yo6jAAAQAElEQVQCBAgQOFfAJwIECBAgQIAAAQIECBAgQKD/AvNWoQB43lZcvQQIECBAgAABAgQIECBQBTQCBAgQIECAAAECBAgQINBLAQHwOcvqAwECBAgQIECAAAECBAgQINB/ARUSIECAAAECBAgQIECgvwIC4P6urcp2KuB+AgQIECBAgAABAgQIECBAoP8CKiRAgAABAgQIECDQcwEBcM8XWHkECFycgLsIECBAgAABAgQIECBAgACB/guokAABAgQIECAwDwIC4HlYZTUSIECAwIUEXCNAgAABAgQIECBAgAABAgT6L6BCAgQIECAwNwIC4LlZaoUSIECAAAECtxZwhgABAgQIECBAgAABAgQIEOi/gAoJECAwXwIC4Plab9USIECAAAECBAhsC9gTIECAAAECBAgQIECAAAEC/RdQIYE5FBAAz+GiK5kAAQIECBAgQIDAvAuonwABAgQIECBAgAABAgQIEOi/wLxWKACe15VXNwECBAgQIECAAAECBOZTQNUECBAgQIAAAQIECBAgQKDXAgLg0fJ6I0CAAAECBAgQIECAAAECBPovoEICBAgQIECAAAECBAj0X0AA3P81VuHtCbhOgAABAgQIECBAgAABAgQI9F9AhQQIECBAgAABAgTmREAAPCcLrUwCBM4v4CwBAgQIECBAgAABAgQIECDQfwEVEiBAgAABAgTmSUAAPE+rrVYCBAgQOFvAMQECBAgQIECAAAECBAgQINB/ARUSIECAAIG5ExAAz92SK5gAAQIECBCIYECAAAECBAgQIECAAAECBAj0X0CFBAgQmE8BAfB8rruqCRAgQIAAAQLzK6ByAgQIECBAgAABAgQIECBAoP8CKiQwxwIC4DlefKUTIECAAAECBAgQmDcB9RIgQIAAAQIECBAgQIAAAQL9F5j3CgXA8/4XoH4CBAgQIECAAAECBAjMh4AqCRAgQIAAAQIECBAgQIDAXAjMeQA8F2usSAIECBAgQIAAAQIECBAgMOcCyidAgAABAgQIECBAgMD8CAiA52etVXpLAZ8JECBAgAABAgQIECBAgACB/guokAABAgQIECBAgMCcCQiA52zBlUuAwKaAdwIECBAgQIAAAQIECBAgQKD/AiokQIAAAQIECMyjgAB4HlddzQQIEJhvAdUTIECAAAECBAgQIECAAAEC/RdQIQECBAgQmFsBAfDcLr3CCRAgQIDAPAqomQABAgQIECBAgAABAgQIEOi/gAoJECAw3wIC4Plef9UTIECAAAECBOZHQKUECBAgQIAAAQIECBAgQIBA/wVUSIBACID9ERAgQIAAAQIECBAg0HsBBRIgQIAAAQIECBAgQIAAAQL9F1DhpoAAeNPBOwECBAgQIECAAAECBAj0U0BVBAgQIECAAAECBAgQIEBgrgTmNACeqzVWLAECBAgQIECAAAECBAgQmFMBZRMgQIAAAQIECBAgQGD+BATA87fmKiZAgAABAgQIECBAgAABAgQI9F9AhQQIECBAgAABAgTmVEAAPKcLr2wC8yqgbgIECBAgQIAAAQIECBAgQKD/AiokQIAAAQIECMyzgAB4nldf7QQIEJgvAdUSIECAAAECBAgQIECAAAEC/RdQIQECBAgQmHsBAfDc/wkAIECAAAEC8yCgRgIECBAgQIAAAQIECBAgQKD/AiokQIAAgSogAK4KGgECBAgQIECAQH8FVEaAAAECBAgQIECAAAECBAj0X0CFBAjcJCAAvonCAQECBAgQIECAAAECfRNQDwECBAgQIECAAAECBAgQINB/ARWeKyAAPtfDJwIECBAgQIAAAQIECBDoh4AqCBAgQIAAAQIECBAgQIDAXArMWQA8l2usaAIECBAgQIAAAQIECBAgMGcCyiVAgAABAgQIECBAgMD8CgiA53ft569yFRMgQIAAAQIECBAgQIAAAQL9F1AhAQIECBAgQIAAgTkXEADP+R+A8gnMi4A6CRAgQIAAAQIECBAgQIAAgf4LqJAAAQIECBAgQCBCAOyvgAABAgT6LqA+AgQIECBAgAABAgQIECBAoP8CKiRAgAABAgS2BATAWxB2BAgQIECAQB8F1ESAAAECBAgQIECAAAECBAj0X0CFBAgQIHC2gAD4bA3HBAgQIECAAAEC/RFQCQECBAgQIECAAAECBAgQINB/ARUSIHArAQHwrUicIECAAAECBAgQIEBg1gXMnwABAgQIECBAgAABAgQIEOi/gArPLyAAPr+LswQIECBAgAABAgQIECAwmwJmTYAAAQIECBAgQIAAAQIE5lpgTgLguV5jxRMgQIAAAQIECBAgQIAAgTkRUCYBAgQIECBAgAABAgQICID9DfRfQIUECBAgQIAAAQIECBAgQIBA/wVUSIAAAQIECBAgQIDASEAAPGLwRoBAXwXURYAAAQIECBAgQIAAAQIECPRfQIUECBAgQIAAAQI3CwiAb7ZwRIAAAQL9ElANAQIECBAgQIAAAQIECBAg0H8BFRIgQIAAAQK3EBAA3wLERwIECBAgQKAPAmogQIAAAQIECBAgQIAAAQIE+i+gQgIECBA4n4AA+HwqzhEgQIAAAQIECMyugJkTIECAAAECBAgQIECAAAEC/RdQIQECtykgAL5NGhcIECBAgAABAgQIEJg1AfMlQIAAAQIECBAgQIAAAQIE+i+gwgsLCIAv7OMqAQIECBAgQIAAAQIECMyGgFkSIECAAAECBAgQIECAAAECKdDzADgrtBEgQIAAAQIECBAgQIAAAQI9F1AeAQIECBAgQIAAAQIECGwLCIC3Jez7J6AiAgQIECBAgAABAgQIECBAoP8CKiRAgAABAgQIECBA4BwBAfA5HD4QINAXAXUQIECAAAECBAgQIECAAAEC/RdQIQECBAgQIECAwK0FBMC3NnGGAAECBGZbwOwJECBAgAABAgQIECBAgACB/guokAABAgQIELgNAQHwbcA4TYAAAQIECMyigDkTIECAAAECBAgQIECAAAEC/RdQIQECBAhcSEAAfCEd1wgQIECAAAECBGZHwEwJECBAgAABAgQIECBAgACB/guokACB2xUQAN8ukRsIECBAgAABAgQIEJh2AfMjQIAAAQIECBAgQIAAAQIE+i+gwosTEABfnJO7CBAgQIAAAQIECBAgQGA6BcyKAAECBAgQIECAAAECBAgQOEugpwHwWRU6JECAAAECBAgQIECAAAECBHoqoCwCBAgQIECAAAECBAgQuKWAAPiWIj7PvoAKCBAgQIAAAQIECBAgQIAAgf4LqJAAAQIECBAgQIAAgfMKCIDPy+IkAQKzKmDeBAgQIECAAAECBAgQIECAQP8FVEiAAAECBAgQIHDbAgLg27ZxhQABAgRmS8BsCRAgQIAAAQIECBAgQIAAgf4LqJAAAQIECBC4HQEB8O0AuUyAAAECBAjMgoA5EiBAgAABAgQIECBAgAABAv0XUCEBAgQIXIyAAPhilNxDgAABAgQIECAwvQJmRoAAAQIECBAgQIAAAQIECPRfQIUECFy0gAD4oqncSIAAAQIECBAgQIDAtAmYDwECBAgQIECAAAECBAgQINB/ARXuTEAAvDMvdxMgQIAAAQIECBAgQIDAdAiYBQECBAgQIECAAAECBAgQIHAegZ4FwOep0CkCBAgQIECAAAECBAgQIECgZwLKIUCAAAECBAgQIECAAIHbEhAA35aM87MnYMYECBAgQIAAAQIECBAgQIBA/wVUSIAAAQIECBAgQIDABQUEwBfkcZEAgVkRME8CBAgQIECAAAECBAgQIECg/wIqJECAAAECBAgQuH0BAfDtG7mDAAECBKZbwOwIECBAgAABAgQIECBAgACB/guokAABAgQIELhIAQHwRUK5jQABAgQIEJhGAXMiQIAAAQIECBAgQIAAAQIE+i+gQgIECBDYiYAAeCda7iVAgAABAgQIEJgeATMhQIAAAQIECBAgQIAAAQIE+i+gQgIEdiwgAN4xmQcIECBAgAABAgQIEDhoAeMTIECAAAECBAgQIECAAAEC/RdQ4e4EBMC7c/MUAQIECBAgQIAAAQIECByMgFEJECBAgAABAgQIECBAgACBCwj0JAC+QIUuESBAgAABAgQIECBAgAABAj0RUAYBAgQIECBAgAABAgQI3J6AAPj2hFyffgEzJECAAAECBAgQIECAAAECBPovoEICBAgQIECAAAECBC5KQAB8UUxuIkBgWgXMiwABAgQIECBAgAABAgQIEOi/gAoJECBAgAABAgQuXkAAfPFW7iRAgACB6RIwGwIECBAgQIAAAQIECBAgQKD/AiokQIAAAQIEdiggAN4hmNsJECBAgACBaRAwBwIECBAgQIAAAQIECBAgQKD/AiokQIAAgd0ICIB3o+YZAgQIECBAgACBgxMwMgECBAgQIECAAAECBAgQINB/ARUSILBrAQHwruk8SIAAAQIECBAgQIDAfgsYjwABAgQIECBAgAABAgQIEOi/gAr3JiAA3pufpwkQIECAAAECBAgQIEBgfwSMQoAAAQIECBAgQIAAAQIECFyEwIwHwBdRoVsIECBAgAABAgQIECBAgACBGRcwfQIECBAgQIAAAQIECBC4WAEB8MVKuW/6BMyIAAECBAgQIECAAAECBAgQ6L+ACgkQIECAAAECBAgQ2JGAAHhHXG4mQGBaBMyDAAECBAgQIECAAAECBAgQ6L+ACgkQIECAAAECBHYuIADeuZknCBAgQOBgBYxOgAABAgQIECBAgAABAgQI9F9AhQQIECBAgMAuBQTAu4TzGAECBAgQIHAQAsYkQIAAAQIECBAgQIAAAQIE+i+gQgIECBDYi4AAeC96niVAgAABAgQIENg/ASMRIECAAAECBAgQIECAAAEC/RdQIQECexYQAO+ZUAcECBAgQIAAAQIECExaQP8ECBAgQIAAAQIECBAgQIBA/wVUOB4BAfB4HPVCgAABAgQIECBAgAABApMR0CsBAgQIECBAgAABAgQIECCwA4EZDYB3UKFbCRAgQIAAAQIECBAgQIAAgRkVMG0CBAgQIECAAAECBAgQ2KmAAHinYu4/eAEzIECAAAECBAgQIECAAAECBPovoEICBAgQIECAAAECBHYlIADeFZuHCBA4KAHjEiBAgAABAgQIECBAgAABAv0XUCEBAgQIECBAgMDuBQTAu7fzJAECBAjsr4DRCBAgQIAAAQIECBAgQIAAgf4LqJAAAQIECBDYo4AAeI+AHidAgAABAgT2Q8AYBAgQIECAAAECBAgQIECAQP8FVEiAAAEC4xAQAI9DUR8ECBAgQIAAAQKTE9AzAQIECBAgQIAAAQIECBAg0H8BFRIgMDYBAfDYKHVEgAABAgQIECBAgMC4BfRHgAABAgQIECBAgAABAgQI9F9AheMVEACP11NvBAgQIECAAAECBAgQIDAeAb0QIECAAAECBAgQIECAAAECuxCYsQB4FxV6hAABAgQIECBAq+aLigAAEABJREFUgAABAgQIEJgxAdMlQIAAAQIECBAgQIAAgd0KCIB3K+e5/RcwIgECBAgQIECAAAECBAgQINB/ARUSIECAAAECBAgQILAnAQHwnvg8TIDAfgkYhwABAgQIECBAgAABAgQIEOi/gAoJECBAgAABAgT2LiAA3ruhHggQIEBgsgJ6J0CAAAECBAgQIECAAAECBPovoEICBAgQIEBgTAIC4DFB6oYAAQIECBCYhIA+CRAgQIAAAQIECBAgQIAAgf4LqJAAAQIExikgAB6npr4IECBAgAABAgTGJ6AnAgQIECBAgAABAgQIECBAoP8CKiRAYOwCAuCxk+qQAAECBAgQIECAAIG9CnieAAECBAgQIECAAAECBAgQ6L+ACicjIACejKteCRAgQIAAAQIECBAgQGB3Ap4iQIAAAQIECBAgQIAAAQIE9iAwIwHwHir0KAECBAgQIECAAAECBAgQIDAjAqZJgAABAgQIECBAgAABAnsVEADvVdDzkxcwAgECBAgQIECAAAECBAgQINB/ARUSIECAAAECBAgQIDAWAQHwWBh1QoDApAT0S4AAAQIECBAgQIAAAQIECPRfQIUECBAgQIAAAQLjExAAj89STwQIECAwXgG9ESBAgAABAgQIECBAgAABAv0XUCEBAgQIECAwZgEB8JhBdUeAAAECBAiMQ0AfBAgQIECAAAECBAgQIECAQP8FVEiAAAECkxAQAE9CVZ8ECBAgQIAAAQK7F/AkAQIECBAgQIAAAQIECBAg0H8BFRIgMDEBAfDEaHVMgAABAgQIECBAgMBOBdxPgAABAgQIECBAgAABAgQI9F9AhZMVEABP1lfvBAgQIECAAAECBAgQIHBxAu4iQIAAAQIECBAgQIAAAQIExiAw5QHwGCrUBQECBAgQIECAAAECBAgQIDDlAqZHgAABAgQIECBAgAABAuMSEACPS1I/4xfQIwECBAgQIECAAAECBAgQINB/ARUSIECAAAECBAgQIDBWAQHwWDl1RoDAuAT0Q4AAAQIECBAgQIAAAQIECPRfQIUECBAgQIAAAQLjFxAAj99UjwQIECCwNwFPEyBAgAABAgQIECBAgAABAv0XUCEBAgQIECAwIQEB8IRgdUuAAAECBAjsRsAzBAgQIECAAAECBAgQIECAQP8FVEiAAAECkxQQAE9SV98ECBAgQIAAAQIXL+BOAgQIECBAgAABAgQIECBAoP8CKiRAYOICAuCJExuAAAECBAgQIECAAIHbE3CdAAECBAgQIECAAAECBAgQ6L+ACvdHQAC8P85GIUCAAAECBAgQIECAAIHzCzhLgAABAgQIECBAgAABAgQIjFFgSgPgMVaoKwIECBAgQIAAAQIECBAgQGBKBUyLAAECBAgQIECAAAECBMYtIAAet6j+9i6gBwIECBAgQIAAAQIECBAgQKD/AiokQIAAAQIECBAgQGAiAgLgibDqlACB3Qp4jgABAgQIECBAgAABAgQIEOi/gAoJECBAgAABAgQmJyAAnpytngkQIEBgZwLuJkCAAAECBAgQIECAAAECBPovoEICBAgQIEBgwgIC4AkD654AAQIECBC4GAH3ECBAgAABAgQIECBAgAABAv0XUCEBAgQI7IeAAHg/lI1BgAABAgQIECBw2wKuECBAgAABAgQIECBAgAABAv0XUCEBAvsmIADeN2oDESBAgAABAgQIECBwSwGfCRAgQIAAAQIECBAgQIAAgf4LqHB/BQTA++ttNAIECBAgQIAAAQIECBDYFPBOgAABAgQIECBAgAABAgQITEBgygLgCVSoSwIECBAgQIAAAQIECBAgQGDKBEyHAAECBAgQIECAAAECBCYlIACelKx+dy7gCQIECBAgQIAAAQIECBAgQKD/AiokQIAAAQIECBAgQGCiAgLgifLqnACBixVwHwECBAgQIECAAAECBAgQINB/ARUSIECAAAECBAhMXkAAPHljIxAgQIDAhQVcJUCAAAECBAgQIECAAAECBPovoEICBAgQIEBgnwQEwPsEbRgCBAgQIEDgfALOESBAgAABAgQIECBAgAABAv0XUCEBAgQI7KeAAHg/tY1FgAABAgQIECBws4AjAgQIECBAgAABAgQIECBAoP8CKiRAYN8FBMD7Tm5AAgQIECBAgAABAgQIECBAgAABAgQIECBAgAABAv0XUOHBCAiAD8bdqAQIECBAgAABAgQIEJhXAXUTIECAAAECBAgQIECAAAECExSYkgB4ghXqmgABAgQIECBAgAABAgQIEJgSAdMgQIAAAQIECBAgQIAAgUkLCIAnLaz/2xdwBwECBAgQIECAAAECBAgQINB/ARUSIECAAAECBAgQILAvAgLgfWE2CAECtyXgPAECBAgQIECAAAECBAgQINB/ARUSIECAAAECBAjsn4AAeP+sjUSAAAEC5wr4RIAAAQIECBAgQIAAAQIECPRfQIUECBAgQIDAPgsIgPcZ3HAECBAgQIBAFdAIECBAgAABAgQIECBAgACB/guokAABAgQOQkAAfBDqxiRAgAABAgQIzLOA2gkQIECAAAECBAgQIECAAIH+C6iQAIEDExAAHxi9gQkQIECAAAECBAjMn4CKCRAgQIAAAQIECBAgQIAAgf4LqPBgBQTAB+tvdAIECBAgQIAAAQIECMyLgDoJECBAgAABAgQIECBAgACBfRA44AB4Hyo0BAECBAgQIECAAAECBAgQIHDAAoYnQIAAAQIECBAgQIAAgf0SEADvl7Rxbi3gDAECBAgQIECAAAECBAgQINB/ARUSIECAAAECBAgQILCvAgLgfeU2GAEC2wL2BAgQIECAAAECBAgQIECAQP8FVEiAAAECBAgQILD/AgLg/Tc3IgECBOZdQP0ECBAgQIAAAQIECBAgQIBA/wVUSIAAAQIECByQgAD4gOANS4AAAQIE5lNA1QQIECBAgAABAgQIECBAgED/BVRIgAABAgcpIAA+SH1jEyBAgAABAgTmSUCtBAgQIECAAAECBAgQIECAQP8FVEiAwIELCIAPfAlMgAABAgQIECBAgED/BVRIgAABAgQIECBAgAABAgQI9F9AhdMhIACejnUwCwIECBAgQIAAAQIECPRVQF0ECBAgQIAAAQIECBAgQIDAPgocUAC8jxUaigABAgQIECBAgAABAgQIEDggAcMSIECAAAECBAgQIECAwH4LCID3W9x4EQwIECBAgAABAgQIECBAgACB/guokAABAgQIECBAgACBAxEQAB8Iu0EJzK+AygkQIECAAAECBAgQIECAAIH+C6iQAAECBAgQIEDg4AQEwAdnb2QCBAjMm4B6CRAgQIAAAQIECBAgQIAAgf4LqJAAAQIECBA4YAEB8AEvgOEJECBAgMB8CKiSAAECBAgQIECAAAECBAgQ6L+ACgkQIEBgGgQEwNOwCuZAgAABAgQIEOizgNoIECBAgAABAgQIECBAgACB/guokACBqREQAE/NUpgIAQIECBAgQIAAgf4JqIgAAQIECBAgQIAAAQIECBDov4AKp0tAADxd62E2BAgQIECAAAECBAgQ6IuAOggQIECAAAECBAgQIECAAIEDENjnAPgAKjQkAQIECBAgQIAAAQIECBAgsM8ChiNAgAABAgQIECBAgACBgxIQAB+U/DyOq2YCBAgQIECAAAECBAgQIECg/wIqJECAAAECBAgQIEDgQAUEwAfKb3AC8yOgUgIECBAgQIAAAQIECBAgQKD/AiokQIAAAQIECBA4eAEB8MGvgRkQIECg7wLqI0CAAAECBAgQIECAAAECBPovoEICBAgQIEBgSgQEwFOyEKZBgAABAgT6KaAqAgQIECBAgAABAgQIECBAoP8CKiRAgACBaRIQAE/TapgLAQIECBAgQKBPAmohQIAAAQIECBAgQIAAAQIE+i+gQgIEpk5AADx1S2JCBAgQIECAAAECBGZfQAUECBAgQIAAAQIECBAgQIBA/wVUOJ0CAuDpXBezIkCAAAECBAgQIECAwKwKmDcBAgQIECBAgAABAgQIECBwgAL7FAAfYIWGJkCAAAECBAgQIECAAAECBPZJwDAECBAgQIAAAQIECBAgcNACAuCDXoF5GF+NBAgQIECAAAECBAgQIECAQP8FVEiAAAECBAgQIECAwFQICICnYhlMgkB/BVRGgAABAgQIECBAgAABAgQI9F9AhQQIECBAgAABAtMjIACenrUwEwIECPRNQD0ECBAgQIAAAQIECBAgQIBA/wVUSIAAAQIECEyZgAB4yhbEdAgQIECAQD8EVEGAAAECBAgQIECAAAECBAj0X0CFBAgQIDCNAgLgaVwVcyJAgAABAgQIzLKAuRMgQIAAAQIECBAgQIAAAQL9F1AhAQJTKyAAntqlMTECBAgQIECAAAECsydgxgQIECBAgAABAgQIECBAgED/BVQ43QIC4OleH7MjQIAAAQIECBAgQIDArAiYJwECBAgQIECAAAECBAgQIDAFAhMOgKegQlMgQIAAAQIECBAgQIAAAQIEJiygewIECBAgQIAAAQIECBCYFgEB8LSsRB/noSYCBAgQIECAAAECBAgQIECg/wIqJECAAAECBAgQIEBgqgQEwFO1HCZDoD8CKiFAgAABAgQIECBAgAABAgT6L6BCAgQIECBAgACB6RMQAE/fmpgRAQIEZl3A/AkQIECAAAECBAgQIECAAIH+C6iQAAECBAgQmFIBAfCULoxpESBAgACB2RQwawIECBAgQIAAAQIECBAgQKD/AiokQIAAgWkWEABP8+qYGwECBAgQIEBglgTMlQABAgQIECBAgAABAgQIEOi/gAoJEJh6AQHw1C+RCRIgQIAAAQIECBCYfgEzJECAAAECBAgQIECAAAECBPovoMLZEBAAz8Y6mSUBAgQIECBAgAABAgSmVcC8CBAgQIAAAQIECBAgQIAAgSkSmFAAPEUVmgoBAgQIECBAgAABAgQIECAwIQHdEiBAgAABAgQIECBAgMC0CQiAp21F+jAfNRAgQIAAAQIECBAgQIAAAQL9F1AhAQIECBAgQIAAAQJTKSAAnsplMSkCsytg5gQIECBAgAABAgQIECBAgED/BVRIgAABAgQIECAwvQIC4OldGzMjQIDArAmYLwECBAgQIECAAAECBAgQINB/ARUSIECAAAECUy4gAJ7yBTI9AgQIECAwGwJmSYAAAQIECBAgQIAAAQIECPRfQIUECBAgMAsCAuBZWCVzJECAAAECBAhMs4C5ESBAgAABAgQIECBAgAABAv0XUCEBAjMjIACemaUyUQIECBAgQIAAAQLTJ2BGBAgQIECAAAECBAgQIECAQP8FVDhbAgLg2VovsyVAgAABAgQIECBAgMC0CJgHAQIECBAgQIAAAQIECBAgMIUCYw6Ap7BCUyJAgAABAgQIECBAgAABAgTGLKA7AgQIECBAgAABAgQIEJhWAQHwtK7MLM7LnAkQIECAAAECBILapsAAABAASURBVAgQIECAAIH+C6iQAAECBAgQIECAAIGpFhAAT/XymByB2REwUwIECBAgQIAAAQIECBAgQKD/AiokQIAAAQIECBCYfgEB8PSvkRkSIEBg2gXMjwABAgQIECBAgAABAgQIEOi/gAoJECBAgACBGREQAM/IQpkmAQIECBCYTgGzIkCAAAECBAgQIECAAAECBPovoEICBAgQmCUBAfAsrZa5EiBAgAABAgSmScBcCBAgQIAAAQIECBAgQIAAgf4LqJAAgZkTEADP3JKZMAECBAgQIECAAIGDFzADAgQIECBAgAABAgQIECBAoP8CKpxNAQHwbK6bWRMgQIAAAQIECBAgQOCgBIxLgAABAgQIECBAgAABAgQITLHAmALgKa7Q1AgQIECAAAECBAgQIECAAIExCeiGAAECBAgQIECAAAECBKZdQAA87Ss0C/MzRwIECBAgQIAAAQIECBAgQKD/AiokQIAAAQIECBAgQGAmBATAM7FMJklgegXMjAABAgQIECBAgAABAgQIEOi/gAoJECBAgAABAgRmR0AAPDtrZaYECBCYNgHzIUCAAAECBAgQIECAAAECBPovoEICBAgQIEBgxgQEwDO2YKZLgAABAgSmQ8AsCBAgQIAAAQIECBAgQIAAgf4LqJAAAQIEZlFAADyLq2bOBAgQIECAAIGDFDA2AQIECBAgQIAAAQIECBAg0H8BFRIgMLMCAuCZXToTJ0CAAAECBAgQILD/AkYkQIAAAQIECBAgQIAAAQIE+i+gwtkWEADP9vqZPQECBAgQIECAAAECBPZLwDgECBAgQIAAAQIECBAgQIDADAjsMQCegQpNkQABAgQIECBAgAABAgQIENijgMcJECBAgAABAgQIECBAYFYEBMCzslLTOE9zIkCAAAECBAgQIECAAAECBPovoEICBAgQIECAAAECBGZKQAA8U8tlsgSmR8BMCBAgQIAAAQIECBAgQIAAgf4LqJAAAQIECBAgQGD2BATAs7dmZkyAAIGDFjA+AQIECBAgQIAAAQIECBAg0H8BFRIgQIAAAQIzKiAAntGFM20CBAgQIHAwAkYlQIAAAQIECBAgQIAAAQIE+i+gQgIECBCYZQEB8CyvnrkTIECAAAECBPZTwFgECBAgQIAAAQIECBAgQIBA/wVUSIDAzAsIgGd+CRVAgAABAgQIECBAYPICRiBAgAABAgQIECBAgAABAgT6L6DCfggIgPuxjqogQIAAAQIECBAgQIDApAT0S4AAAQIECBAgQIAAAQIECMyQwC4D4Bmq0FQJECBAgAABAgQIECBAgACBXQp4jAABAgQIECBAgAABAgRmTUAAPGsrNg3zNQcCBAgQIECAAAECBAgQIECg/wIqJECAAAECBAgQIEBgJgUEwDO5bCZN4OAEjEyAAAECBAgQIECAAAECBAj0X0CFBAgQIECAAAECsysgAJ7dtTNzAgQI7LeA8QgQIECAAAECBAgQIECAAIH+C6iQAAECBAgQmHEBAfCML6DpEyBAgACB/REwCgECBAgQIECAAAECBAgQINB/ARUSIECAQB8EBMB9WEU1ECBAgAABAgQmKaBvAgQIECBAgAABAgQIECBAoP8CKiRAoDcCAuDeLKVCCBAgQIAAAQIECIxfQI8ECBAgQIAAAQIECBAgQIBA/wVU2C8BAXC/1lM1BAgQIECAAAECBAgQGJeAfggQIECAAAECBAgQIECAAIEZFNhhADyDFZoyAQIECBAgQIAAAQIECBAgsEMBtxMgQIAAAQIECBAgQIDArAoIgGd15Q5i3sYkQIAAAQIECBAgQIAAAQIE+i+gQgIECBAgQIAAAQIEZlpAADzTy2fyBPZPwEgE/j/27jzMtrWuD/zvXbuqznDPHRguGpVoGzqPjwafqNEnbTt0ko79GBKnSIw28CgiAoLtBUXEB5A4Ig6AomkQNS2IYosJimk1rW3EIQYkbTdxQkVUFNB7OfeeqYa9V961q+qcOnMNe+/a67c+ddfaa++113rX+/2897/vU3UIECBAgAABAgQIECBAgAABAvkFJCRAgAABAgT6L6AA7v8aSkCAAAECBOYtYHwCBAgQIECAAAECBAgQIEAgv4CEBAgQIJBEQAGcZCHFIECAAAECBAjMR8CoBAgQIECAAAECBAgQIECAQH4BCQkQyCSgAM60mrIQIECAAAECBAgQmKWAsQgQIECAAAECBAgQIECAAIH8AhKmE1AAp1tSgQgQIECAAAECBAgQIHB0ASMQIECAAAECBAgQIECAAAEC/RQ4SAHcz4RmTYAAAQIECBAgQIAAAQIECBxEwLUECBAgQIAAAQIECBAg0GMBBXCPF2+xU/c0AgQIECBAgAABAgQIECBAIL+AhAQIECBAgAABAgQI9F1AAdz3FTR/AosQ8AwCBAgQIECAAAECBAgQIEAgv4CEBAgQIECAAAECKQQUwCmWUQgCBAjMT8DIBAgQIECAAAECBAgQIECAQH4BCQkQIECAAIE8AgrgPGspCQECBAgQmLWA8QgQIECAAAECBAgQIECAAIH8AhISIECAQDIBBXCyBRWHAAECBAgQIDAbAaMQIECAAAECBAgQIECAAAEC+QUkJEAgo4ACOOOqykSAAAECBAgQIEDgKALuJUCAAAECBAgQIECAAAECBPILSJhWQAGcdmkFI0CAAAECBAgQIECAwMEF3EGAAAECBAgQIECAAAECBAj0W2A/BXC/E5o9AQIECBAgQIAAAQIECBAgsB8B1xAgQIAAAQIECBAgQIBAAgEFcIJFnG8EoxMgQIAAAQIECBAgQIAAAQL5BSQkQIAAAQIECBAgQCCLgAI4y0rKQWAeAsYkQIAAAQIECBAgQIAAAQIE8gtISIAAAQIECBAgkEpAAZxqOYUhQIDA7ASMRIAAAQIECBAgQIAAAQIECOQXkJAAAQIECBDIJ6AAzremEhEgQIAAgaMKuJ8AAQIECBAgQIAAAQIECBDILyAhAQIECCQVUAAnXVixCBAgQIAAAQKHE3AXAQIECBAgQIAAAQIECBAgkF9AQgIEMgsogDOvrmwECBAgQIAAAQIEDiLgWgIECBAgQIAAAQIECBAgQCC/gITpBRTA6ZdYQAIECBAgQIAAAQIECNxewBUECBAgQIAAAQIECBAgQIBADoFbFcA5EkpBgAABAgQIECBAgAABAgQI3ErAdwQIECBAgAABAgQIECCQSEABnGgxZxvFaAQIECBAgAABAgQIECBAgEB+AQkJECBAgAABAgQIEMgmoADOtqLyEJiFgDEIECBAgAABAgQIECBAgACB/AISEiBAgAABAgQIpBRQAKdcVqEIECBweAF3EiBAgAABAgQIECBAgAABAvkFJCRAgAABAgTyCiiA866tZAQIECBA4KACridAgAABAgQIECBAgAABAgTyC0hIgAABAskFFMDJF1g8AgQIECBAgMD+BFxFgAABAgQIECBAgAABAgQI5BeQkACBIQgogIewyjISIECAAAECBAgQuJWA7wgQIECAAAECBAgQIECAAIH8AhIORkABPJilFpQAAQIECBAgQIAAAQLXCzhDgAABAgQIECBAgAABAgQI5BK4UQGcK6E0BAgQIECAAAECBAgQIECAwI0EnCNAgAABAgQIECBAgACBhAIK4ISLerRI7iZAgAABAgQIECBAgAABAgTyC0hIgAABAgQIECBAgEBWAQVw1pWVi8BhBNxDgAABAgQIECBAgAABAgQI5BeQkAABAgQIECBAILWAAjj18gpHgACB/Qu4kgABAgQIECBAgAABAgQIEMgvICEBAgQIECCQX0ABnH+NJSRAgAABArcT8D0BAgQIECBAgAABAgQIECCQX0BCAgQIEBiIgAJ4IAstJgECBAgQIEDgxgLOEiBAgAABAgQIECBAgAABAvkFJCRAYEgCCuAhrbasBAgQIECAAAECBPYKeE+AAAECBAgQIECAAAECBAjkF5BwcAIK4MEtucAECBAgQIAAAQIECBCIYECAAAECBAgQIECAAAECBAjkFNhbAOdMKBUBAgQIECBAgAABAgQIECCwV8B7AgQIECBAgAABAgQIEEgsoABOvLgHi+ZqAgQIECBAgAABAgQIECBAIL+AhAQIECBAgAABAgQIZBdQAGdfYfkI7EfANQQIECBAgAABAgQIECBAgEB+AQkJECBAgAABAgQGIaAAHsQyC0mAAIGbC/iGAAECBAgQIECAAAECBAgQyC8gIQECBAgQIDAcAQXwcNZaUgIECBAgcK2AzwQIECBAgAABAgQIECBAgEB+AQkJECBAYGACCuCBLbi4BAgQIECAAIFtAa8ECBAgQIAAAQIECBAgQIBAfgEJCRAYooACeIirLjMBAgQIECBAgMCwBaQnQIAAAQIECBAgQIAAAQIE8gtIOFgBBfBgl15wAgQIECBAgAABAgSGKCAzAQIECBAgQIAAAQIECBAgkFugK4BzJ5SOAAECBAgQIECAAAECBAgQ6ATsBAgQIECAAAECBAgQIDAAAQXwABb51hF9S4AAAQIECBAgQIAAAQIECOQXkJAAAQIECBAgQIAAgaEIKICHstJyEriRgHMECBAgQIAAAQIECBAgQIBAfgEJCRAgQIAAAQIEBiWgAB7UcgtLgACBKwLeESBAgAABAgQIECBAgAABAvkFJCRAgAABAgSGJ6AAHt6aS0yAAAECBAgQIECAAAECBAgQIECAAAEC+QUkJECAAIGBCiiAB7rwYhMgQIAAAQJDFZCbAAECBAgQIECAAAECBAgQyC8gIQECQxZQAA959WUnQIAAAQIECBAYloC0BAgQIECAAAECBAgQIECAQH4BCQcvoAAe/P8CAAgQIECAAAECBAgQGIKAjAQIECBAgAABAgQIECBAgEB+gS6hArhTsBMgQIAAAQIECBAgQIAAgbwCkhEgQIAAAQIECBAgQIDAgAQUwANa7Kuj+kSAAAECBAgQIECAAAECBAjkF5CQAAECBAgQIECAAIGhCSiAh7bi8hLoBOwECBAgQIAAAQIECBAgQIBAfgEJCRAgQIAAAQIEBimgAB7ksgtNgMCQBWQnQIAAAQIECBAgQIAAAQIE8gtISIAAAQIECAxXQAE83LWXnAABAgSGJyAxAQIECBAgQIAAAQIECBAgkF9AQgIECBAYuIACeOD/A4hPgAABAgQIDEVATgIECBAgQIAAAQIECBAgQCC/gIQECBCIUAD7v4AAAQIECBAgQIBAdgH5CBAgQIAAAQIECBAgQIAAgfwCEhLYEVAA70A4ECBAgAABAgQIECBAIKOATAQIECBAgAABAgQIECBAgEB+gb0JFcB7NbwnQIAAAQIECBAgQIAAAQJ5BCQhQIAAAQIECBAgQIAAgQEKKIAHt+gCEyBAgAABAgQIECBAgAABAvkFJCRAgAABAgQIECBAYKgCCuChrrzcwxSQmgABAgQIECBAgAABAgQIEMgvICEBAgQ8PUazAAAQAElEQVQIECBAgMCgBRTAg15+4QkQGJKArAQIECBAgAABAgQIECBAgEB+AQkJECBAgAABAgpg/w8QIECAAIH8AhISIECAAAECBAgQIECAAAEC+QUkJECAAAECUwEF8JTBCwECBAgQIEAgq4BcBAgQIECAAAECBAgQIECAQH4BCQkQIHBFQAF8xcI7AgQIECBAgAABArkEpCFAgAABAgQIECBAgAABAgTyC0hI4BoBBfA1ID4SIECAAAECBAgQIEAgg4AMBAgQIECAAAECBAgQIECAQH6BGyVUAN9IxTkCBAgQIECAAAECBAgQINBfATMnQIAAAQIECBAgQIAAgQELKIAHs/iCEiBAgAABAgQIECBAgAABAvkFJCRAgAABAgQIECBAYOgCCuCh/x8g/zAEpCRAgAABAgQIECBAgAABAgTyC0hIgAABAgQIECBAoAoogCuCjQABApkFZCNAgAABAgQIECBAgAABAgTyC0hIgAABAgQIENgVUADvSjgSIECAAIF8AhIRIECAAAECBAgQIECAAAEC+QUkJECAAAECVwkogK/i8IEAAQIECBAgkEVADgIECBAgQIAAAQIECBAgQCC/gIQECBC4XkABfL2JMwQIECBAgAABAgT6LWD2BAgQIECAAAECBAgQIECAQH4BCQncREABfBMYpwkQIECAAAECBAgQINBHAXMmQIAAAQIECBAgQIAAAQIE8gvcKqEC+FY6viNAgAABAgQIECBAgAABAv0RMFMCBAgQIECAAAECBAgQIBAK4PT/EwhIgAABAgQIECBAgAABAgQI5BeQkAABAgQIECBAgAABAtsCCuBtB68EcgpIRYAAAQIECBAgQIAAAQIECOQXkJAAAQIECBAgQIDAHgEF8B4MbwkQIJBJQBYCBAgQIECAAAECBAgQIEAgv4CEBAgQIECAAIFrBRTA14r4TIAAAQIE+i8gAQECBAgQIECAAAECBAgQIJBfQEICBAgQIHBDAQXwDVmcJECAAAECBAj0VcC8CRAgQIAAAQIECBAgQIAAgfwCEhIgQODmAgrgm9v4hgABAgQIECBAgEC/BMyWAAECBAgQIECAAAECBAgQyC8gIYHbCCiAbwPkawIECBAgQIAAAQIECPRBwBwJECBAgAABAgQIECBAgACB/AL7SagA3o+SawgQIECAAAECBAgQIECAwPIKmBkBAgQIECBAgAABAgQIELgsoAC+TJHtjTwECBAgQIAAAQIECBAgQIBAfgEJCRAgQIAAAQIECBAgcLWAAvhqD58I5BCQggABAgQIECBAgAABAgQIEMgvICEBAgQIECBAgACBGwgogG+A4hQBAgT6LGDuBAgQIECAAAECBAgQIECAQH4BCQkQIECAAAECNxNQAN9MxnkCBAgQINA/ATMmQIAAAQIECBAgQIAAAQIE8gtISIAAAQIEbimgAL4ljy8JECBAgAABAn0RME8CBAgQIECAAAECBAgQIEAgv4CEBAgQuL2AAvj2Rq4gQIAAAQIECBAgsNwCZkeAAAECBAgQIECAAAECBAjkF5CQwD4FFMD7hHIZAQIECBAgQIAAAQIEllHAnAgQIECAAAECBAgQIECAAIH8AgdJqAA+iJZrCRAgQIAAAQIECBAgQIDA8giYCQECBAgQIECAAAECBAgQuE5AAXwdSd9PmD8BAgQIECBAgAABAgQIECCQX0BCAgQIECBAgAABAgQI3FhAAXxjF2cJ9FPArAkQIECAAAECBAgQIECAAIH8AhISIECAAAECBAgQuIWAAvgWOL4iQIBAnwTMlQABAgQIECBAgAABAgQIEMgvICEBAgQIECBA4HYCCuDbCfmeAAECBAgsv4AZEiBAgAABAgQIECBAgAABAvkFJCRAgAABAvsSUADvi8lFBAgQIECAAIFlFTAvAgQIECBAgAABAgQIECBAIL+AhAQIENi/gAJ4/1auJECAAAECBAgQILBcAmZDgAABAgQIECBAgAABAgQI5BeQkMABBRTABwRzOQECBAgQIECAAAECBJZBwBwIECBAgAABAgQIECBAgACB/AKHSagAPoyaewgQIECAAAECBAgQIECAwPEJeDIBAgQIECBAgAABAgQIELipgAL4pjR9+8J8CRAgQIAAAQIECBAgQIAAgfwCEhIgQIAAAQIECBAgQODWAgrgW/v4lkA/BMySAAECBAgQIECAAAECBAgQyC8gIQECBAgQIECAAIF9CCiA94HkEgIECCyzgLkRIECAAAECBAgQIECAAAEC+QUkJECAAAECBAjsV0ABvF8p1xEgQIAAgeUTMCMCBAgQIECAAAECBAgQIEAgv4CEBAgQIEDgQAIK4ANxuZgAAQIECBAgsCwC5kGAAAECBAgQIECAAAECBAjkF5CQAAECBxdQAB/czB0ECBAgQIAAAQIEjlfA0wkQIECAAAECBAgQIECAAIH8AhISOKSAAviQcG4jQIAAAQIECBAgQIDAcQh4JgECBAgQIECAAAECBAgQIJBf4CgJFcBH0XMvAQIECBAgQIAAAQIECBBYnIAnESBAgAABAgQIECBAgACB2woogG9LtOwXmB8BAgQIECBAgAABAgQIECCQX0BCAgQIECBAgAABAgQI7E9AAbw/J1cRWE4BsyJAgAABAgQIECBAgAABAgTyC0hIgAABAgQIECBA4AACCuADYLmUAAECyyRgLgQIECBAgAABAgQIECBAgEB+AQkJECBAgAABAgcVUAAfVMz1BAgQIEDg+AXMgAABAgQIECBAgAABAgQIEMgvICEBAgQIEDiUgAL4UGxuIkCAAAECBAgcl4DnEiBAgAABAgQIECBAgAABAvkFJCRAgMDhBRTAh7dzJwECBAgQIECAAIHFCngaAQIECBAgQIAAAQIECBAgkF9AQgJHFFAAHxHQ7QQIECBAgAABAgQIEFiEgGcQIECAAAECBAgQIECAAAEC+QVmkVABPAtFYxAgQIAAAQIECBAgQIAAgfkJGJkAAQIECBAgQIAAAQIECOxbQAG8b6plu9B8CBAgQIAAAQIECBAgQIAAgfwCEhIgQIAAAQIECBAgQOBgAgrgg3m5msByCJgFAQIECBAgQIAAAQIECBAgkF9AQgIECBAgQIAAAQKHEFAAHwLNLQQIEDhOAc8mQIAAAQIECBAgQIAAAQIE8gtISIAAAQIECBA4rIAC+LBy7iNAgAABAosX8EQCBAgQIECAAAECBAgQIEAgv4CEBAgQIEDgSAIK4CPxuZkAAQIECBAgsCgBzyFAgAABAgQIECBAgAABAgTyC0hIgACBowsogI9uaAQCBAgQIECAAAEC8xUwOgECBAgQIECAAAECBAgQIJBfQEICMxJQAM8I0jAECBAgQIAAAQIECBCYh4AxCRAgQIAAAQIECBAgQIAAgfwCs0yoAJ6lprEIECBAgAABAgQIECBAgMDsBIxEgAABAgQIECBAgAABAgQOLKAAPjDZcd/g+QQIECBAgAABAgQIECBAgEB+AQkJECBAgAABAgQIECBwOAEF8OHc3EXgeAQ8lQABAgQIECBAgAABAgQIEMgvICEBAgQIECBAgACBIwgogI+A51YCBAgsUsCzCBAgQIAAAQIECBAgQIAAgfwCEhIgQIAAAQIEjiqgAD6qoPsJECBAgMD8BTyBAAECBAgQIECAAAECBAgQyC8gIQECBAgQmImAAngmjAYhQIAAAQIECMxLwLgECBAgQIAAAQIECBAgQIBAfgEJCRAgMDsBBfDsLI1EgAABAgQIECBAYLYCRiNAgAABAgQIECBAgAABAgTyC0hIYMYCCuAZgxqOAAECBAgQIECAAAECsxAwBgECBAgQIECAAAECBAgQIJBfYB4JFcDzUDUmAQIECBAgQIAAAQIECBA4vIA7CRAgQIAAAQIECBAgQIDAoQUUwIemW/SNnkeAAAECBAgQIECAAAECBAjkF5CQAAECBAgQIECAAAECRxNQAB/Nz90EFiPgKQQIECBAgAABAgQIECBAgEB+AQkJECBAgAABAgQIzEBAATwDREMQIEBgngLGJkCAAAECBAgQIECAAAECBPILSEiAAAECBAgQmJWAAnhWksYhQIAAAQKzFzAiAQIECBAgQIAAAQIECBAgkF9AQgIECBAgMFMBBfBMOQ1GgAABAgQIEJiVgHEIECBAgAABAgQIECBAgACB/AISEiBAYPYCCuDZmxqRAAECBAgQIECAwNEE3E2AAAECBAgQIECAAAECBAjkF5CQwJwEFMBzgjUsAQIECBAgQIAAAQIEDiPgHgIECBAgQIAAAQIECBAgQCC/wDwTKoDnqWtsAgQIECBAgAABAgQIECCwfwFXEiBAgAABAgQIECBAgACBIwsogI9MOO8BjE+AAAECBAgQIECAAAECBAjkF5CQAAECBAgQIECAAAECsxFQAM/G0SgE5iNgVAIECBAgQIAAAQIECBAgQCC/gIQECBAgQIAAAQIEZiigAJ4hpqEIECAwSwFjESBAgAABAgQIECBAgAABAvkFJCRAgAABAgQIzFpAATxrUeMRIECAAIGjCxiBAAECBAgQIECAAAECBAgQyC8gIQECBAgQmIuAAngurAYlQIAAAQIECBxWwH0ECBAgQIAAAQIECBAgQIBAfgEJCRAgMD8BBfD8bI1MgAABAgQIECBA4GACriZAgAABAgQIECBAgAABAgTyC0hIYM4CCuA5AxueAAECBAgQIECAAAEC+xFwDQECBAgQIECAAAECBAgQIJBfYBEJFcCLUPYMAgQIECBAgAABAgQIECBwcwHfECBAgAABAgQIECBAgACBmQkogGdGOeuBjEeAAAECBAgQIECAAAECBAjkF5CQAAECBAgQIECAAAECsxVQAM/W02gEZiNgFAIECBAgQIAAAQIECBAgQCC/gIQECBAgQIAAAQIE5iCgAJ4DqiEJECBwFAH3EiBAgAABAgQIECBAgAABAvkFJCRAgAABAgQIzEtAATwvWeMSIECAAIGDC7iDAAECBAgQIECAAAECBAgQyC8gIQECBAgQmKuAAniuvAYnQIAAAQIECOxXwHUECBAgQIAAAQIECBAgQIBAfgEJCRAgMH8BBfD8jT2BAAECBAgQIECAwK0FfEuAAAECBAgQIECAAAECBAjkF5CQwIIEFMALgvYYAgQIECBAgAABAgQI3EjAOQIECBAgQIAAAQIECBAgQCC/wCITKoAXqe1ZBAgQIECAAAECBAgQIEDgioB3BAgQIECAAAECBAgQIEBg5gIK4JmTHnVA9xMgQIAAAQIECBAgQIAAAQL5BSQkQIAAAQIECBAgQIDAfAQUwPNxNSqBwwm4iwABAgQIECBAgAABAgQIEMgvICEBAgQIECBAgACBOQoogOeIa2gCBAgcRMC1BAgQIECAAAECBAgQIECAQH4BCQkQIECAAAEC8xZQAM9b2PgECBAgQOD2Aq4gQIAAAQIECBAgQIAAAQIE8gtIoTTKFQAAEABJREFUSIAAAQIEFiKgAF4Is4cQIECAAAECBG4m4DwBAgQIECBAgAABAgQIECCQX0BCAgQILE5AAbw4a08iQIAAAQIECBAgcLWATwQIECBAgAABAgQIECBAgEB+AQkJLFhAAbxgcI8jQIAAAQIECBAgQIBAJ2AnQIAAAQIECBAgQIAAAQIE8gscR0IF8HGoeyYBAgQIECBAgAABAgQIDFlAdgIECBAgQIAAAQIECBAgMDcBBfDcaA86sOsJECBAgAABAgQIECBAgACB/AISEiBAgAABAgQIECBAYL4CCuD5+hqdwP4EXEWAAAECBAgQIECAAAECBAjkF5CQAAECBAgQIECAwAIEFMALQPYIAgQI3ErAdwQIECBAgAABAgQIECBAgEB+AQkJECBAgAABAosSUAAvStpzCBAgQIDA9QLOECBAgAABAgQIECBAgAABAvkFJCRAgAABAgsVUAAvlNvDCBAgQIAAAQK7Ao4ECBAgQIAAAQIECBAgQIBAfgEJCRAgsHgBBfDizT2RAAECBAgQIEBg6ALyEyBAgAABAgQIECBAgAABAvkFJCRwTAIK4GOC91gCBAgQIECAAAECBIYpIDUBAgQIECBAgAABAgQIECCQX+A4EyqAj1PfswkQIECAAAECBAgQIEBgSAKyEiBAgAABAgQIECBAgACBuQsogOdOfLsH+J4AAQIECBAgQIAAAQIECBDILyAhAQIECBAgQIAAAQIEFiOgAF6Ms6cQuLGAswQIECBAgAABAgQIECBAgEB+AQkJECBAgAABAgQILFBAAbxAbI8iQIDAXgHvCRAgQIAAAQIECBAgQIAAgfwCEhIgQIAAAQIEFi2gAF60uOcRIECAAIEIBgQIECBAgAABAgQIECBAgEB+AQkJECBAgMCxCCiAj4XdQwkQIECAAIHhCkhOgAABAgQIECBAgAABAgQI5BeQkAABAscnoAA+PntPJkCAAAECBAgQGJqAvAQIECBAgAABAgQIECBAgEB+AQkJHLOAAviYF8DjCRAgQIAAAQIECBAYhoCUBAgQIECAAAECBAgQIECAQH6BZUioAF6GVTAHAgQIECBAgAABAgQIEMgsIBsBAgQIECBAgAABAgQIEFiYgAJ4YdTXPshnAgQIECBAgAABAgQIECBAIL+AhAQIECBAgAABAgQIEFisgAJ4sd6eRmBbwCsBAgQIECBAgAABAgQIECCQX0BCAgQIECBAgAABAscgoAA+BnSPJEBg2ALSEyBAgAABAgQIECBAgAABAvkFJCRAgAABAgQIHJeAAvi45D2XAAECBIYoIDMBAgQIECBAgAABAgQIECCQX0BCAgQIECBwrAIK4GPl93ACBAgQIEBgOAKSEiBAgAABAgQIECBAgAABAvkFJCRAgMDxCyiAj38NzIAAAQIECBAgQCC7gHwECBAgQIAAAQIECBAgQIBAfgEJCSyJgAJ4SRbCNAgQIECAAAECBAgQyCkgFQECBAgQIECAAAECBAgQIJBfYJkSKoCXaTXMhQABAgQIECBAgAABAgQyCchCgAABAgQIECBAgAABAgQWLqAAXji5BxIgQIAAAQIECBAgQIAAAQL5BSQkQIAAAQIECBAgQIDA8QgogI/H3VOHKiA3AQIECBAgQIAAAQIECBAgkF9AQgIECBAgQIAAAQLHKKAAPkZ8jyZAYFgC0hIgQIAAAQIECBAgQIAAAQL5BSQkQIAAAQIECBy3gAL4uFfA8wkQIEBgCAIyEiBAgAABAgQIECBAgAABAvkFJCRAgAABAkshoABeimUwCQIECBAgQCCvgGQECBAgQIAAAQIECBAgQIBAfgEJCRAgsDwCCuDlWQszIUCAAAECBAgQyCYgDwECBAgQIECAAAECBAgQIJBfQEICSyagAF6yBTEdAgQIECBAgAABAgRyCEhBgAABAgQIECBAgAABAgQI5BdYxoQK4GVcFXMiQIAAAQIECBAgQIAAgT4LmDsBAgQIECBAgAABAgQIEDg2AQXwwug9iAABAgQIECBAgAABAgQIEMgvICEBAgQIECBAgAABAgSOV0ABfLz+nj4UATkJECBAgAABAgQIECBAgACB/AISEiBAgAABAgQIEFgCAQXwEiyCKRAgkFtAOgIECBAgQIAAAQIECBAgQCC/gIQECBAgQIAAgWURUAAvy0qYBwECBAhkFJCJAAECBAgQIECAAAECBAgQyC8gIQECBAgQWCoBBfBSLYfJECBAgAABAnkEJCFAgAABAgQIECBAgAABAgTyC0hIgACB5RNQAC/fmpgRAQIECBAgQIBA3wXMnwABAgQIECBAgAABAgQIEMgvICGBJRVQAC/pwpgWAQIECBAgQIAAAQL9FDBrAgQIECBAgAABAgQIECBAIL/AMidUAC/z6pgbAQIECBAgQIAAAQIECPRJwFwJECBAgAABAgQIECBAgMCxCyiA574EHkCAAAECBAgQIECAAAECBAjkF5CQAAECBAgQIECAAAECyyGgAF6OdTCLrAJyESBAgAABAgQIECBAgAABAvkFJCRAgAABAgQIECCwRAIK4CVaDFMhQCCXgDQECBAgQIAAAQIECBAgQIBAfgEJCRAgQIAAAQLLJqAAXrYVMR8CBAgQyCAgAwECBAgQIECAAAECBAgQIJBfQEICBAgQILCUAgrgpVwWkyJAgAABAgT6K2DmBAgQIECAAAECBAgQIECAQH4BCQkQILC8Agrg5V0bMyNAgAABAgQIEOibgPkSIECAAAECBAgQIECAAAEC+QUkJLDkAgrgJV8g0yNAgAABAgQIECBAoB8CZkmAAAECBAgQIECAAAECBAjkF+hDQgVwH1bJHAkQIECAAAECBAgQIEBgmQXMjQABAgQIECBAgAABAgQILI2AAnhuS2FgAgQIECBAgAABAgQIECBAIL+AhAQIECBAgAABAgQIEFguAQXwcq2H2WQRkIMAAQIECBAgQIAAAQIECBDILyAhAQIECBAgQIAAgSUUUAAv4aKYEgEC/RYwewIECBAgQIAAAQIECBAgQCC/gIQECBAgQIAAgWUVUAAv68qYFwECBAj0UcCcCRAgQIAAAQIECBAgQIAAgfwCEhIgQIAAgaUWUAAv9fKYHAECBAgQINAfATMlQIAAAQIECBAgQIAAAQIE8gtISIAAgeUXUAAv/xqZIQECBAgQIECAwLILmB8BAgQIECBAgAABAgQIECCQX0BCAj0RUAD3ZKFMkwABAgQIECBAgACB5RQwKwIECBAgQIAAAQIECBAgQCC/QJ8SKoD7tFrmSoAAAQIECBAgQIAAAQLLJGAuBAgQIECAAAECBAgQIEBg6QQUwDNfEgMSIECAAAECBAgQIECAAAEC+QUkJECAAAECBAgQIECAwHIKKICXc13Mqq8C5k2AAAECBAgQIECAAAECBAjkF5CQAAECBAgQIECAwBILKICXeHFMjQCBfgmYLQECBAgQIECAAAECBAgQIJBfQEICBAgQIECAwLILKICXfYXMjwABAgT6IGCOBAgQIECAAAECBAgQIECAQH4BCQkQIECAQC8EFMC9WCaTJECAAAECBJZXwMwIECBAgAABAgQIECBAgACB/AISEiBAoD8CCuD+rJWZEiBAgAABAgQILJuA+RAgQIAAAQIECBAgQIAAAQL5BSQk0DMBBXDPFsx0CRAgQIAAAQIECBBYDgGzIECAAAECBAgQIECAAAECBPIL9DGhAriPq2bOBAgQIECAAAECBAgQIHCcAp5NgAABAgQIECBAgAABAgSWVkABPLOlMRABAgQIECBAgAABAgQIECCQX0BCAgQIECBAgAABAgQILLeAAni518fs+iJgngQIECBAgAABAgQIECBAgEB+AQkJECBAgAABAgQI9EBAAdyDRTJFAgSWW8DsCBAgQIAAAQIECBAgQIAAgfwCEhIgQIAAAQIE+iKgAO7LSpknAQIECCyjgDkRIECAAAECBAgQIECAAAEC+QUkJECAAAECvRJQAPdquUyWAAECBAgQWB4BMyFAgAABAgQIECBAgAABAgTyC0hIgACB/gkogPu3ZmZMgAABAgQIECBw3AKeT4AAAQIECBAgQIAAAQIECOQXkJBATwUUwD1dONMmQIAAAQIECBAgQOB4BDyVAAECBAgQIECAAAECBAgQyC/Q54QK4D6vnrkTIECAAAECBAgQIECAwCIFPIsAAQIECBAgQIAAAQIECCy9gAL4yEtkAAIECBAgQIAAAQIECBAgQCC/gIQECBAgQIAAAQIECBDoh4ACuB/rZJbLKmBeBAgQIECAAAECBAgQIECAQH4BCQkQIECAAAECBAj0SEAB3KPFMlUCBJZLwGwIECBAgAABAgQIECBAgACB/AISEiBAgAABAgT6JqAA7tuKmS8BAgQILIOAORAgQIAAAQIECBAgQIAAAQL5BSQkQIAAAQK9FFAA93LZTJoAAQIECBA4PgFPJkCAAAECBAgQIECAAAECBPILSEiAAIH+CiiA+7t2Zk6AAAECBAgQILBoAc8jQIAAAQIECBAgQIAAAQIE8gtISKDnAgrgni+g6RMgQIAAAQIECBAgsBgBTyFAgAABAgQIECBAgAABAgTyC2RIqADOsIoyECBAgAABAgQIECBAgMA8BYxNgAABAgQIECBAgAABAgR6I6AAPvRSuZEAAQIECBAgQIAAAQIECBDILyAhAQIECBAgQIAAAQIE+iWgAO7XepntsgiYBwECBAgQIECAAAECBAgQIJBfQEICBAgQIECAAAECPRRQAPdw0UyZAIHjFfB0AgQIECBAgAABAgQIECBAIL+AhAQIECBAgACBvgoogPu6cuZNgAABAsch4JkECBAgQIAAAQIECBAgQIBAfgEJCRAgQIBArwUUwL1ePpMnQIAAAQIEFifgSQQIECBAgAABAgQIECBAgEB+AQkJECDQfwEFcP/XUAICBAgQIECAAIF5CxifAAECBAgQIECAAAECBAgQyC8gIYEkAgrgJAspBgECBAgQIECAAAEC8xEwKgECBAgQIECAAAECBAgQIJBfIFNCBXCm1ZSFAAECBAgQIECAAAECBGYpYCwCBAgQIECAAAECBAgQINA7AQXwgZfMDQQIECBAgAABAgQIECBAgEB+AQkJECBAgAABAgQIECDQTwEFcD/XzayPS8BzCRAgQIAAAQIECBAgQIAAgfwCEhIgQIAAAQIECBDosYACuMeLZ+oECCxWwNMIECBAgAABAgQIECBAgACB/AISEiBAgAABAgT6LqAA7vsKmj8BAgQILELAMwgQIECAAAECBAgQIECAAIH8AhISIECAAIEUAgrgFMsoBAECBAgQIDA/ASMTIECAAAECBAgQIECAAAEC+QUkJECAQB4BBXCetZSEAAECBAgQIEBg1gLGI0CAAAECBAgQIECAAAECBPILSEggmYACONmCikOAAAECBAgQIECAwGwEjEKAAAECBAgQIECAAPvjZ8kAABAASURBVAECBAjkF8iYUAGccVVlIkCAAAECBAgQIECAAIGjCLiXAAECBAgQIECAAAECBAj0VkABvO+lcyEBAgQIECBAgAABAgQIECCQX0BCAgQIECBAgAABAgQI9FtAAdzv9TP7RQl4DgECBAgQIECAAAECBAgQIJBfQEICBAgQIECAAAECCQQUwAkWUQQCBOYrYHQCBAgQIECAAAECBAgQIEAgv4CEBAgQIECAAIEsAgrgLCspBwECBAjMQ8CYBAgQIECAAAECBAgQIECAQH4BCQkQIECAQCoBBXCq5RSGAAECBAgQmJ2AkQgQIECAAAECBAgQIECAAIH8AhISIEAgn4ACON+aSkSAAAECBAgQIHBUAfcTIECAAAECBAgQIECAAAEC+QUkJJBUQAGcdGHFIkCAAAECBAgQIEDgcALuIkCAAAECBAgQIECAAAECBPILZE6oAM68urIRIECAAAECBAgQIECAwEEEXEuAAAECBAgQIECAAAECBHovoAC+7RK6gAABAgQIECBAgAABAgQIEMgvICEBAgQIECBAgAABAgRyCCiAc6yjFPMSMC4BAgQIECBAgAABAgQIECCQX0BCAgQIECBAgAABAokEFMCJFlMUAgRmK2A0AgQIECBAgAABAgQIECBAIL+AhAQIECBAgACBbAIK4GwrKg8BAgQIzELAGAQIECBAgAABAgQIECBAgEB+AQkJECBAgEBKAQVwymUVigABAgQIEDi8gDsJECBAgAABAgQIECBAgACB/AISEiBAIK+AAjjv2kpGgAABAgQIECBwUAHXEyBAgAABAgQIECBAgAABAvkFJCSQXEABnHyBxSNAgAABAgQIECBAYH8CriJAgAABAgQIECBAgAABAgTyCwwhoQJ4CKssIwECBAgQIECAAAECBAjcSsB3BAgQIECAAAECBAgQIEAgjYAC+KZL6QsCBAgQIECAAAECBAgQIEAgv4CEBAgQIECAAAECBAgQyCWgAM61ntLMSsA4BAgQIECAAAECBAgQIECAQH4BCQkQIECAAAECBAgkFFAAJ1xUkQgQOJqAuwkQIECAAAECBAgQIECAAIH8AhISIECAAAECBLIKKICzrqxcBAgQIHAYAfcQIECAAAECBAgQIECAAAEC+QUkJECAAAECqQUUwKmXVzgCBAgQIEBg/wKuJECAAAECBAgQIECAAAECBPILSEiAAIH8Agrg/GssIQECBAgQIECAwO0EfE+AAAECBAgQIECAAAECBAjkF5CQwEAEFMADWWgxCRAgQIAAAQIECBC4sYCzBAgQIECAAAECBAgQIECAQH6BISVUAA9ptWUlQIAAAQIECBAgQIAAgb0C3hMgQIAAAQIECBAgQIAAgXQCCuDrltQJAgQIECBAgAABAgQIECBAIL+AhAQIECBAgAABAgQIEMgpoADOua5SHVbAfQQIECBAgAABAgQIECBAgEB+AQkJECBAgAABAgQIJBZQACdeXNEIEDiYgKsJECBAgAABAgQIECBAgACB/AISEiBAgAABAgSyCyiAs6+wfAQIECCwHwHXECBAgAABAgQIECBAgAABAvkFJCRAgAABAoMQUAAPYpmFJECAAAECBG4u4BsCBAgQIECAAAECBAgQIEAgv4CEBAgQGI6AAng4ay0pAQIECBAgQIDAtQI+EyBAgAABAgQIECBAgAABAvkFJCQwMAEF8MAWXFwCBAgQIECAAAECBLYFvBIgQIAAAQIECBAgQIAAAQL5BYaYUAE8xFWXmQABAgQIECBAgAABAsMWkJ4AAQIECBAgQIAAAQIECKQVUABfXlpvCBAgQIAAAQIECBAgQIAAgfwCEhIgQIAAAQIECBAgQCC3gAI49/pKt18B1xEgQIAAAQIECBAgQIAAAQL5BSQkQIAAAQIECBAgMAABBfAAFllEAgRuLeBbAgQIECBAgAABAgQIECBAIL+AhAQIECBAgACBoQgogIey0nISIECAwI0EnCNAgAABAgQIECBAgAABAgTyC0hIgAABAgQGJaAAHtRyC0uAAAECBAhcEfCOAAECBAgQIECAAAECBAgQyC8gIQECBIYnoAAe3ppLTIAAAQIECBAgQIAAAQIECBAgQIAAAQIECBDILyAhgYEKKIAHuvBiEyBAgAABAgQIEBiqgNwECBAgQIAAAQIECBAgQIBAfoEhJ1QAD3n1ZSdAgAABAgQIECBAgMCwBKQlQIAAAQIECBAgQIAAAQLpBRTAkX6NBSRAgAABAgQIECBAgAABAgQCAQECBAgQIECAAAECBIYhoAAexjpLeTMB5wkQIECAAAECBAgQIECAAIH8AhISIECAAAECBAgQGJCAAnhAiy0qAQJXC/hEgAABAgQIECBAgAABAgQI5BeQkAABAgQIECAwNAEF8NBWXF4CBAgQ6ATsBAgQIECAAAECBAgQIECAQH4BCQkQIECAwCAFFMCDXHahCRAgQIDAkAVkJ0CAAAECBAgQIECAAAECBPILSEiAAIHhCiiAh7v2khMgQIAAAQIEhicgMQECBAgQIECAAAECBAgQIJBfQEICAxdQAA/8fwDxCRAgQIAAAQIECAxFQE4CBAgQIECAAAECBAgQIEAgv4CEEQpg/xcQIECAAAECBAgQIECAQHYB+QgQIECAAAECBAgQIECAwGAEBlwAD2aNBSVAgAABAgQIECBAgAABAgMWEJ0AAQIECBAgQIAAAQLDElAAD2u9pd0VcCRAgAABAgQIECBAgAABAgTyC0hIgAABAgQIECBAYIACCuABLrrIBIYuID8BAgQIECBAgAABAgQIECCQX0BCAgQIECBAgMBQBRTAQ115uQkQIDBMAakJECBAgAABAgQIECBAgACB/AISEiBAgACBQQsogAe9/MITIECAAIEhCchKgAABAgQIECBAgAABAgQI5BeQkAABAgQUwP4fIECAAAECBAgQyC8gIQECBAgQIECAAAECBAgQIJBfQEICBKYCCuApgxcCBAgQIECAAAECBLIKyEWAAAECBAgQIECAAAECBAjkF5DwioAC+IqFdwQIECBAgAABAgQIECCQS0AaAgQIECBAgAABAgQIECAwOIEBFsCDW2OBCRAgQIAAAQIECBAgQIDAAAVEJkCAAAECBAgQIECAwDAFFMDDXPfhppacAAECBAgQIECAAAECBAgQyC8gIQECBAgQIECAAIEBCyiAB7z4ohMYmoC8BAgQIECAAAECBAgQIECAQH4BCQkQIECAAAECQxdQAA/9/wD5CRAgMAwBKQkQIECAAAECBAgQIECAAIH8AhISIECAAAECVUABXBFsBAgQIECAQGYB2QgQIECAAAECBAgQIECAAIH8AhISIECAwK6AAnhXwpEAAQIECBAgQCCfgEQECBAgQIAAAQIECBAgQIBAfgEJCRC4SkABfBWHDwQIECBAgAABAgQIZBGQgwABAgQIECBAgAABAgQIEMgvIOH1Agrg602cIUCAAAECBAgQIECAAIF+C5g9AQIECBAgQIAAAQIECBAYrMCACuDBrrHgBAgQIECAAAECBAgQIEBgQAKiEiBAgAABAgQIECBAYNgCCuBhr/9w0ktKgAABAgQIECBAgAABAgQI5BeQkAABAgQIECBAgACBUAD7n4AAgfQCAhIgQIAAAQIECBAgQIAAAQL5BSQkQIAAAQIECBDYFlAAbzt4JUCAAIGcAlIRIECAAAECBAgQIECAAAEC+QUkJECAAAECBPYIKID3YHhLgAABAgQIZBKQhQABAgQIECBAgAABAgQIEMgvICEBAgQIXCugAL5WxGcCBAgQIECAAIH+C0hAgAABAgQIECBAgAABAgQI5BeQkACBGwoogG/I4iQBAgQIECBAgAABAn0VMG8CBAgQIECAAAECBAgQIEAgv4CENxdQAN/cxjcECBAgQIAAAQIECBAg0C8BsyVAgAABAgQIECBAgAABAoMXGEABPPg1BkCAAAECBAgQIECAAAECBAYgICIBAgQIECBAgAABAgQIdAIK4E7BnldAMgIECBAgQIAAAQIECBAgQCC/gIQECBAgQIAAAQIECFwWUABfpvCGAIFsAvIQIECAAAECBAgQIECAAAEC+QUkJECAAAECBAgQuFpAAXy1h08ECBAgkENACgIECBAgQIAAAQIECBAgQCC/gIQECBAgQIDADQQUwDdAcYoAAQIECBDos4C5EyBAgAABAgQIECBAgAABAvkFJCRAgACBmwkogG8m4zwBAgQIECBAgED/BMyYAAECBAgQIECAAAECBAgQyC8gIQECtxRQAN+Sx5cECBAgQIAAAQIECPRFwDwJECBAgAABAgQIECBAgACB/AIS3l5AAXx7I1cQIECAAAECBAgQIECAwHILmB0BAgQIECBAgAABAgQIECCwI5C4AN5J6ECAAAECBAgQIECAAAECBAgkFhCNAAECBAgQIECAAAECBPYKKID3anifR0ASAgQIECBAgAABAgQIECBAIL+AhAQIECBAgAABAgQIXCegAL6OxAkCBPouYP4ECBAgQIAAAQIECBAgQIBAfgEJCRAgQIAAAQIEbiygAL6xi7MECBAg0E8BsyZAgAABAgQIECBAgAABAgTyC0hIgAABAgQI3EJAAXwLHF8RIECAAAECfRIwVwIECBAgQIAAAQIECBAgQCC/gIQECBAgcDsBBfDthHxPgAABAgQIECCw/AJmSIAAAQIECBAgQIAAAQIECOQXkJAAgX0JKID3xeQiAgQIECBAgAABAgSWVcC8CBAgQIAAAQIECBAgQIAAgfwCEu5fQAG8fytXEiBAgAABAgQIECBAgMByCZgNAQIECBAgQIAAAQIECBAgcI1AwgL4moQ+EiBAgAABAgQIECBAgAABAgkFRCJAgAABAgQIECBAgACBGwkogG+k4lx/BcycAAECBAgQIECAAAECBAgQyC8gIQECBAgQIECAAAECNxVQAN+UxhcECPRNwHwJECBAgAABAgQIECBAgACB/AISEiBAgAABAgQI3FpAAXxrH98SIECAQD8EzJIAAQIECBAgQIAAAQIECBDILyAhAQIECBAgsA8BBfA+kFxCgAABAgQILLOAuREgQIAAAQIECBAgQIAAAQL5BSQkQIAAgf0KKID3K+U6AgQIECBAgACB5RMwIwIECBAgQIAAAQIECBAgQCC/gIQECBxIQAF8IC4XEyBAgAABAgQIECCwLALmQYAAAQIECBAgQIAAAQIECOQXkPDgAgrgg5u5gwABAgQIECBAgAABAgSOV8DTCRAgQIAAAQIECBAgQIAAgZsIJCqAb5LQaQIECBAgQIAAAQIECBAgQCCRgCgECBAgQIAAAQIECBAgcCsBBfCtdHzXHwEzJUCAAAECBAgQIECAAAECBPILSEiAAAECBAgQIECAwG0FFMC3JXIBAQLLLmB+BAgQIECAAAECBAgQIECAQH4BCQkQIECAAAECBPYnoADen5OrCBCK1tttAAAQAElEQVQgQGA5BcyKAAECBAgQIECAAAECBAgQyC8gIQECBAgQIHAAAQXwAbBcSoAAAQIECCyTgLkQIECAAAECBAgQIECAAAEC+QUkJECAAIGDCiiADyrmegIECBAgQIAAgeMXMAMCBAgQIECAAAECBAgQIEAgv4CEBAgcSkABfCg2NxEgQIAAAQIECBAgcFwCnkuAAAECBAgQIECAAAECBAjkF5Dw8AIK4MPbuZMAAQIECBAgQIAAAQIEFivgaQQIECBAgAABAgQIECBAgMBtBBIUwLdJ6GsCBAgQIECAAAECBAgQIEAggYAIBAgQIECAAAECBAgQILAfAQXwfpRcs7wCZkaAAAECBAgQIECAAAECBAjkF5CQAAECBAgQIECAAIF9CyiA903lQgIElk3AfAgQIECAAAECBAgQIECAAIH8AhISIECAAAECBAgcTEABfDAvVxMgQIDAcgiYBQECBAgQIECAAAECBAgQIJBfQEICBAgQIEDgEAIK4EOguYUAAQIECBA4TgHPJkCAAAECBAgQIECAAAECBPILSEiAAAEChxVQAB9Wzn0ECBAgQIAAAQKLF/BEAgQIECBAgAABAgQIECBAIL+AhAQIHElAAXwkPjcTIECAAAECBAgQILAoAc8hQIAAAQIECBAgQIAAAQIE8gtIeHQBBfDRDY1AgAABAgQIECBAgAABAvMVMDoBAgQIECBAgAABAgQIECCwT4EeF8D7TOgyAgQIECBAgAABAgQIECBAoMcCpk6AAAECBAgQIECAAAECBxFQAB9Ey7XLI2AmBAgQIECAAAECBAgQIECAQH4BCQkQIECAAAECBAgQOLCAAvjAZG4gQOC4BTyfAAECBAgQIECAAAECBAgQyC8gIQECBAgQIECAwOEEFMCHc3MXAQIECByPgKcSIECAAAECBAgQIECAAAEC+QUkJECAAAECBI4goAA+Ap5bCRAgQIAAgUUKeBYBAgQIECBAgAABAgQIECCQX0BCAgQIEDiqgAL4qILuJ0CAAAECBAgQmL+AJxAgQIAAAQIECBAgQIAAAQL5BSQkQGAmAgrgmTAahAABAgQIECBAgACBeQkYlwABAgQIECBAgAABAgQIEMgvIOHsBBTAs7M0EgECBAgQIECAAAECBAjMVsBoBAgQIECAAAECBAgQIECAwAEFelgAHzChywkQIECAAAECBAgQIECAAIEeCpgyAQIECBAgQIAAAQIECBxGQAF8GDX3HJ+AJxMgQIAAAQIECBAgQIAAAQL5BSQkQIAAAQIECBAgQODQAgrgQ9O5kQCBRQt4HgECBAgQIECAAAECBAgQIJBfQEICBAgQIECAAIGjCSiAj+bnbgIECBBYjICnECBAgAABAgQIECBAgAABAvkFJCRAgAABAgRmIKAAngGiIQgQIECAAIF5ChibAAECBAgQIECAAAECBAgQyC8gIQECBAjMSkABPCtJ4xAgQIAAAQIECMxewIgECBAgQIAAAQIECBAgQIBAfgEJCRCYqYACeKacBiNAgAABAgQIECBAYFYCxiFAgAABAgQIECBAgAABAgTyC0g4ewEF8OxNjUiAAAECBAgQIECAAAECRxNwNwECBAgQIECAAAECBAgQIHBIgR4VwIdM6DYCBAgQIECAAAECBAgQIECgRwKmSoAAAQIECBAgQIAAAQJHEVAAH0XPvYsT8CQCBAgQIECAAAECBAgQIEAgv4CEBAgQIECAAAECBAgcWUABfGRCAxAgMG8B4xMgQIAAAQIECBAgQIAAAQL5BSQkQIAAAQIECBCYjYACeDaORiFAgACB+QgYlQABAgQIECBAgAABAgQIEMgvICEBAgQIECAwQwEF8AwxDUWAAAECBAjMUsBYBAgQIECAAAECBAgQIECAQH4BCQkQIEBg1gIK4FmLGo8AAQIECBAgQODoAkYgQIAAAQIECBAgQIAAAQIE8gtISIDAXAQUwHNhNSgBAgQIECBAgAABAocVcB8BAgQIECBAgAABAgQIECCQX0DC+QkogOdna2QCBAgQIECAAAECBAgQOJiAqwkQIECAAAECBAgQIECAAIEjCvSgAD5iQrcTIECAAAECBAgQIECAAAECPRAwRQIECBAgQIAAAQIECBCYhYACeBaKxpifgJEJECBAgAABAgQIECBAgACB/AISEiBAgAABAgQIECAwMwEF8MwoDUSAwKwFjEeAAAECBAgQIECAAAECBAjkF5CQAAECBAgQIEBgtgIK4Nl6Go0AAQIEZiNgFAIECBAgQIAAAQIECBAgQCC/gIQECBAgQIDAHAQUwHNANSQBAgQIECBwFAH3EiBAgAABAgQIECBAgAABAvkFJCRAgACBeQkogOcla1wCBAgQIECAAIGDC7iDAAECBAgQIECAAAECBAgQyC8gIQECcxVQAM+V1+AECBAgQIAAAQIECOxXwHUECBAgQIAAAQIECBAgQIBAfgEJ5y+gAJ6/sScQIECAAAECBAgQIECAwK0FfEuAAAECBAgQIECAAAECBAjMSGCJC+AZJTQMAQIECBAgQIAAAQIECBAgsMQCpkaAAAECBAgQIECAAAECsxRQAM9S01izEzASAQIECBAgQIAAAQIECBAgkF9AQgIECBAgQIAAAQIEZi6gAJ45qQEJEDiqgPsJECBAgAABAgQIECBAgACB/AISEiBAgAABAgQIzEdAATwfV6MSIECAwOEE3EWAAAECBAgQIECAAAECBAjkF5CQAAECBAgQmKOAAniOuIYmQIAAAQIEDiLgWgIECBAgQIAAAQIECBAgQCC/gIQECBAgMG8BBfC8hY1PgAABAgQIECBwewFXECBAgAABAgQIECBAgAABAvkFJCRAYCECCuCFMHsIAQIECBAgQIAAAQI3E3CeAAECBAgQIECAAAECBAgQyC8g4eIEFMCLs/YkAgQIECBAgAABAgQIELhawCcCBAgQIECAAAECBAgQIEBgxgJLWADPOKHhCBAgQIAAAQIECBAgQIAAgSUUMCUCBAgQIECAAAECBAgQmIeAAngeqsY8vIA7CRAgQIAAAQIECBAgQIAAgfwCEhIgQIAAAQIECBAgMDeBWgC3Nxl8cpPzThMgQGA+AkYlQIAAAQIECBAgQIAAAQIE8gtISIAAAQIECBAgMF+BZjyexGS885Cu8532wVv1xO5e39oIECBAgMB8BYxOgAABAgQIECBAgAABAgQI5BeQkAABAgQIEFiAQPP2X45oJ7X5bWvz29QnlrP1pWuESz1u1r2er682AgQIECBAgMB8BIxKgAABAgQIECBAgAABAgQI5BeQkAABAgQWJdB8zRMvxTP+6Tje8ubNmFyqj53cXV9W6r5Vm+Hu2BXB9aONAAECBAgQIECAwKwFjEeAAAECBAgQIECAAAECBAjkF5CQAIGFCjQro9Pxu/9lEi94+oPxFY9/f/zmL4yjXR/V8ncSMVm9yWTqdzf5xmkCBAgQIECAAAECBAjsR8A1BAgQIECAAAECBAgQIECAQH4BCRcv0Gyur8eoKdGM747ff9ud8TVPuhBP/+xz8atvPhlt7Xnb8STa7peB6/vw16DDDwECBAgQIECAAAECBAgcWcAABAgQIECAAAECBAgQIECAwJwEmqYZxcrKapT6X8RKrDSn452/fSpe/JXn4xmfcz7+83+orW/XBJeuAa6zqB8jmvqm+9z9W8HdsX488mYAAgQIECBAgAABAgQIECBAIL+AhAQIECBAgAABAgQIECAwT4FmbWUlYlxL3LaNUvdRM4mmHUW7flctgkfx/CdvxDM/q41f+9lxTNYjJht1OvXyaDfrm0t17z7Ug43AUQTcS4AAAQIECBAgQIAAAQIECOQXkJAAAQIECBAgQIAAgbkLNJNa/rbtZPr7v6X7G8/NuYgynn5uJ0207Ur817dPpv9G8DM+/y/i995xsbbAUX9K3bs2uPtt4PrWRoAAgUMKuI0AAQIECBAgQIAAAQIECBDILyAhAQIECBAgQIDAYgSatm13ntQVuaOIrXvq52ZaAI9iNUoZxWjURNm6K/7g7ffE//bZJZ7/xRfij95Rr20fVq/diq43nr7sDlXP2ggQIECAwD4EXEKAAAECBAgQIECAAAECBAjkF5CQAAECBAgQWKBAs/2ssn2Yvl7zfm+p267EeONk/KdfKvHkz3goXnLfQ/HgX67Vu8Z1r/eV7s9C772hnrYRIECAAAECBG4o4CQBAgQIECBAgAABAgQIECCQX0BCAgQIEFi0QC2A6xa1vL3Jk0eliVH9fhRNPdZ9FDGanIqVcmf8whtOxxd++l/FD3zzxbh4NqLdWq0vpe51sK4H7vb61kaAAAECBAgQIEDgKgEfCBAgQIAAAQIECBAgQIAAgfwCEhIgcCwCzdVPreXt1Seu+VS/3y11y0ZEKTHeuDNe/8oT8cR/cDZ+7se3or3lLwFPwg8BAgQIECBAgAABAsMWkJ4AAQIECBAgQIAAAQIECBDILyDh8Qk0pZTa4zZRYhSllIjSNbyTaNtuH+8co/7U76Lu3fd1byYnoqmXjjfXohmtxtn33Rnf+bzNePpnPRTv+LVaBI/HMenK4K7z3aq3R724O0R3YvrGCwECBAgQIECAAAECBAgMS0BaAgQIECBAgAABAgQIECBAYM4CzfXj7xa1e7+pxW9X/u49Nf1c6mvZOVuHak/GO///lXjm4y/Ei59+Me7/y/pVLZLrRfVNd1231+vqpyubdwQIECBAgAABAgQIECBAgEB+AQkJECBAgAABAgQIECBAYBECTbS1lO32y0+rn6eN7d7j5S+ve1NqX9z9JvD2XqKZrMVquTN++U0n44mfvhmvfcVDMV6vF42j/lyKaOv7usXuXs/aBiwgOgECBAgQIECAAAECBAgQIJBfQEICBAgQIECAAAECBBYmcJNfx+3K324Ou8fu/T73dlRL3hKjZiU2Lq3Gj7y8iS/5jIfiN39xPSJO1u/q4fK2twX2p6Evs3hDYCACYhIgQIAAAQIECBAgQIAAAQL5BSQkQIAAAQIECBBYrMDVBXD3m8DdfoQ5lDpit4/qcaVpYzJp4i/+6K74uic/GN/0jAfigT8v0W7UB3R9b+neXNgpheuJutVvbAQIECCQX0BCAgQIECBAgAABAgQIECBAIL+AhAQIECBAgMAxCNSadp5PLVHGp6P7i9Kr5d74xX/bxBd+2oPxhu/fjEvnImJ8ImJyR31jI0CAAAECBIYjICkBAgQIECBAgAABAgQIECCQX0BCAgQIEDgugSZKG9M99vx0vwW8u+85fZi3pY7TdDeOI1bbe2Kyfle85js24r4vOBd//P/W/ndzI9rJekS7EtFcrFe2dbcRIECAAAECBAikFBCKAAECBAgQIECAAAECBAgQyC8gIQECxyrQzP3ppT6hdrpt1JfRpSjNZu2b74g/+q8r8ZTP+qv4/m+8EOOLJ+pFtSFuT9Vjd0M9TDd/E3rK4IUAqgS5vAAAEABJREFUAQIECBAgQIBAAgERCBAgQIAAAQIECBAgQIAAgfwCEh6/wJUCuNSCdu++z7m1ba12b7fX8rdeEu1kre6jmN6ztRajycPjp37odHz54ybx1p/feeBWPdapRNRCOK5Mr561ESBAgAABAgQIECBAgEA/BcyaAAECBAgQIECAAAECBAgQWJDAghvW7rd7u71L1x3rXkvhP3lnxNc8MeJbnnUpzt4f0Xbd72RU33TX2QkQIECAAAECBAgQIECAAIH+Cpg5AQIECBAgQIAAAQIECCxSYMEF8DXR2rJd9o6bWFndiF/8qYgv/8yL8R9/pvs14IhJVwR3vw28dw8/KQSEIECAAAECBAgQIECAAAECBPILSEiAAAECBAgQIECAwMIFblIA18Z1989Bz3NKZRxNM4laA8f0T0TXl/e+Zz2+4Znn48XPeDA+8L768DqV+lq3y2+ueV8/2ggQ6JWAyRIgQIAAAQIECBAgQIAAAQL5BSQkQIAAAQIECBA4HoErBXBbdmbQFa17953TczmUKE1b94gmTsQoVqMpp6JpT8Qv/3SJZz++jbf+0qWI8TiibES0UfdJfdmqx3qop+urjQABAgT6I2CmBAgQIECAAAECBAgQIECAQH4BCQkQIECAAIFjFLhSAF83iWnbWs92x3qYy1bqqN1eD3u37pHtSvzpuy7F1z/lYnzPC8/HpQ+c2L6idAXwKKI7jtZjuwmuBxsBAgQIECCw5AKmR4AAAQIECBAgQIAAAQIECOQXkJAAAQIEjltg+geYJ3GDEnZhM9v77BKj7r8yiqZtotQieLJ+Kt70w6fiaY97KN7x61sRk5WYbE0iut9YnnSl8N77ww8BAgQIECBAgMAyCpgTAQIECBAgQIAAAQIECBAgkF9AQgIElkKgmc6iFq11m75dlpeu1i1dMV2L4Jisxnv+ZC3u+6Kz8fpXXIx2cyWinK97LYKjm3m3Ry2F624jQIAAAQIECBAgQGCpBEyGAAECBAgQIECAAAECBAgQyC8g4fIINFE2ojQ7BWqplWuJKKVEs7OXUi+p70spUcr1e8zsp9SRdva21GeNosRKlFL3Or92vBKTjXvi1d+2El/9hRfjL37/TLRbTb2n+zPQDyp/q4SNAAECBAgQIECAAAECSyZgOgQIECBAgAABAgQIECBAgMCCBZqP+Xtb0ZZaojaT2KmB5zyF/Qxf6kXd3hW83bF+rFuJUoveJt7x9kl8yePeH7/80+OI8cn6zamIsln37jeCww8BAgQIECBAgAABAgQIECBw7AImQIAAAQIECBAgQIAAAQLHIdC8/MdPx7961Sge89hLsTm+PyZtLVWPYybTZ9aCtyt5r9qnX0Qppe5trK6MomzcEeML98Y3f9XF+K6vfTDG59ZisrEabVu2L/a6vAJmRoAAAQIECBAgQIAAAQIECOQXkJAAAQIECBAgQIAAgWMTaLaajfjkz2zi+950Op7/3Sfi9N2bMY5L0e78d2Vm3e8Hd/vkyqm5vOtK3N197wN2zjXnIurb0k1l80y8+cc340sf90C8513jqA1w1Je62wgQWEYBcyJAgAABAgQIECBAgAABAgTyC0hIgAABAgQIECBwvALNyspaRBl1W3zG4++In/zN0/Hlz48YnX4otsoDEbUOnpaqpRas3Z+KrsVwPXlMW4mY3BHTAri+bZr6dnJ3/Nk7z8RT/+n98XOvr3MctzEeb9RZboYfAgQIEFgaARMhQIAAAQIECBAgQIAAAQIE8gtISIAAAQIECCyBQBO1RK1taXSlalvaKKcuxeOfcTJ+9D/eFf/L552MycpDMWm2ItqVunf/3u4ojvenNr9XTaB+rnO79OC98a1ffS6+5b7zMVlfq3Hq+auu84EAAQIECBA4HgFPJUCAAAECBAgQIECAAAECBPILSEiAAAECyyLQ1b+X51JKiVE5GW3bxD2PauK53306Xv0z98RHfuxfxTjOR1m9GJP637htYzl+2jrfSYyazVhdezDWVs7Ef/g/Szz1n2zF+95VC+tJnWV7zV4/2ggQIECAAAECBBYk4DEECBAgQIAAAQIECBAgQIBAfgEJCRBYKoHtAvhyoTuO6H7bt5tiV5yWNj78oyL+9b/9G/GC712Nh33QerRlM6Kej8s/3YX1Q1vqy6K3+uzmXMRkre6nokxWayF8Jt79zogn/KP3xq/9+616/mZz6trhm33nPAECBAgQIECAAAECRxVwPwECBAgQIECAAAECBAgQIJBfQMLlE2iidqhRanlbt2jqS1mJ0tXC3V96bkZRP0ZZjfj0z12LH/qFe+JffGnEiTseiM3JRkzKVrTl0kJTtbWsvrKXaLfuirb7bzKK2PmutKOYXLo3Xvi0C/GD37YeUTvry5PU+16m8IYAAQIECBAgQIAAAQJzEjAsAQIECBAgQIAAAQIECBAgcEwCXdW759F7PtYuePrF7rEWxSfvjHjqC0fxfW+8J/7ep12KNjbqJfWeUkvWMq4FbL34pr8JXC+dy1afPx23Pnt6rC91rlHnUSZn4vWvuhRf/YWb8dd/Vs93W3O+vnaNcHd9nXNohCuIjQABAgQIECBAgAABAgQIzEjAMAQIECBAgAABAgQIECBwnAK77elVc+j606tOdB+6vrTbRxfjw//OKL79R+6KF33PibjzYQ9GO/0V252hrvrz0N2Ni927WezupSuBN++K3/71UTz7C9bjD99W57J5R7Tj7reFt2phXY/RXV3P2+YrYHQCBAgQIECAAAECBAgQIEAgv4CEBAgQIECAAAECBAgcu0ATpc6h2+thf9taveyhiLU2PvWzR/HaX3pUfPaTmpiMzsZk998PrlfUdrW+3rBKrucXtNUCOLq9lrx/8Sdt3PfEB+M//fwkStNEdP+W8STqNI95jnUKNgLZBeQjQIAAAQIECBAgQIAAAQIE8gtISIAAAQIECBAgsBwCtQndmcieErjc6M8idz1pt8eJesOdda831LtP3xvxzG++I17xo3fHf/dR69H9u8BlFFFGF6M0kyj1slJKPd54j3n+lDrhbo96bE/EpbNn4vlPvRD/5qXrEZOT0TYXIkr3J6Ensf2zVQ+77+tbGwECBAgcVcD9BAgQIECAAAECBAgQIECAQH4BCQkQIECAAIElEqgVbXT16A2m1BWhe/cbXLJ7qhbBH/2pJb7v390RT/iKiObE+yMmd9Rva/HavbZttHWvb495K3Fi9Uz8yMvbeOFT1mPz3Mk6nyZqE1z3+ja6vKV7YydAgAABAgSOLGAAAgQIECBAgAABAgQIECBAIL+AhAQIECCwbAK1/dzpPmcws9Uz4/ji5zXxsh97VHzkR7cxbiexVYvfca2Yp3t9P4PHHGmIrfWIpj0Rv/ELq/HMf/5gvPePT9RyehxRNiIm3Z+3LuGHAAECBAgQIEDgiAJuJ0CAAAECBAgQIECAAAECBPILSEiAwFIKTAvgo1ee3W/6btaA07/9HH/7E9p45ZtKPOmr2jhx6lI9vxXTZ5Tuum6vp45lq89u6nzGJTY3SvzB/7caz33ihfi936wMk9WoPfWVWdVLr3zwjgABAgQIECBAgACB/Qq4jgABAgQIECBAgAABAgQIEMgvIOHyCjS1+twuZ6+aY3f2mr1rcLt973WXS9Luzcrlb0odsTkZ8aRnn4zv/alT8ZiPuz9W1jZjZaWNSbO+3bN2t9S9lHr1LfbLg87kTakl71pE08bqqInVcjre/Qd3xLP+5f3xGz/bTSYixnW/vHV/EvryB28IECBAgAABAgQIECBA4NYCviVAgAABAgQIECBAgAABAgSOWaBreQ8/hbJ7azfM5Q+7JyPq6Y98bMR3vvbeeMIz2yirD9TvRtE2mxEltn/a7cPiXuuD67b7vFEtgtutU/H1TzsXP/ryrejK4e2Guruim9xVjXB30k6AAAECBAgQIECAAAECBAhcJ+AEAQIECBAgQIAAAQIECCyDQK1oZzyNUse7ai9x5p5RPOE5J+K7f+yeuPdD12NlZfs3a7t69XIRXG9b+NaWad/bjE/HaHJH/OB3RLzqm89GuxkxLYHbUX3T7fVgO5yAuwgQIECAAAECBAgQIECAAIH8AhISIECAAAECBAgQILA0ArMvgK+LVsveshHtZBwf9fER/+bnz8T//M+3Ytw8GJP63/bl0yp4++0iX8ue55ZxRNmKn3j1OF78zPPX/Cno2P7Zc/n2Ca8ECNxKwHcECBAgQIAAAQIECBAgQIBAfgEJCRAgQIAAAQIElktgAQVw94jViGY03VfvinjOS+6IF33P6bjngx6IGE1iq93YUeka1loY73xayGG3BG5XopmsRTs+FW9580o850l/Gefv72bQzafOr5ta6T7bCRAgQGAfAi4hQIAAAQIECBAgQIAAAQIE8gtISIAAAQIECCyhQLOYOZUopdRHdXstVJs2PvWfrcT//qZHxN/5xEtRRlvRrFyI0mxGW4vWtnupVy9sm5bA3dzqPjkR0Z6It/3ymXjG5z0U7/mjjmgton4VfggQIECAAIF9CLiEAAECBAgQIECAAAECBAgQyC8gIQECBAgsq0DXbi5wbuP6rFoAl9qm1u0RHxrxnT92Op7xgtVYOdnGJJrorhhHG+NaAnd7vWGhWzMZ1VlsxMqoxJ+/82R83ZMuxZ/9bhsxmUTb7XVeCy+oFyrgYQQIECBAgACBIwi4lQABAgQIECBAgAABAgQIEMgvICEBAkst0Cx2dqP6uG7fjJj+1m1ErER83petxbe85kR88Ee+N6Jcitq01mPE5Wti56f2sDvv5nNoaytdt4g6x0mdWJT40z8ax3O+aBK/99YSpTR7njvvyex5lLcECBAgQIAAAQIEeiBgigQIECBAgAABAgQIECBAgEB+AQmXX2Bvo7mg2Zb6nFqudr8FvOfpj/2UlXjNv//Q+MR//IFoTp6t13TbVkzGJSZRug8Rk3qc9q7Tl+1zs36dFtMlmna17qO63xF//f5z8ewn3B9v/cWNiK0SpZSIqCX2pB5sBAgQIECAAAECBAgQIECAAAECBAgQIECAAAECBAgQWBKBZn7zuNXIXYF6zfe10109FfFtP/Ah8WXPvSNO31kL1ljdvqh+V5vXiNFWROn+SHR3ottjtj/T8rcbstSXnb3pWt4mLp27M174tK14+1vq87tTk7Vo6xS6vV5sI0CAAAECBAgQIECAAAECAxUQmwABAgQIECBAgAABAgSWSeCYCuA9BDs9a+weVybxL778ZHzTa0rc+ciz0axtxaQdRymjKE1b94hSmijTvbsp5vTTRpSN6b8H3GzdGaP6qI1Lk3jek8/Gr/5sLaK7Eji6l0ktguu14ecqAR8IECBAgAABAgQIECBAgACB/AISEiBAgAABAgQIECCwdALN0s2orVNqJvGxf381XvUz98RHf9KliNVztQRuatG6GtGu7Ey5K1933s7lUBvfyVrE5OT26N37+uxm/PB48Zg3tOwAABAASURBVFeei594zflaRnfFb71u+4r62n2uBxuBgQuIT4AAAQIECBAgQIAAAQIECOQXkJAAAQIECBAgQGA5BZqlm9a0T63TGkXc++iI7/zRM/H4L12LcZyrBXBEV7G23Z+BLlt16t2nepjXtvsnoXeOzeREbG1GTC7eE6/61q14w/eNIzZLTLbqcTqHD9TXOc+pPsFGgACBJRYwNQIECBAgQIAAAQIECBAgQCC/gIQECBAgQIDAEgvUpnWJZ1enVlYn8fQXnYoXfM+pKKffdaUArpVwxLQtjrn+7JS/MT1OIppaPNd9vHF3vPqll+J1r9yIppQ6hQt1f1jdu/f1YCNAgAABAoMTEJgAAQIECBAgQIAAAQIECBDILyAhAQIECCy7wNIXwE1TC9Uyjn/wOaP4gX/3EfGID7sQbS1cJ3Eq2uZi9d37G7d739evZr21o2gmK9N91NQyePOu+KHv2IjXfXd97vhkdL+i3LZtPdTPs3628QgQIECAAAECyyxgbgQIECBAgAABAgQIECBAgEB+AQkJEOiFQLPcs+yK1Lq3pZaqEY/+7yNe+ZOn4+M+5WxEuVQL4I3Y/qnXxN59++zMX0stfVfunw5bor6v70p7R/zQyy7Fj7xsK2KrltX1XG2Cp6+xc83OBwcCBAgQIECAAAECKQWEIkCAAAECBAgQIECAAAECBPILSNgfgR4UwLVULU2UUURZi3jEh23ES3/43vgn/3IrmmYSk7aJSanl67QAbiLm+meh61zGd9dH1LJ50kRp2+mff27iTPzwy87HT7x6sz69ROmK4uh+mu7FToAAAQIECBAgQIAAgawCchEgQIAAAQIECBAgQIAAAQJLJjCHhnKWCbvple0Bdw4RK9PtvpeciS//2tMRq+/f/n4yinZcop3UC9u6b5+dw2uzZ8xJRBlP92bysPjhl2/Er//cRky26hzDDwECBAgQIECAAAECBAgQyCwgGwECBAgQIECAAAECBAgso8DeNnMZ53eDOdXCtWkj6sw/72kr8e0/+PBYO302xnEp2nq6jUm09dP2jfXE9ps5vJaIdhSlFs9N3Ut95sa5O+L7vnEz1s/X59ZuOLp9Dk9e6iFNjgABAgQIECBAgAABAgQIEMgvICEBAgQIECBAgAABAksrUGvUpZ3bTSbW/XZtLYFrx9oVsB/3P0V8/xvvjQ97TGz3rV0vO/2uu/3ym+7D7PfuTz2vfGA6bn1sdPt7/qSNn//JizH90J0IPwSGIyApAQIECBAgQIAAAQIECBAgkF9AQgIECBAgQIAAgeUW6GEB3LWqo9gtWMtKEx/+2HF8x4+cjI987IPRrIxjPKnF76S7rh5jnj/1GdN/E7h7RplOKcan442vORHjjXG07VZEN4Vu7y6xEyBAIK+AZAQIECBAgAABAgQIECBAgEB+AQkJECBAgACBHgj0sADuVEv3Uvdx3WvJGk088iM241VvPhOf8GlbsbpWv6/J2rYWxdu1bL1uXlt91nTo+sB6bEoTf/7us/Gu3yv1yaWe0f5WBBsBAgQIpBYQjgABAgQIECBAgAABAgQIEMgvICEBAgQI9EVgu7Xsy2yvm2dX8K7Ws1u1bF2J5uQkvuH7T8U//NytaFfPx2RSol10/1qf17Sn4h3/+WK0XT9dZ1YnaCNAgAABAgQI5BSQigABAgQIECBAgAABAgQIEMgvICEBAr0S6HkBvGu9GjHuftt2PU7cdS6+9mVr8aRnrcToxPkopTayl/8Oc/d+9575HLtZxGQ13vvuJspKV1DP5zlGJUCAAAECBAgQIHDcAp5PgAABAgQIECBAgAABAgQI5BeQsH8CTf+mfJMZr3TnT9eXM1Fq7/rE+9biqc8bRVk7HyunLkSUSd0vRUzL4HqY01aqaKkv58/VN+P5F85zimFYAgQIECBAgAABAgQI3ErAdwQIECBAgAABAgQIECBAgMCSCtSWclYzW4Zxyk6/W48rJT7/qSfjRd97Isbtej1fo467grh+N++pdmXzqD6zLOBZ885ifAIECBAgQIAAAQIECBAgcJWADwQIECBAgAABAgQIECCwzAK1FV3m6R10bm1E6X7LdyOmPysRn/yZa/Gtr747RiceiEn9rutkSylRyvY+vW6mL91vGm/EnffUeYxmOvByD2Z2BAgQIECAAAECBAgQIECAQH4BCQkQIECAAAECBAgQWHqBZAVwqeAn6z6Oy3/puZawf/fT23jpa++JOx9Wy9nLX9TLrnrffT7q3kbbbNWieSv+9mPvieged9Qh3U+gBwKmSIAAAQIECBAgQIAAAQIECOQXkJAAAQIECBAgQKAfAskK4F30UxFdFxz1p41oRqvxMZ/UxMvfWOJhH3IhNsdbMe1+m0vbF9TXWWxtKXXYcUzKOD7649di+98djrg8l/BDgACBdAICESBAgAABAgQIECBAgAABAvkFJCRAgAABAgR6JJC0AN6zAmX7fVkt8ejHnIyXvf5MfMjfejC6crYdd78tXGJWP7VrrkOdir/7KW084kPaaMt6/bx9tr6xESBAgACBZALiECBAgAABAgQIECBAgAABAvkFJCRAgACBvgnkL4C7Fek63trDllGJD/5bES993Zl4+N/882hXLsSktNH9pebdvbv8KHtZOR+f+8RT0yG6x07feCFAgAABAgQIZBOQhwABAgQIECBAgAABAgQIEMgvICEBAr0UGEYBvLs0tQSejCfxNz5iNb73DR8Wj/yQs/WbrvqtX0S314/Xbd35vfu1F2x/13b3l834xE9r4pP/YS2AJ139u1Yv7o71YCNAgAABAgQIECCQREAMAgQIECBAgAABAgQIECBAIL+AhP0VGE4B3PWwNW1T6pva+T7i0SW+/bV31xK4fljZikk7ibbukyjR7dtLul3uRlfuXrXXb9s6Tv26bS7FpO7dn5R++IfeH/e95GRE7X0no+6u+lIvtREgQIAAAQIECBAgQCCJgBgECBAgQIAAAQIECBAgQIDAkgvUSvSoM+zZ/bW3ja4ErtN+9GPuiFe8YS0eWYvb0mxEV+LGAX9qB1zvWInTd1+KF77sEfHIR5Uo9YyNAAECBAgQIECAAAECBAjkEpCGAAECBAgQIECAAAECBPogMLwCuKn1bN12F+feR0e8/Mc/OD76E9poV/56+lvAu9/t5zhuL8QHf/jZeNmPn4yP+aTKWceuW9R3wyiC94PkGgIECBAgQIAAAQIECBAgQKDfAmZPgAABAgQIECBAgEBvBLqesjeTnf1Eu9L3Ytz76EvxXW84HV/8lQ+PlVPrMSndPqnHuPEebUyazZisPBj/7ItW41U//cj4m48ZRTSVs8x+lkYksKwC5kWAAAECBAgQIECAAAECBAjkF5CQAAECBAgQIECgXwK1sezXhGc72xJNnIwSazFaa+OJz16LH/uVU/GlX7MRj/6o8zFuHoj18UMRo40Yx6XYai/U4vfB+KCPmMTnfNmFeN2v3hX3veSuOHlPRLMW2z/bfxM6ake8vW+f9UqAAIFsAvIQIECAAAECBAgQIECAAAEC+QUkJECAAAECBHoo0PRwzjOecqnjlSil1GPE3R8U8b9+1Z3xA//XnfHGtz0iXvnGe+LrXrFV9834ztefite95Z547a9GPPMbTsa9HxaxOZnEuJa+7fbt0zGm5e/2O68ECBAgQCChgEgECBAgQIAAAQIECBAgQIBAfgEJCRAgQKCvAk1fJz7LeZdSpgVwPUSz0o28GaPV9XjYoyI+9u9H/KPPujP+8WffEx//P67EBz+6+7775d42SrMZzahEUxVLie2f7rh3b+vpbq8HGwECBAgQIECg9wICECBAgAABAgQIECBAgAABAvkFJCRAoNcCtbrs9fxnO/kyqeN1+2o9dn/T+XzEbpnbSXX7tMzdPlliNZp6QRN+CBAgQIAAAQIECOQXkJAAAQIECBAgQIAAAQIECBDILyBh/wV0l1etYcfR7d3J7ng6ar873Uv9ON1H9WMZ1dNdQVzqMW79U+rX3V4PNgIECBAgQIAAAQIECPRUwLQJECBAgAABAgQIECBAgACBngjUWvOwMx3Cfbdqbm/13RBsZCRAgAABAgQIECBAgACBYQhISYAAAQIECBAgQIAAAQJ9ElAA92m1lmmu5kKAAAECBAgQIECAAAECBAjkF5CQAAECBAgQIECAAIHeCSiAe7dkJkzg+AXMgAABAgQIECBAgAABAgQIEMgvICEBAgQIECBAgEA/BRTA/Vw3syZAgMBxCXguAQIECBAgQIAAAQIECBAgkF9AQgIECBAgQKDHAgrgHi+eqRMgQIAAgcUKeBoBAgQIECBAgAABAgQIECCQX0BCAgQIEOi7gAK47yto/gQIECBAgACBRQh4BgECBAgQIECAAAECBAgQIJBfQEICBFIIKIBTLKMQBAgQIECAAAECBOYnYGQCBAgQIECAAAECBAgQIEAgv4CEeQQUwHnWUhICBAgQIECAAAECBAjMWsB4BAgQIECAAAECBAgQIECAQM8EDlEA9yyh6RIgQIAAAQIECBAgQIAAAQKHEHALAQIECBAgQIAAAQIECPRRQAHcx1U7zjl7NgECBAgQIECAAAECBAgQIJBfQEICBAgQIECAAAECBHoroADu7dKZOIHFC3giAQIECBAgQIAAAQIECBAgkF9AQgIECBAgQIAAgX4LKID7vX5mT4AAgUUJeA4BAgQIECBAgAABAgQIECCQX0BCAgQIECBAIIGAAjjBIopAgAABAgTmK2B0AgQIECBAgAABAgQIECBAIL+AhAQIECCQRUABnGUl5SBAgAABAgQIzEPAmAQIECBAgAABAgQIECBAgEB+AQkJEEgloABOtZzCECBAgAABAgQIEJidgJEIECBAgAABAgQIECBAgACB/AIS5hNQAOdbU4kIECBAgAABAgQIECBwVAH3EyBAgAABAgQIECBAgAABAj0VOEAB3NOEpk2AAAECBAgQIECAAAECBAgcQMClBAgQIECAAAECBAgQINBnAQVwn1dvkXP3LAIECBAgQIAAAQIECBAgQCC/gIQECBAgQIAAAQIECPReQAHc+yUUgMD8BTyBAAECBAgQIECAAAECBAgQyC8gIQECBAgQIECAQA4BBXCOdZSCAAEC8xIwLgECBAgQIECAAAECBAgQIJBfQEICBAgQIEAgkYACONFiikKAAAECBGYrYDQCBAgQIECAAAECBAgQIEAgv4CEBAgQIJBNQAGcbUXlIUCAAAECBAjMQsAYBAgQIECAAAECBAgQIECAQH4BCQkQSCmgAE65rEIRIECAAAECBAgQOLyAOwkQIECAAAECBAgQIECAAIH8AhLmFVAA511byQgQIECAAAECBAgQIHBQAdcTIECAAAECBAgQIECAAAECPRfYRwHc84SmT4AAAQIECBAgQIAAAQIECOxDwCUECBAgQIAAAQIECBAgkEFAAZxhFeeZwdgECBAgQIAAAQLtmJC4AAAQAElEQVQECBAgQIBAfgEJCRAgQIAAAQIECBBII6AATrOUghCYvYARCRAgQIAAAQIECBAgQIAAgfwCEhIgQIAAAQIECOQSUADnWk9pCBAgMCsB4xAgQIAAAQIECBAgQIAAAQL5BSQkQIAAAQIEEgoogBMuqkgECBAgQOBoAu4mQIAAAQIECBAgQIAAAQIE8gtISIAAAQJZBRTAWVdWLgIECBAgQIDAYQTcQ4AAAQIECBAgQIAAAQIECOQXkJAAgdQCCuDUyyscAQIECBAgQIAAgf0LuJIAAQIECBAgQIAAAQIECBDILyBhfgEFcP41lpAAAQIECBAgQIAAAQK3E/A9AQIECBAgQIAAAQIECBAgkETgFgVwkoRiECBAgAABAgQIECBAgAABArcQ8BUBAgQIECBAgAABAgQIZBJQAGdazVlmMRYBAgQIECBAgAABAgQIECCQX0BCAgQIECBAgAABAgTSCSiA0y2pQASOLmAEAgQIECBAgAABAgQIECBAIL+AhAQIECBAgAABAjkFFMA511UqAgQIHFbAfQQIECBAgAABAgQIECBAgEB+AQkJECBAgACBxAIK4MSLKxoBAgQIEDiYgKsJECBAgAABAgQIECBAgACB/AISEiBAgEB2AQVw9hWWjwABAgQIECCwHwHXECBAgAABAgQIECBAgAABAvkFJCRAYBACTUxqzrbu1203PHndVU4QIECAAAECBAgQINBvAbMnQIAAAQIECBAgQIAAAQIE8gtIOByB5gVf9kCcfV9EO94J3R277rct9eTOOQcCBAgQIECAAAECBAgQyCggEwECBAgQIECAAAECBAgQIJBMoPm1nzsTz/r8C/GePx5vl8Cj9YjSNcCx89P9ivDOWwcCBAgQIECAAAECBAgQIEAgiYAYBAgQIECAAAECBAgQIJBRoGknW/GeP1yLpz7ur+Ltv7QVsXkiYlL2ZPXPBO/ByP9WQgIECBAgQIAAAQIECBAgQCC/gIQECBAgQIAAAQIECKQVqO3uOKJsxsb5u+OFT1+PN79+I8aXIqJs1CI4InZ/GXj3WE/ZCBDIKSAVAQIECBAgQIAAAQIECBAgkF9AQgIECBAgQIAAgdwCTTNZi9KuRrvVxMXza/E9L4h43StrKTxei7ZZj7ZcjMv/PnBuC+kIECAwZAHZCRAgQIAAAQIECBAgQIAAgfwCEhIgQIAAAQIDEGi6jNt/8LlEiSbGW2vxA9/1YDzvSx6IrXMnItq6jzbCDwECBAgQIJBVQC4CBAgQIECAAAECBAgQIEAgv4CEBAgQIDAUgaaptW9pI7o92km0sR6rcVe89f++I178FRfi/AP1u5jUIjjqz8V6rBfXrV5Y39dTNgIECBAgQIAAgf4KmDkBAgQIECBAgAABAgQIECCQX0BCAgQGJdBELYCj/pRSX2qr25YL9c0oJu2leOuvtPGcL9qM9/7xyXqu207Ul+mF9WgjQIAAAQIECBAgQKDPAuZOgAABAgQIECBAgAABAgQI5BeQcHgCTVv73La2v93elFGMJndGacbRlNOxtXEi3vmOEs/6gg/Ee98V0Y4r0KTuZat+qMfuN4O7g50AAQIECBAgQIAAAQIE+iRgrgQIECBAgAABAgQIECBAgEBSgabUArjLVsrOm53fCI56LNHE1vpq3P8Xd8R9T3gg3v07zXbx2462j6Vrg7u/Bx1+CBAgQIAAAQIECBAgQIAAgV4ImCQBAgQIECBAgAABAgQIZBaoje5u8XslZlM73W4vbRtrJybTfx/4/e++K579RRfjd966WcvfcURX/o5X6vt6f70+/PRbwOwJECBAgAABAgQIECBAgACB/AISEiBAgAABAgQIECCQXqAWwLfJOBlFjC5GKSUeeuBEPO+Lt+J3fqPe1nb73nsnez94T4BAjwRMlQABAgQIECBAgAABAgQIEMgvICEBAgQIECBAgMAwBGqLe03Q6Z93rqXv7rH7enxntNPf8i2xfuFUfM2T/zre8ZttTOJixPR8d9HlN90HOwECBAj0Q8AsCRAgQIAAAQIECBAgQIAAgfwCEhIgQIAAAQIDEri+AL42fOlOTF9qCVxL30nExvl747lfci7e/ivdn4Duvq97VxjHuL6pF9RXGwECBAgQILDsAuZHgAABAgQIECBAgAABAgQI5BeQkAABAgSGJlAL4K7c3d33xC9tRLfH1T/dbwK3WxGb587E85/yvvj9t29FOzlX91r8TkvgOuTVt/hEgAABAgQIECCwbALmQ4AAAQIECBAgQIAAAQIECOQXkJAAgUEK1Lb2BuXvHoru2ysfa8lbNiPqXW2UmFz60HjuEyfx+791Ksqknux+AfjKxd4RIECAAAECBAgQILCEAqZEgAABAgQIECBAgAABAgQI5BeQcLgCtbXdDV/qm52Pe3/zd1Kr3uketeQtdR9Fadto67m2Hs8/NIqv+sKH4rfeshHR1IK4Xa/fRURbdxsBAgQIECBAgAABAgQILJOAuRAgQIAAAQIECBAgQIAAAQLJBZqI/SYs9cLdvb7ttloUdyXw5sUz8dLnPRTv/r16cnJiu/ytXbASuHrYCBAgQIAAAQIECBAgQIDAUgiYBAECBAgQIECAAAECBAgMQaCJtpa6u3uXuJa6ETdrb+u13TV1735XuGkjmnIhuuN733UmXvCUjXj/n9Yvy0ZECT99EDBHAgQIECBAgAABAgQIECBAIL+AhAQIECBAgAABAgQIDEagia7w7fbLkWure/n9bd60TcT4rmhrgdy0J+Ldf9jGV37Be2sJvBbTArhshR8CBJZXwMwIECBAgAABAgQIECBAgACB/AISEiBAgAABAgQIDEugNrhd4Vv3Uvdp9u5Xd3f36Ymbv3T31L3Uy0szidXmZLz3XffG1z95PR54T8RkYyViOuzGzcfwDQECBAgch4BnEiBAgAABAgQIECBAgAABAvkFJCRAgAABAgQGKHClAN5uancIaqO78+72h2nDG6WO1F3bNE384TtG8aKvOBfjrvcd17OTtfrSfagHGwECBAgQIHDMAh5PgAABAgQIECBAgAABAgQI5BeQkAABAgSGKrBT294gfltL4G6/wVdXn6rXbf+953q6jWb0UKyUlfjdt63FC592NtbPdwVxt3cl8Nl6jY0AAQIECBAgQODYBDyYAAECBAgQIECAAAECBAgQyC8gIQECgxa4eQF8IJauBN65YXIq2rIR4621+C+/vhIvf9G5aMe1AK5bxOrORQ4ECBAgQIAAAQIECCxawPMIECBAgAABAgQIECBAgACB/AISEmji8m/v7ilxo/6U2th2e327/60bo6kjrsSo3ju+eCp+4SdLvO7lk4itiHbjdER9u//xXEmAAAECBAgQIECAAAECMxAwBAECBAgQIECAAAECBAgQIJBfYJqwiVrXbu8xo5+uBO72iLZt617i/3jFevzsj25EW7bb33p6Rs8yDAECBAgQIECAAAECBAgQIHBrAd8SIECAAAECBAgQIECAwJAEagE8v7il1OG3TsVk41S88hvPxm/9P9sFcNnuh+f3YCPfXsAVBAgQIECAAAECBAgQIECAQH4BCQkQIECAAAECBAgQGJxAbWjnm7nresvowdi4cHf8q2etxx/+7rlot3vg+T7Y6AQI3FTAFwQIECBAgAABAgQIECBAgEB+AQkJECBAgAABAgSGKTD/ArgpUdq7om1Hcf7sWrzwKREPvC+iVQIP8/84qQkQOG4BzydAgAABAgQIECBAgAABAgTyC0hIgAABAgQIDFhg7gXwtm3ZPkQT73lXE9903/0xGdcGuN057UCAAAECBAgsQMAjCBAgQIAAAQIECBAgQIAAgfwCEhIgQIDA0AUWVABHNKWJUkqMylr89lvujpd89QMRCuDwQ4AAAQIECBBYiICHECBAgAABAgQIECBAgAABAvkFJCRAgEAVaOq+Z5vseT+vtyXaSYlffNNm/Ni/fjBiEY+cVxTjEiBAgAABAgQIEOiBgCkSIECAAAECBAgQIECAAAEC+QUkJLArsF0At6V+rk3syvu2j/V1HlsT3XNKfa0l8Ma98epva+NtvzSJduxXgefhbUwCBAgQIECAAAECBAYvAIAAAQIECBAgQIAAAQIECBDIL3BVwtrJno8omxHtKGLrURHR1H2O27Rs7savzxnfGd/8nEvx/j8t9cTWzl4PNgIECBAgQIAAAQIECBAgQOCIAm4nQIAAAQIECBAgQIAAgSEKNN/wvSdjtHYhLpfAsfvT/Vbu3n33/NGOtfaNpg7bVb4lSpz7q5Px9U8ex/jiynYJ7R8GPhrw7e72PQECBAgQIECAAAECBAgQIJBfQEICBAgQIECAAAECBAYr0PwPj2viuS+9IyajczEptZmdUnTHSX3X7d373b2emtU2HbKN9fVJ/Mk7N+I7vu5cHbk7Weqxbt3berARIDA7ASMRIECAAAECBAgQIECAAAEC+QUkJECAAAECBAj8N/buLcauqgDj+LfWPufMpaWlECFi8BZRoomoDwomJpAQH7wk3gKJIUrFoE9AQxoJRKRcA6hcCoqRCCHEB4QYBRJtEB8ImsCLD7yoiVq8BJSaMtPO7Zy9l9/aM6cztMP0THtOhD3/07X2Xnvtvdfl9/plTxHY2AIxxKjzvlDo0p1bFGJPKQUHwT0plK5dSTmQ7VcN7Vd/Ceyx2+2WqrLQnkcrPfGQ58zBb655ypw/D21GBkIAAQQ2tACbRwABBBBAAAEEEEAAAQQQQACB5guwQwQQQAABBBBAQNF5r1II+uI3gy663Knr2D4pdUyTI9qcxLrpoDYfh189fliQ4oxitUU/uHlaL/yuUun8Wb6lOOspc8MnCgIIIIAAAggcowCvIYAAAggggAACCCCAAAIIIIBA8wXYIQIIIIAAAosC0cmrFJKKIuqrOwpdcMmYYntaKUhVKDTSX4qKqa1YTThiTlo4sFW3X3VQ81Oetc5960P/wmcKAggggAACCCCAwLoEeBgBBBBAAAEEEEAAAQQQQAABBJovwA4RQACBFQL5M19fOmh1kWPY7Vds1tnnjktxxrnwmOQ+9X8p9FvDOYdKKvZ5rODqtsd/ae+4bt2ZPwHOtXB/Lm7X68ttKgIIIIAAAggggAACCAwiwDMIIIAAAggggAACCCCAAAIIINB8AXaIwOECMah0xFtK0SGra2tSuu6+tj740UJl/beYfa9+y+ehh7BBKrdJqeUZgmJeSa+tZ/f09IsHPV/pALqesz5IzojFDwEEEEAAAQQQQAABBBBA4GgC3EcAAQQQQAABBBBAAAEEEEAAgeYLrLrDeKg3OGTN1R2xI11/z2adfsa0r9xfTEnBAfHSfQ31Fz2ag2CHv5LnirNSNa57b5zXn//gWzn1TV5Qnt8BtW/mTioCCCCAAAIIIIAAAggggAACCKwqQCcCCCCAAAIIIIAAAggggMBGFohKDmAP1eJQvrrpVOnm+7dp6yldEodT8gAACzFJREFUKW11PNtWKOYVnNWGEHxerMPFC4rlhKJz4KobdNOOKc1NF0rJa1DL63CV1yt+6xbgBQQQQAABBBBAAAEEEEAAAQQQaL4AO0QAAQQQQAABBBBAAIENL3BYmpqUWpXkHFhhXm97r3TdD9vqTB5UFedVpXGDBdcRFoe/SZWqstJLL05q9w37FHLo636FGTkFdqUggMB6BHgWAQQQQAABBBBAAAEEEEAAAQSaL8AOEUAAAQQQQAABBBDIAg6AXXLA6prqbLeOXx3BOgUOpT5wTls7bx9XUk/KIXBIWnwuvz6CGpNCCCriFpW9lvY8sknP/ybHvg6mNamU3M4H8UMAAQQQGECARxBAAAEEEEAAAQQQQAABBBBAoPkC7BABBBBAAAEEEDgkkNPfQxe5UQUHrI5/czspKLnxic8UunjHhHt77lnsc/eIS70QdefGdMu3XtHL/4hey7znzCvyqS45FK4bHBBAAAEEEEDgCAE6EEAAAQQQQAABBBBAAAEEEECg+QLsEAEEEEAAgdcKOAB20OpYV3X1pfIv9+XAtVrsLaSLLm/rvM8mVaHrIDaplyqVo/4S18toxaCpl7fp7mv3KaQxpdd8flzlxVIRQAABBBBAAAEEDhfgGgEEEEAAAQQQQAABBBBAAAEEmi/ADhFAAIFVBPqJ7yq3+l29xYbD2Ku/t1nvObOtuflZheCOsPJr3MXHhnX06B7K47empdTRc0939NRjc24v3vFNF993HO0GBQEEEEAAAQQQQAABBJYEOCGAAAIIIIAAAggggAACCCCAQPMF2CECrycQlSPgpRpCUOF/UWGpO0pqubpEKU5INz0gnfaOpJQcvoauKofAI/kOt0oKeeBqk5TnWJjUvbtaeuXvWhECB1/k6hMFAQQQQAABBBBAAAEEEEAAAQQQQAABBBBAAAEEEEAAAQQQaL7Amjt0rLvW/SNvn/xW6Zo7O4rtA1LV9ssjDmDzn3xOUoxRr/631O7rDzie9rR18Y36zAEBBBBAAAEEEEAAAQQQQACBjS7A/hFAAAEEEEAAAQQQQAABBBBwrroaQlj6/ler/Yqksz7e1iU7HQKP7/cTow1hcwRdV08TU0fPPBn11KM9Lf7l58LzU9YU4CYCCCCAAAIIIIAAAggggAACCDRfgB0igAACCCCAAAIIIIAAAksCOVtdag56ClJMuvDScZ1zfqUQu1rxSa5G/et0JnTndw7oX38tHQIfw/JHvUDGR+ANJMBSEEAAAQQQQAABBBBAAAEEEECg+QLsEAEEEEAAAQQQQACBlQLHmKAGhZZ05S0n6dTTDyjGnlQFKf+55pWjD7ldL9bzzB/YpB/f7KvKEyTXflnZ7vdxRgABBDamALtGAAEEEEAAAQQQQAABBBBAAIHmC7BDBBBAAAEEEEDgCAGnqEf0DdbhN7ecGLVr98mK7YNS/hJ4sDeP4yknvHFOKtt6+slZPfOEg2d3LQ7oNDhMuXmow20KAggggAACG1GAPSOAAAIIIIAAAggggAACCCCAQPMF2CECCCCAAAKrCzjGXf3GQL2F9O4PdXXZrklVxbTKMKfkf8vv5jA21+We422FqqMYkkLV0v23VZp/1SOWM1KVtzLmi+BKQQABBBBAAAEENqgA20YAAQQQQAABBBBAAAEEEEAAgeYLsEMEEEBgDYGcmq5x+2i3khRn9akvd3TupycUQlD+t/iW74Wum5Wr2z4eX/EYebxcU56l0It/mdWPbt3vYSflRFjSnKuf85GCAAIIIIAAAggggMBGE2C/CCCAAAIIIIAAAggggAACCCDQfAF2iMDRBI4zAJZCCFIxoytuGNcpp88oKahylY8a6i9Iqa1UuXqWdhHVDifoVz8L+uNzkkpXTeSDa1pR3aQggAACCCCAAAIIIIAAAs0WYHcIIIAAAggggAACCCCAAAIIINB8gYF2eJwBsENZbXIwO6nNb5GuveNEFWPTUnAaW3+p25KUpwg+D6PkcXJdHmv2YKHv7/q3erOeJ3WWb9BCAAEEEEAAAQQQQAABBBBAYEMIsEkEEEAAAQQQQAABBBBAAAEElgWcmi5fHFurP0RXZ35M+tLXCpVpn4dKDoYLn18b2LpjqKVTTOpvL2zVrx/pLX0FPNTh37yDsXIEEEAAAQQQQAABBBBAAAEEEGi+ADtEAAEEEEAAAQQQQAABBA4T6Ke3h3Wv57JS/cVv/vo2BW3fOan3f2SzqhBVxVJOgV1HWOovjdv6yXeD5qdWztMPnr2+ld20EdgAAmwRAQQQQAABBBBAAAEEEEAAAQSaL8AOEUAAAQQQQAABBBBYTWAIAfDSsDlvLaRivKtr7phUa2xKIVQOgqXRRrDJE0Tt3z+te26cXlpMntH99cxhqY8TAgggsCEE2CQCCCCAAAIIIIAAAggggAACCDRfgB0igAACCCCAAAKvKzCEADgP4eR3aYqqijrtjKTtO7apm+bdO6oANge8rqmj4CWMdU7Unp8v6IXf5768njx3z/NTEEAAAQQQ2CgC7BMBBBBAAAEEEEAAAQQQQAABBJovwA4RQAABBBBYW8DR6doPrO+uw9fg0LUKuuAbbZ119oKq1F3fEAM/7WA55aA3yrOq9DRp4WQ9cHupqpf/9LTvpTGP5ud8pCCAAAIIIIAAAo0WYHMIIIAAAggggAACCCCAAAIIINB8AXaIAAIIDCAw5AA4KIa25FFDq9LVt52kznj+EjdHtJJS8GFYxWOGHPQujRd8Xczo+Wen9eyTnqfyOty1dJcTAggggAACCCCAAAKNFWBjCCCAAAIIIIAAAggggAACCCDQfAF2iMCgAo5qB3100Of6Q0ad+k5p+5VOYVOpKlVKroOOsv7nkkI5oU7cpgfvXtDslEdIrpUPubpJQQABBBBAAAEEEEAAAQQaJsB2EEAAAQQQQAABBBBAAAEEEECg+QLr2mE/rV3XSwM/7NEv/PoWnfnhUkpRKXT9qgNZH4+/BA+Rq0918WTydQja+6dKjz/suaKrhjVfPQkHBBBAAAEEEEAAAQQQQAABBN4gAiwDAQQQQAABBBBAAAEEEEAAgSMFcmp6ZO8Qe6pK+vZd49q8bb9CcEBbj90PZfM517rzGA798ZZfjSoVe5N67IFKB1/Jfwb6yGeWn25giy0hgAACCCCAAAIIIIAAAggggEDzBdghAggggAACCCCAAAIIIPA6AiMPgEM76ZS3S5//yrh66YCXkQPffnU6XH+hm699a1jFme++l4N+ep/nG+r/OzysBTIOAqMRYFQEEEAAAQQQQAABBBBAAAEEEGi+ADtEAAEEEEAAAQQQQGAtgdEFwA5h5RpipdDp6aLLJvSu9xWq4oyqUC6uKVQ++6H8oFvDKCEEBe8qqqNfPlzon3u7Ugyqc2bl+XIdxkyMgQACCLyhBFgMAggggAACCCCAAAIIIIAAAgg0X4AdIoAAAggggAACRxVwVHrUZ47jgaQUu0qppWJCuvSqzb6e93iFFHpS1ZGGGP6q/i1uKX9TPD/T1kN3zaoqHQLX9zzn0OerB+aAAAIIIIDA/1GAqRFAAAEEEEAAAQQQQAABBBBAoPkC7BABBBBAAIHBBBbT0sGePYankuPWjkLwq65nn1/ok58bU9Kc+wpX94+w5OD5t4+39Z+9bc+ZJ/Ii8omKAAIIIIAAAgg0RYB9IIAAAggggAACCCCAAAIIIIBA8wXYIQIIILAOgdEGwMnD5xqS6gTW+evFl52gE7a6vyokX2ukv6SFhZ4e3D3l+b0GtTzbyCf1HBQEEEAAAQQQQAABBEYvwAwIIIAAAggggAACCCCAAAIIINB8AXaIwHoF/gcAAP//Zi5EBgAAAAZJREFUAwDB2PPr80APCwAAAABJRU5ErkJggg=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69836" y="137882"/>
            <a:ext cx="9982454" cy="111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5400" dirty="0" smtClean="0">
                <a:solidFill>
                  <a:srgbClr val="4518FC"/>
                </a:solidFill>
                <a:latin typeface="Arial Black" panose="020B0A04020102020204" pitchFamily="34" charset="0"/>
                <a:ea typeface="Golos Text" pitchFamily="34" charset="-122"/>
              </a:rPr>
              <a:t>Основной функционал</a:t>
            </a:r>
            <a:endParaRPr lang="en-US" sz="5400" dirty="0">
              <a:latin typeface="Arial Black" panose="020B0A04020102020204" pitchFamily="34" charset="0"/>
            </a:endParaRPr>
          </a:p>
        </p:txBody>
      </p:sp>
      <p:sp>
        <p:nvSpPr>
          <p:cNvPr id="12" name="Text 0"/>
          <p:cNvSpPr/>
          <p:nvPr/>
        </p:nvSpPr>
        <p:spPr>
          <a:xfrm>
            <a:off x="3769835" y="7611324"/>
            <a:ext cx="9982454" cy="111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(Админ панель)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67" y="2304763"/>
            <a:ext cx="15733591" cy="501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0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bright-minimalism/columns-3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9eYBsaV0f/n+eU73ddYYZZhgQRMQ9GuMSNCBGFkFFURRRZHPBCMiOCCIgKIqKGwiIaBQRcZe4RMGoPyP6U4NbRGOikSg7A8Nsd+ulzvl+nurumXtn7ty53V3VXXXqVXOeOqfO8jzP5/X0f++puk3nRYAAAQIECBAgQIAAAQIECPRdQH0ECBAgQIAAAQIECOxFoM2H27Z71Ys+3H3enbrufnfayLbe3f/Kc9sD8nxtD7xq2H3+nWtrc7/TNuy+/N+sdcOTddDrc+AzXZeHw2ztMA+zdduvPLd9WE9vt+1z87mvKJtmf/0np7svuOep7kEfebp70F277sF36boHjVpdm41cm7pvc7/Vruq6z6/tzlufL2qffXzEidFzD7zLie55X32i69a6rl3vuq69puuGXb6GuTu7bZ3OK+dsbX6qLXd72ZrwmmMBpRMgQIAAAQIECBAgQIAAAQL9F1AhAQIECBAgQIDAuAQe9NA7RBunYzAYjFrTNHF2K6VEKZstosRuX9dffyr+4q3rEd3hbLl12S6ys92PepEDTP1tKdAuR5RT8an3Wop/f7+Tsb66HMNhxLCNaEct32KMr3Zl1FnpluPP33om/vA3zkTJNYuS69esja7t51uzn4MZiwCBKRIwFQIECBAgQIAAAQIECBAgQKD/AiokQIAAAQIExiOQmWKUjbjnv4m4+8fWZC/TxPH0fN5emrIY/+3X6hgL0XVN1BHPe+NZJ+sUa/BX92edns/DChGHoyw08Q3fclkMlq/JoD4Vc8sIOEqpN1Sp2vZKVPsYRJQMlbuFaDYuj1d/z4lYW42IDIQj6lh5vI/b/o+4j8UZigABAgTOL+AsAQIECBAgQIAAAQIECBAg0H8BFRIgQIDAuAQy2Iua5g1H3x69zwPzc5MtA79SIkopt2qxx9f6+jD+5Pe6OHlN7aiJUne11a+V1laPtdsWyOXpYhjdsI2PvEcTD/7y5VjbuDa6PF+/Gbz54E2qmx9rzF5ta9s6c3G7mirXsL6JKLkfnI5rrz4cr3jBqYg2r7ULEaMVrOONJhD1VT/V/TmtnqztnJM7/5Az2flDniBAgAABAgRmVsDECRAgQIAAAQIECBAgQIAAgf4LqJAAgbEKZIg36q/EYCXiAV/exOrqiYgMGDP7jVLKrVpe3MNWoomVWDtT4o/fvJp912+X5hwymGxLZoq1RdS4MiKPY+tVooaLWx/mfZcJaIl0i4gy6OKxTz0Wl1w2iGZxPUpzFlq3fZy+I9HtfezgVfuorT6b+/qt3+GheMsvLsfb/qCNrqbOuXAl+2+y1/p97rrPO7cWMU/mVp/O3Vi22v9YOtIJAQIECBAgQIDAtAuYHwECBAgQIECAAAECBAgQINB/ARWOX6BGdfVbnIvRDbv4mE86HB/50UuxsLAYUTYimtNxTpKXn/a8dTlWtt/+lTPRbXQZHdZwt7bb67neU9vt3Tcf10spUUPyKz8y4hHfsBxlcCZKdyiinozzvWoMu93Od/22zuU4o0t1X6Pe2gbx8udHnPxwxrHNqRwx/1ZGofQw76xj5O6srZ6pK1f3Z53e1WGOuKvnPESAAAECBAgQIECAwCwJmCsBAgQIECBAgAABAgQIECCwS4GM07r6bdImSpPxXNPG/R/axfrG6ejyY9fW0G+XXd/GYyW7LLEQ/+uvu3jfO/LDTd9U3XygyV2ezfdbbD6eKzCCTKkE+8pvWok73PlUdE0GsNWztpjs64PvK/GDz7sxYng4B1qKTPOzLeRxzinfMxXOcL8e3NzyT+rmD7s8ynJ3+aTHCBAgQIAAAQIECBAgQGAmBEySAAECBAgQIECAAAECBPYgsJ3I1X3N7cp63O8hR2OweDqizVBvuJKd1wu5G8uWAzXr2VMXw7VD8V/ecDJqSljq26jV74nmZduOBJYyg/1Pzz6ewf3qeZ5L8/Oc3d2p7GtwbT6a67fexFvfsh6/+8trEZk7R/7txASD5xx0tAmARwzeCBAgQIAAAQIECBAgQIBALwUURYAAAQIECBAgQIDAXgVqtrvdal/dUtzj30bc7R71J6Az1avfCq7nx9hql/Xfih3EYvz33zwUsZaRXttEk+FhM0oSM2Ss423tNg/znthu9YxWv2E7apWiGcb9v+JQfMq92mjLMFs9mS1N832MW4lmeHy0EtG10a0fjx97yUZc/d7M8Yf5N9NsLtrme56LiHFH+vWvILu1zZeAagkQIECAAAECBAgQIECAAIH+C6iQAAECBAgQIEBg7AJdjdbK6NucX/SIQUQGiaNvdcZ2nBdjeGX/MYj689LDdhgfvmYt/ugtaxF17LGHlWOY7ix0UXJ9ukG062vxlG8/HovLZzZnXc/Xo7xWd+Nr9e8ke6tLmQn0DR8exHc95YbYWMu/majfQM755OVJbVujT6p7/RIgMHUCJkSAAAECBAgQIECAAAECBAj0X0CFBAgQIECAwMQF/uMXHYlhed8oqB3/YCXqP1/blCbaYRO/92vrUb84WvPK0maIWIPgyWaI4y/pQHsso9GbpS4+9jPbeMgjMwyOE7EZ3keMgvwY/6uu3yDXsAyX4+/fthI/+yOno1tfiahf+a0J//iHHPUoAB4xeCNAgMB8CKiSAAECBAgQIECAAAECBAgQ6L+ACgkQIEBgHwQyg738bm18+n0ui9Is5ICbAWMejHHLPnOLbhB/+Scb8d5/zdRwFPqK93aMXN2qZdSfYG7jcU9fieNXrGYOW2LYnIku/9txnzt5IMcuw6X4pZ88EX/z1mFEDfBHz9eJjQ7G+uYvZKycOiNAgAABAlMrYGIECBAgQIAAAQIECBAgQIBA/wVUSIDApAUyyIvatsZ5wEMzy4v1aPPcTZne1rVx7La/Qbp+5nC85ZdO1cGy2wwNc7zRPOo+z9TtrMP6UbuVQAboUaPRQRy7MuLJzz8WzaCNpluJaPJ8U6KUzXarR/d4omm6GGQbrl4R3/P0iA++O0ZjRayOZpSjn7OPPb5qf3vswuMECBAgQIAAAQLTLWB2BAgQIECAAAECBAgQIECAQP8FVLjvAhkW3v9LjsXhO5zOoSf3HdLac1MW4zd+PgPgNoey7Vyg1Ee2Y9H80EXc/2FL8e8+dzXa/C+iRJ6KSb+6tsR1H+7ipc++LtrVOtpKvo1/Ubcrzc5tBAgQIECAAAECBAj0TkBBBAgQIECAAAECBAgQIECAwIQEhrF4tIvPffAgomxEfWW+F+P+JnDJcLJ0ESeuvTR+79dPxujbqvm5jndTqwf13Harn7XbFigRTS7bU19wLFYuuTrvG2bbn63rBvEPf35JvOrFN0Ss1zHHH9eOv8c6T40AAQIECBAgQIAAAQIEDlzABAgQIECAAAECBAgQIEBgQgKlfmtzGN2wxIMedjiirGVMG/lqo6shbB6Nb8sOM2Au5XT89i9kalmz5rLde84jL29/st+ZwF0/tsTjn3lZRDP6Om4+vA+YOcT6mRK/+cZh/PFvZwKcn3PgPW23fFgAfEsRnwkQIECAAAECBAgQIECAwOwLqIAAAQIECBAgQIAAgYkKZPAag2gWu/iUz27iirudjI2oIWKeH3ugVyK6hSgbl8Tb33Y6/unvcoysrRv9dHGT1/JD3fK2utMuUqB6Jd/Dvm4p7vEJZzK4z2S91G8ClyiliVLq/vztIke41W1Nnqmt5L49c2l8z7NW4x1/n2N2OXaei/wrijH8/dQxRt15mwcBNRIgQIAAAQIECBAgQIAAAQL9F1AhAQIECBAgQIDA5AVqxFZbpnW5++KvWoloFyPqN4ObPBdjfm1mvjFcOxxvet2Z7Hwtc8K1yLeIHD9GYXCetu1cYBDxrS+9Qywup2vJIHbcv+F9qxnlYi5ekwHzMLr1o/EdT7oxPvjOhRitZQ2Ab3X/zk+M/iR2/pgnCBCYOQETJkCAAAECBAgQIECAAAECBPovoEICBAgQIEBgfwS6jNi2W5T4wocfj4WVG6Nrm8zxVqMtm9/PHctkaiBZMh/MNhgsx+++aS0+8C9LMcqZM0uMrn7zOC9OIHcey/ynvZOk+5hPa+KxTyvRpufa+unoum7Uxj/1zUUq7aX5V7MQG2vDeO8/HYuXPuvaWL2xjraUb222vW3517m3DjxNgAABAtMvYIYECBAgQIAAAQIECBAgQIBA/wVUSIAAAQIHJ3DplRH3vv9KTiDTxHwf35aBYf1Z4u1ua7LXrcSbfyXTwi7DwgyaY/MrwOMbcg576ro2HvnNx+KjP3k9moXFWwjUQLa2W5ze1ceST9WW/ZWNDJkH+bmLv/nThXj5i05GDPNauW50Lt9yy/XfxbeC659JPmwjQIAAAQIEeiqgLAIECBAgQIAAAQIECBAgQKD/AiokQOCABcpCxBd85SDacn00pYZ6455QGyW7rN/6HQyX4tded0OsncyYrzkdo5+drjlheO1WYLRkyfkdrzgey0evj67ZiLZ2NnLNC/V4bK2u5ObfSJOHg9Lk38xivPnnl+PnfzRHXb8sos0Lo7HP7GrUcc94V5PwEAECBAgQIECAwCQE9EmAAAECBAgQIECAAAECBAj0X0CF0yDQdWvxmZ+zEHe7x2JEl2nwKK4dx8wyCBz1dXak18SZE5fFH/xmhr9d/dbx7kLCccyuP31sRGW+y8eXeNwzcg1LNU373GIUxJ7tH2N41Y6zzzLqPP9mMgRuSvznHz4df/ibOZc6aMl9dyiv1b+nnQ2ZPe/sAXcTIECAAAECBAgQIDADAqZIgAABAgQIECBAgAABAgQI7JtA6bpYWBnGgx/eRFvWN8fdDvc2P+3hvYaF5z6+sTqIX3zNYqyfqOeP59ut78mTtosWqD+nXW/u4quecDzu9YD1KM16dG3mr9nyPS/Wg+22Fdzm2d1vW2vWZfjbLkXTDSKGg/juZ9wQb39r9rqewW8dbhdDCYDTz0aAAAECBAgQIECAAIE+CaiFAAECBAgQIECAAAECBPZZoFvOAQfxkK86Es3SjXlcU7th7rdCvjwa19Zl2Nx1C/HOd5yIt77lTMT6LceoY49rtHnqp6atGxHNWjz9hZfFZVdk7ZWy5L5+I7fuJtG2/0eBOlZ7KLq1y+IFT7oh3vOOnE8du7bRuPl5tK83jg7itt4FwLcl4zwBAgQIECBAgAABAgQIEJg9ATMmQIAAAQIECBAgQGA/BGood3ariVu2Y5dFPOiLD0UpNfytQV3uu7yxtj3MazP07aLuazeDaGKhvTR+43VLeS4i6reOc5gYte0AOrx2JNDE6Oe7u6W4/K4RT3tpG7F0Koa5jPWf5N1ue1zK88+ohsDZmgyam9yfuO5wPP/xXXzgHXl7fo7IueSa56fcbsiWk8r329qyktu65Hx/BFRCgAABAgQIECBAgAABAgQI9F9AhQQIECBAgAABAgcmMPr3WiOahS6+5FGHchptZrELEWUtMtPL/YUDu9jhq9lK+N7+N++Pv//zkJZifQAAEABJREFUNp8eZNve/CT0tsTO92X0SJOc9/785fjir+miDDZG57bfuu2D0cLe9GG8B91ivOufm3j+E66P667OEbutBR+Nckm+b84zD867nX33eW9wkgCBGRcwfQIECBAgQIAAAQIECBAgQKD/AiokQIAAAQIEDlAgA7rYCglLiY//zC4+9bPz3OibmzmtC2d1ecPut0FcFq97xYmIYRP136sd9ZRDj/bedi8wyFA91+2JLzgSH/9p10X994Bj9C3c7S4r8nbbPjeufRdNORVNdv/uf1yO537t1bFxJvvu8kRueXS7mwD4doncQIAAgdkVMHMCBAgQIECAAAECBAgQIECg/wIqJECAAIGDFqipXP22b86jHkYTD3tcxPrw+jwxiGhG6V0ej2OrA7QRJUavdmMl/vbPF+Ptf5rn6qVYi9G3jif57dSYh1d6Nm0sHFqP7/jRO8bSSnWtwHn+piC4LkJt4/bIPtvDEYMTceZ0if/7t3eIb3vcqVg/VW5joDqvcy8JgM/18IkAAQIECPRFQB0ECBAgQIAAAQIECBAgQIBA/wVUSIDAVAjUuK0GwBnE1Ywu230+fyXucvc8GP10b54f2zyzz630t/ZaShPDjYX4qZefiNIMc5ScRyzlvt6XO9vOBCpbbRniR7ZSFuLKu0c874ePxFr7oYiu+tb1LtlvbbmbxFa/Pd4eicEgx8v1/fu3rcQLvvH6GJ7JKbQZQo9aDlz/COKG7YPcb251hptH3gkQIECAAAECBHoioAwCBAgQIECAAAECBAgQIECg/wIqnD6B7UAwU7mVNh70pRnENqsR7aGc6va1PNzztt1XjlO/jZoh89/8aRf/83+sReRx1G8B+wbwnpSrbG1R0jrT1Hs/uInHPvkOEc36lnHZU/8X93AZDR8lYvVMG3/51qV40ZOvjfWTOaG2tq1eukvyIG/K9+0tr24f2hMgQIAAAQIECBAgMPMCCiBAgAABAgQIECBAgAABAgQOWKCGcU084puOxNFLlqIt7VnzGcWKZ33e5WE+VkqJUmprYmXhkvjV12713S3Vq9lsuxXoojk3Qh9EfMOzV+IzPnc9NuLGvLZlPRrg7OPRibG9ldJEk2u8MGijzuhP37IS3/7466LdiGiHw4jccjK3Gk8AfCsSJwgQIECAAAECBAgQIDCbAmZNgAABAgQIECBAgAABAlMi0EUcviTiP37RRuZzq1uTypPR5nHd525MW+aDsb6xGm99y1q842+z03ar/61d5AzyrG0HAiXvrS13uSVkbjGIeNpLDsdH3L0G7HUd89JoqxdrG30Y/1v9VncN9buF6IaL8dd/fDi+/etWo9vICd3GaALg24BxmgABAgQIECBAgAABAgQIzJCAqRIgQIAAAQIECBAgMA0CNTUctWFE08Ujn3goFldORzssGf2WiJLnY3yvUko0UaJ0y7EQx+LHvmctuppFdmuRA8Zm9nsitg5yb7sYgZI31Za73BK0Sc9cu6s+IuLFP95Fs3J1DNtc01zXkXfeNbGtdLmm2drFGJRB/lktxP/4o9V4wROui9M35qhNtrrQbd1vttGpzUPv/RNQEQECBAgQIECAAAECBAgQINB/ARUSIECAAAECBAhMnUC3+e3MK+8a8cCHLkc0bYZ4w2x1pjWpy1CxHo6plVE/Jf76Lz4Qb/+zDJnr+JsnM/s9lle3P+ShbRcCdT3TMNfxnp+0Et/5yjtFDDJ9bTayr7LVcrcPWw2ch+sr8Rd/eDy+9dGn4sPvqYPm31SdRu7qJwFwVdAI9FFATQQIECBAgAABAgQIECBAgED/BVRIgAABAgQITK9ADeSWIh76mCPRLb4/2ljNALhEFzU0HO+0S/bedE20q0fj9T96Q3TrGVjW8bfbeIebs95qnJqe9bvWCwk6aOOzHjSIxz5tMQaLp6IMVqPk6VJK7jfbJIFKKbE4yD+szPn/6W8X42kPPxXXvHMQG8NrI0qMXnXGowNvBAgQINAfAZUQIECAAAECBAgQIECAAAEC/RdQIQECBAhMqcBNX+6tB8P4uH+3EZ/x2XeMZpTK5VsGteOd+dbXPrPTQRyPv/zjEv/zz/JcHT5yH5kU5jXbHgRGltvPb0RX2njs01fiPg9ejLK5sBnun3PT9s0T2HdRynpEcyaGa4tx9bsOxVMecV28/58vjejqcF3kX1k90AgQIECAAIGeCCiDAAECBAgQIECAAAECBAgQ6L+ACgkQmGaBkpOrLXejRK5ZiK97+lIMNzKWK6t5aiGv3HRDHo9r66JrSzTdkfjZV52M0WsUNg9Gh972IHDOcjUx+tbvwjCe8wMr8Qmf2sRGOxxF7V1bxxilsPVggq2JaFciFzvaYRcfeu9KfNOXvife9t/Woz3TCYAnKK9rAgQIECBAgMA+CxiOAAECBAgQIECAAAECBAgQ6L+ACmdKoKthb8Qn/vuIz7xvhnbdSpSS+7EWsdlfl7ljbhHdIP7qT4fxJ285NdZRdFYFSr7lmnaHomvWY/mS1Xjxaxfjqo9cjS7D/dHSDm7Me0YrkftJbHUO262NUg9zuI0zR+LFTz0db35jJwCeBLs+CRAgQIAAAQIECOy7gAEJECBAgAABAgQIECBAgACBKRPYDGYzkY1uYTW+7HELMSw3RAwyrdvtTG/zuSaDwBKj/0oTsXY0XveDG9Ft5AOTGC67nfetxErEcCUuvTLiZW84Epfe6WR0g/Xo2mMRuRIx0VcZ9V7qWndNlJxHrF8aGyePxCte0AiARzreCBAgQIAAAQIECBAgMMMCpk6AAAECBAgQIECAAAEC0yxQosRyfM4XDOKT/t3hKIMzOdnJpbKlRDRNE//8D8P47V9YzbHO/jeA67i15Wnb7gVKfTQdBycimrW46h5r8V2vujwGyx+K+k3sGvrXO0b7ruQu2+aJPb2f9+GS86gX2jIau4tWAFw9NAIECBAgQIAAAQIECBAgMKMCpk2AAAECBAgQIECAwDQL1NyvtliPWDgTj3pSidWNa6Nmgu0e5t1lyni+1mSfJa9FczpKtxKvf/lqnLxmkGe7bHWrk/G14Cqx91Ytj0SUxWgWmvikz27jhT96aQwOvzu6wWq0pZrvZZXjol9d5H85Xpd/WLXVv4OLftiNsyJgngQIECBAgAABAgQIECBAgED/BVRIgAABAgQIECAwMwLdYkS3EP/h85fiHh+f8VyZZDCYwWR7KDIBjhs+vBy/9lP1G8B1vBpIRr5qAJw72xgE0jqy5dpGrul/+IJD8dTnXzVa64h0bhc2x8hwdvNg0u85l5xP/oVNeiD9EyCwrwIGI0CAAAECBAgQIECAAAECBPovoEICBAgQIEBgtgRGuVyGgQvDeOxTLovS1FB2u4TtYHb78x73XYlBNDHolmN4Zine8GMn4/p3DSIyGIzRUBlGh9fYBWoIHCfiix69GI952jCawcbmEM2p3I/gc1+3elxbPZ5MaybTrV4JECBA4CAEjEmAAAECBAgQIECAAAECBAj0X0CFBAgQIDBrAm3U7DXyVQaDuN9Dl+JjPm45yk3fCq1hYG15w5637KdkuFz77jL0zTB4uLYSP/UjZ6Jb2+48g+ioifT2Z/uxCCR9ZPAeg5PxmGcsxpc/vo124WS0sbTVfb2htvx7GCXx9Xjr0ph3AuAxg+qOAAECBAgckIBhCRAgQIAAAQIECBAgQIAAgf4LqJAAgZkU2IrjSk6+raFfF49+xmosHTqdJ+pWr9eL9XivrfZT21Y/GQQ33WL81i8O4x/+chhRh6+X6r62eqztXaCS1xaHsq/DUcognvC8IxkCn4mN9rpoS4bB2fJi1J+KzreIGD0Qk3jVv6hJ9KtPAgQIECBAgACBfRMwEAECBAgQIECAAAECBAgQINB/ARX2RiBzv3s/aDk++hOzorKeoWyeyMPxbVv9Zfi73WfTHorXfP/VOdb2GfuxC4zY61u23GJQ4gnPvTzu96X5octIdli/eZ2jjn4qOs/l4aS2HG1SXeuXAAECBAgQIECAAIGJCxiAAAECBAgQIECAAAECBAgQmB2BksFfbrHYxuOefijKwjDaZi3nfztfx8079rKVDCD/99uOxFt+8YaIdi89efb2BRK42VzPZjHiO15xedz7i05Et7geudoxbCcfz05+hNtXcAcBAgQIECBAgAABAgQI7ELAIwQIECBAgAABAgQIECAwqwJdfOZ9m/i3n51hYdm4uYiupsM3fxzbUclx2pX46ZdfG6euy+PacZchZW71UBunQI1fcx3rv8VcD5c24kWvPhafcZ/ELhn256WbR8tzN3+4zaOdXqjD7vQZ9xMgQIAAAQIECBAgQIAAAQIHK2B0AgQIECBAgAABAgRmUaCGf7V1GQQOIr7mSQsRzUa0zZloYzJhYNR+RyHzYnzo3VfGG340x67hbwaUXd3nyLNIOf1zzgUudZaDaBZLfN/rluLen78RzSDXO4P+zRh+a83zc71zXK0ZV0f6mQYBcyBAgAABAgQIECBAgAABAgT6L6BCAgQIECBAgACB2RbIVLA9FDE4GZ/2OctxnwetRuTnElux3ZjDwIgSMfp3ZzNs7A7Fr73+VLz3H0t0wxJl9PPTGQjXkDi8JiNQ0j+iLHfxnT9+PD7vobnezemIui6Rr8G1EWUzDo4xvbb+ksbUm24IEDg4ASMTIECAAAECBAgQIECAAAEC/RdQIQECBAgQINAPgUEt40hE6eLrnnVZDFaujcFCbL7GHAaOOu0yEqwt2tg4dVl837dmCDmsgXBOpF3JWzKkzHfbhAQqbzmVIfBafPsrjsTnf0UXXbk+oq3+h24xaK5L1HaL0zv4mKu9g7vdSoAAAQJTKWBSBAgQIECAAAECBAgQIECAQP8FVEiAAAECPRIYfeEz35oSH/Xxg3jgly7G6vq10eWpGH07dG8B4LlS2Vf9CejcRf3G7+B0/O3bVuP/96aMCdvt1PncJ3was0C1jxr0ZhK8cCKe8/JD8YgnLEe3dH20dU22vw08Cn7rzdttd/PIld3dg54iQIAAAQIEpkLAJAgQIECAAAECBAgQIECAAIH+C6iQAIG+CYwSutFb1F9+/rqnH4tDR4YRg9WstIZ/uRvrVqJmjE0Gvk27FINmIV713cM4c11E163nW3hNUiD5oy50LOYoR7KV+KZvX4pHP3kl2uFCthLtKPzNv4E8irpYoxa7em39Ze3qWQ8RIECAAAECBAgcqIDBCRAgQIAAAQIECBAgQIAAgf4LqHAeBC6/a8Sjn3Q4unI6oj2UJZds49pqXxkJlhos574Gkd1KXP/hYbzyJScjSv3acb0WXpMSqEtwU99bH3IpHveti/HUF+d6L94Yo7y3y4C4ttGH2PUru971sx4kQIAAAQIECBAgQOCgBIxLgAABAgQIECBAgAABAgQI9EagRoJf8fjDccXd1qJt6rdAtwLZqK96XFs93murI0U0XZNtOX7rjevx9j+uoWPZa8eev7C2oQ8AABAASURBVCiBGrZnK9m27v+yx0e87PXHYnDouhg2J6M969rWLTveCYB3TOYBAgQIECBAgAABAgQIHKyA0QkQIECAAAECBAgQIECgfwLLhyK+9qmHoxkFgFuBbFf3NfzdbmOsO/teWTweP/zCE7F+egL9j3Gqve2qrVFtE592v4gf+blL4/K7nI6uLkV0+V8bke+bbWcCtdedPeFuAgQIECBAgAABAgQIECBA4KAEjEuAAAECBAgQIECAQB8Fas67MIwHf9XRuOcnn4quWYubvyM6oTivdNG2Jd71T0vxMz/UxsbGxm6yxj6uxgRrqmtZ29YQ9bCufdmIT/z3TfzYm+4YH/VJq9EtnIzVjWuja7qtVqIrmy1yX0rJ3W232u3WCHazK2DmBAgQIECAAAECBAgQIECAQP8FVEiAAAECBAgQINBbgQz6IgYRZRjf/LxLI5rViCijLZO/DGbzWv0cE3h1i/ELP/2++N9/lePVb5/WNoFhdHlbAhV8bXTx8rueiR/91eX49PueieVDuR71fwNoc+3rLaM78k9ha3+hnQD4QjquEZgFAXMkQIAAAQIECBAgQIAAAQIE+i+gQgIECBAgQKDnAhn25RbNMD75c0o84KGDGLZr0bYxalHOSgDHIXFOfznw2pXxyhedjhwyuuE4BtDHhQVqRFtbvSv943Bs5vuDOHxJEy/9ySviq564lPHv6SiZ/0Yu/+ZPQ8dFvbZ7vqib3USAAAEC0yVgNgQIECBAgAABAgQIECBAgED/BVRIgAABAvMksBg17P36Zx3JIHCt5n7R1XwwJvvqhoP4x7d38cbXnIgiPZws9oV6H9b1X4tY3oive9bRePFrDsXi0Q/k38DOUnlLeCFk1wgQIECAwPQKmBkBAgQIECBAgAABAgQIECDQfwEVEiAwdwI17W3ijnft4lHf3EVZOD0SaPO9ttyNfasjRmTvG4fi9S8fxP/92zyODBy77aHq5+1j+4kKDGrvi1EyhS+DLu7zRQvx2t8+Hne6x4fzb2G4+e3sm9al3nv+JgA+v4uzBAgQIECAAIEpFjA1AgQIECBAgAABAgQIECBAoP8CKpxngTIo8YhvOhZXfOSN0TWZ+G2mtBMhGXVdSpRuMdZXm/je534g2tVMIst6jldb7myTFyjbQ5Rocz26pkTJ9hH3OBSv++0r4gFfthZlYW37pgvuBcAX5HGRAAECBAgQIECAwJQJmA4BAgQIECBAgAABAgQIECDQe4HSDGNhKeJZ331JlKVropSIGgaWUvK4xPheXXbVxSBKDLLbhbIU//p3V8SPf//1ERuLEXm5i9UYHeS7bX8ESq5HbdujLR7t4rk/dCie/tJhLBy9JlY31qLNxWlLrky27fs2910IgDclvBMgQIAAAQIECBAgQGDqBUyQAAECBAgQIECAAAECBOZFoIsoXXzm5y3GvR+wkMcbkVFfdG2+t3ktP41nq+lhtvpt32Y1h8zjbiF+7afX4+1vW49oFzJmzP14BtPLRQrkKmQEfNbNGfzHwno85FGH4tW/cnl87CcsRZTNv4nIV9d10dU/jjyOMhQAVweNAAECBAgQIECAAAECBAhMuYDpESBAgAABAgQIECAwVwJNZPIaUZp42ncdjUsuz3B2cDpDvogYfe0z92PbSkSXgWK3mD12GQK30a0eie//ljNx6toSTXs84tw4MrwmK5Arcq54PRH1fwSIuMcnR/zY70Q85NGr0SyciDI4k38qJdoM8LtumH8j6wLgyS7PpHvXPwECBAgQIECAAAECBAgQINB/ARUSIECAAAECBAjMq0C7sRF3vMtCPPIJGfCtL0RXMuBr1iJT2hjvqyaMtdVeS4aPK/G+d67HK19yOvJD1FdX37QDFCibY+euZBb89Jccje9/3ZG49Mrrox1cE91wOaI5k/cUAXB4EZhVAfMmQIAAAQIECBAgQIAAAQIE+i+gQgIECBAgQGBOBZqIUqIZZNLXRnzF1x+JT/iMk9HFmehGIV/k6+xI9uzjvLTHretKRHss3vzLa/Hnb8m+c8sze+zV43sWqItQ2mgWN/LvIOJT79vEz/7eneIBDzkWMbg+Rj8DXfwE9J6ddUCAAIGDEDAmAQIECBAgQIAAAQIECBAg0H8BFRIgQIAAgZFA6aJbXI0nveBYDJbyuMtQOKPgqK0GtXV/Uxs9MZ63bjEWBovx3c+6Md7/rrXx9KmXMQg02UeJqN8EbzZiKbPf571yKZ7/I8fjkiuGMYzWN4BTyEaAAAECBGZJwFwJECBAgAABAgQIECBAgACB/guokAABApsCJXelRInF+KRPX4gvfWyJ+u3ctjkdbQbDeTW3km2cWxdRhtkyYm6X4/QNy/E9z7wm2tORr7yW77aDFShlECX/JqIsxCjtzUz4fg8bxM/90aXxJY9dG5062BkanQABAgQIECBA4CIF3EaAAAECBAgQIECAAAECBAj0X0CFBM4jUPLcIOLxzzkSd/6oDGeHRzOdzfCvhsD1W8BdXsxIMO8a45bj1D67xfinv7k83viaMzlm7X413wTBiXDAW/2j2JpCBsAx6GLp+Go87bsuFwBvsdgRIECAAAECBAgQmG4BsyNAgAABAgQIECBAgAABAgT6L3DeCmvYuhFR1mL5SMSTnr8csfih6LqNbBkCljav1bC23hcTeJXYOLUUr//hLv7Xn+VYbY4/Cp0nMJQudylQ177NuH45SgbBzS578RgBAgQIECBAgAABAgQI7JOAYQgQIECAAAECBAgQIEBgngUy5O2WEmAp2nYj7n3/xfiiRxyKsnBj1C8AR1nPa3lPvsck/i3g2md2320cihc9+UTc+KHRQFtvNXjcOrTbs8CuO2hzgeJEPl7/Fm70DeCUsBEgQIAAAQIECBAgQIAAgWkVMC8CBAgQIECAAAECBAhE1HwvIppmIcpKxDc+50hc9VER7WAYbTRR/z3gs1vU0Dbv391Woum2W5PHteXYEXHNh9bju5913Wb3bZ7Ynlg91A5OYPSV3+M5/kK2Y/kXkTvbrAmYLwECBAgQIECAAAECBAgQINB/ARUSIECAAAECBAgQOL/AsSsinvr8SzKVvTFvGKV/uR/nVrKz2nIXmfQ26xHNRgzXl+PP/vBU/MIr6k9O12va9AiUnMpmm8RfRHZuI0BgYgI6JkCAAAECBAgQIECAAAECBPovoEICBAgQIECAwIUE2i7u9YAmHvwVC7G4lOHsnr7xe6GB6rWME7tBjrARg1iKwcZd4mdePoy//sMuYiPytZbNNk0CuWLTNB1zIUCAAIELCbhGgAABAgQIECBAgAABAgQI9F9AhQQIECBA4HYFmgxfBxFPfsHRuOSK4Vm312+A1o/b+3o8hjbMSLFbiFK7zaHXVpt42fNujHf/v/zQbZ2s3xTOmHgMo+lijwK5WnvsweMECBAgQIDAfggYgwABAgQIECBAgAABAgQIEOi/gAoJECBwYYGatZYMXWMtopyJlUsjnvk9S1GaEm2biXANY+s+xvzKrkssRJMh8KBpo2mauPo9i/GDz16L1ROLOdjpbDWIrhPMQ9uBCgiAD5Tf4AQIECBAgACBixFwDwECBAgQIECAAAECBAgQINB/ARUSuFiBEl2sjFrbRdzrgYvx0EcPoyycjCjDbG1M7lUD3hy/rfsu/ufbbojXvPSGiOGhHHKQzTYNAgLgaVgFcyBAgAABAgQIECBwWwLOEyBAgAABAgQIECBAgAABAv0X2GGFXca/mf3GYKE+uBbf9Lyl+Ih7RHTNWrb1rav1Wr2r7sfTSmmiZPY7KG0MoonFuDx+6w0l/vubMnTeaGL0K9CxHpEzyDfbAQnkShzQyIYlQIAAAQIECBAgQIAAgQsKuEiAAAECBAgQIECAAAECBG4t0EWJ67J1sfnqYvFQF9/2Q0ubgXC7nKczpc07otQwNj+Obcsxa5/1m8bdUvbaRNk4Ft/7nOvi//ztWn7OrRts5r95a8RGnrDdnsC4rzfj7lB/BAgQIECAAAECBAgQIECAwJ4FdECAAAECBAgQIECAAIHbECgZ7V6arWxdX46yMIxP/PTF+PqnL2QIvBZdXm1rSFvvqP8ucN3vonVdF+e2zHbb+rXjGjFujl+/Ebxx+vL4zicO44PviRiu5fk6ZlcHHMbmt4LrsbZfAnV19mss4+xZQAcECBAgQIAAAQIECBAgQIBA/wVUSIAAAQIECBAgQOD2BDJkPfuWLkPZPPXwbxzEJ9/rVESzGlFORdcubQawozA2xvQqEfVbvhkyb3dYMnG8+r0RL3nyRnQbeb3kgLmLek9TvxmcQXB47ZdALsd+DWUcAgT2JOBhAgQIECBAgAABAgQIECBAoP8CKiRAgAABAgQI7EZg9LPMEQuHB/Hcl10aR+5wdUavKzEKghfORNRANsb5Kud0VrtvhofiH/4q4oe//XQGxCW6+m8BjwLoDKFHgfE5j/gwQYFmgn3rmgABAgTGJKAbAgQIECBAgAABAgQIECBAoP8CKiRAgAABArsT6PKx+i3b3OXhlfeIePb3XBHRrEUpw81vAUfJi5Pa2oitAHp9rcSbf3kjfunVp6N0ixFNXot8lWy2fRMQAO8btYEIECBAgMCuBDxEgAABAgQIECBAgAABAgQI9F9AhQQIENiDQE1Xj2w+nwFwtF3c5wuW4iFfNYhSlqIbNrkv57TNm8f5XqLrulhocpz2ULzm+z4cf/UHw4gcO5ocp84rd7b9Eajk+zOSUQgQIECAAAECBHYo4HYCBAgQIECAAAECBAgQIECg/wIqJDBOgc2ktSw28ZQXrsTdP3ohFhbH2f/5+sq48RY/8TwoR+MFTzwZ//S361ED6fM95dzkBHJFJte5ngkQIECAAAECBAgQ2KWAxwgQIECAAAECBAgQIECAAIH+C4y7wlIiassceHC0ixe+JmL5+MnoShdtXqqty32M/VVy2M3WlEE0w2OxceJ4vOgb27jm3SUi53NOG/v4OjxboDn7g2MCBAgQIECAAAECBAgQOHgBMyBAgAABAgQIECBAgAABAnsWyKT3rp9Q4lkvXY5oTmV3mylsRsFbx7mbxFaHqT/9PNiID72/iWc/7obo1rYHqhe3j+0nJSAAnpSsfgkQIECAAAECBAgQIECAwM4FPEGAAAECBAgQIECAAIHdC5R8tLbcxdb+c79kIR7yNU0Mo4bAw3oluiYjwvrv9ZYSpdy6jW66wFv9937P10aPlHwfZKs/C90txnv+6VA893FnNkPgsjn+Td8Gztts4xfI1R1/p3oct4D+CBAgQIAAAQIECBAgQIAAgf4LqJAAAQIECBAgQIDABAQyDfzmFx6Kj/uUmsrWlidymMl/F7cmwXWgxXjbHy7F9z6tjRjW8fOcbaICmys80SF0ToDAngQ8TIAAAQIECBAgQIAAAQIECPRfQIUECBAgQIAAgXEK1Oz1rNasbMTzX7UYRy67MaLpYvTt3bZGwLXFxF+LCyWv/0taAAAQAElEQVR+/9c34sdfcjJy8ImPN+8DCIDn/S9A/QQITLWAyREgQIAAAQIECBAgQIAAAQL9F1AhAQIECBCYrEAXpXRxl7tHPOf7jkaU+lPQka82otSfZM59TPjVlRiUpfiVnyzxxpevRezDkDHHLwHwHC++0gkQIEBgqgVMjgABAgQIECBAgAABAgQIEOi/gAoJECCwDwIlSixGMyjxH76gicc+PYcsq9GVjei6msTuQ1xY6pgRpTsSr/vh9fij39qI6GLrVeewdWg3FoF9WNGxzFMnBAgQIECAAIE5ElAqAQIECBAgQIAAAQIECBAg0H8BFRLYZ4EuY8EyjEd+0+G47xeuRSlt1GD45iB28vOpmW/XHomXPvuG+B9/sB6j/DnqN5LrlcmPPy8j5ErPS6nqJECAAAECBAgQIDADAqZIgAABAgQIECBAgAABAgQI9F9gXyvciChrm60dxMKhEs/63uNx53sMIwbD6Jrc72cKnLHzxqk7xAufcE38xe/n2BkId5n/dvUtvMYh0IyjE30QIECAAAECBAgQIECAwN4F9ECAAAECBAgQIECAAAECBMYvsBDRLmW3GQRn0Fqz3iN3GMZLf+pwNEvX5/lbxIX1njw7ia2MOs0BypkYrh+K73jKh+Lv/qyN6PJKnh5dnoO3SZd4ixWd9HD6J0CAAAECBAgQIECAAAECBM4j4BQBAgQIECBAgAABAgQmJzBKBA9FDHKIpovSnIm73qOJF73qSHSD66Nt1qLLS5FZbN2VUqKU2271ngu1+m3e87Vouyg5RtcuR7dxLDZOXhnf+eQm3vV/uhhulM0uu82d990LjJZ79497crICeidAgAABAgQIECBAgAABAgT6L6BCAgQIECBAgAABAvshsBWwRu67pai7z7rfSnzDM45G5IfRLzDXn4Mu+5DAjr7xW6LNMPjaD0Z8y2NviGveE/nKE2U997a9CAiA96LnWQKTFNA3AQIECBAgQIAAAQIECBAg0H8BFRIgQIAAAQIEDkKgLMbo28ALXXz1Exbi8x6yEV1zJqLJ8LUMc0aTDYFrQDlqOUyXme/V7zwUz31cxAf+XxNdW6/kFGy7FiC4azoPEiBAYHICeiZAgAABAgQIECBAgAABAgT6L6BCAgQIECBwoAIZvkaUiOUuvvUHDsfH/9tBtN1StkHUbwN3UYPgyNfoxtxPaMsEuGm6eMc/nYynPer9cfW7ck4TGmpeuhUAz8tKq5MAAQIEZkXAPAkQIECAAAECBAgQIECAAIH+C6iQAAECBy9Qc9aaFOZ+8egwXvjqxbjyrvVbwKsx7EoGwW1kNhtdc23OdXIhcBNNxtALMYiVuPqdd4ynPbyL974jx97oossJdNs5dM7CdnECzcXd5i4CBAgQIECAAIHJCxiBAAECBAgQIECAAAECBAgQ6L+ACglMo8Ba3OmjIr7npw9FWTwdkXlvbpsT3bgs95kS5/sktzrCwmAhPvi+Lp77ddfG+/6lnslZNO0kh+1l3wLgXi6roggQIECAAAECBGZOwIQJECBAgAABAgQIECBAgACB/gtMZYUZtLaHRqHv3T+xi+/7qWOxfPTGiHYx2ljPLDhbNxx9G3dS0x+UJmobrg2j/vL0e/55MZ772PV4/zsGUUKcGTt8EdshmNsJECBAgAABAgQIECAwbgH9ESBAgAABAgQIECBAgACBAxXIDLjLuLdrIz7tvgvx+G85FN3gw6MQuOsWc2p5Q77vx1ZKiYWFJt7zztPxjEe/P97//7qbh62Htd18ZqaO9muyAuD9kjYOAQIECBAgQIAAAQIECBC4tYAzBAgQIECAAAECBAgQOHiBzHdLaaJkq1+4/fL/tBBf88RLIhZWo2tOR1vabBkR577LFjGZFLZ+C7jJCXQbR/L9WHzwXy+PF3xdiff8wxbR9rB1X9vWabtzBZpzP/o0HQJmQYAAAQIECBAgQIAAAQIECPRfQIUECBAgQIAAAQIEplAgg9Uu22OfWeLzvjhiYWEpJ5kJcb7XrasX68FEWx2vRNMsxjv+cT2+5XHXxz//dZu5c05sX8aPmX41Mz17kyfQRwE1ESBAgAABAgQIECBAgAABAv0XUCEBAgQIECBAYFoFMnstTRtLh5p43iuW41PvfTKaQRc1+O3adrSf9NRL5rzNVlvIEPiadx+PJz/8XfF3f5In25xgDYFrm/REZrR/AfCMLpxpEyDQTwFVESBAgAABAgQIECBAgAABAv0XUCEBAgQIEJh6gZIRYtmIYbkxXvzjx+Kj7rkQi4tNZAy82TKH3b8auijNRrRn7hrf9o2n4y/+cC2iyxD4pgl0Nx052BTI1ds88E6AAAECBAgcqIDBCRAgQIAAAQIECBAgQIAAgf4LqJAAAQLTLVBz1dpGs8zQd+FYHDpa4ntfH3HF3U5F261HF2fy6n6GrjmhbiHHHMTqycPx/G88E7/7phvyc56PjdyvZtvP+eRwU74JgKd8gUyPAAECBAgQmAcBNRIgQIAAAQIECBAgQIAAAQL9F1AhgdkRqHHqTS1z1kuvinj5zx+NO91lOaI9FKV+Q3hfy8lJ5HhdlBiuH4vve1Ybv/jq+k3gQZ7NOeX5PLBtCQiAtyDsCBAgQIAAAQIECByIgEEJECBAgAABAgQIECBAgACB/gvMWIVdzre2mvPW1iyux2V36+I7f6KJS648E/WnoPOWA9pKNMNj8ZPftx6vecn1Mdz+AnCd8HaL+X4JgOd7/VVPgAABAgQIECBAgMABChiaAAECBAgQIECAAAECBAhMo0D9vm1tN89tcXT4cZ9S4tt+KI8H1+XnNtt24nrLfV6awHbTnLpBRHc4fum1TXznkzKQXjvPYHVKo5+IPs+1fT6138MJgPdb3HgECBAgQIAAAQIECBAgQCCCAQECBAgQIECAAAECBKZWoAattZ07wTyzEHGv+y/HD7zhWDSHPhjt4MZom7VoS5utu6llOnvuozv81HVdnK9F20XJtnktommPxp+8pYlvfcyN8eF3RwzX6nPDzeG7Omge15y6Hs5REwBP1WKbDAECBAgQIECAAAECBAgQINB/ARUSIECAAAECBAgQmGGBEvGp912IF7/yjlEGpyLaA/o3eGvA2+Vk2qX4n39yNJ76lWfinf+8EVHPZSC9KZzXM6DOaHjz45y8C4DnZKGVOQMCpkiAAAECBAgQIECAAAECBAj0X0CFBAgQIECAAIGZF8jktTkVn/WghXjByy+LbnB1VpTn8n2/thpwnt2iLXH1v67EE7746viL32szBM6rTYbBw6XMfrPVn4zer8lNwThZ/RTMwhQIECAw5wLKJ0CAAAECBAgQIECAAAECBPovoEICBAgQINAPgZJlHI7IlPFzH7ocT37RJXl8Is+dHQKX/LyPW8mxyzDa9cvi+U+4Nt74ilPRnRlE5Lmor3o98p5Ry4C4nutxy6XpcXVKI0CAAAEC0y9ghgQIECBAgAABAgQIECBAgED/BVRIgACBfgjUXLe2yLfcalEP+9qVePJ3HImFlfX8mCfbDF7zaP+3knnvcnSrl8drXxrx0meeiWENgZsa/N6Q0e/pnNIwW/83AXD/11iFBAgQIECAwNQKmBgBAgQIECBAgAABAgQIECDQfwEVEuifQI1Ua6s5cP0m8Jc+djEe/c0LEc2NB1hsybE329LCYvzur7bxzEd08d5/znPD4xHdYl6v3/7tfzza/wpzKW0ECBAgQIAAAQIEpk7AhAgQIECAAAECBAgQIECAAIH+C/S0whr+1jYqL/PVsnQmHv3UxXjsMwax0XwouvxvdG3f3+qsNjLsjVhsjsTf/cVaPPOrNuKv/ng1YqMGwDnZesvZbd/nOPkBm8kPYQQCBAgQIECAAAECBAgQOFvAMQECBAgQIECAAAECBAgQmGWBjFFHX/69uYZBRG6PfcbR+PpnHI9oTuWlmrLmbhQG1+OzWz0/iVay05xItzCaX1MW4kPvH8S3PPqG+KXXrG+GwGUt76lzyd2Et4PqXgB8UPLGJUCAAAECBAgQIECAAIF5FFAzAQIECBAgQIAAAQIEZl6gxqy13VzIQsTWicc+Yym+4VtWIhavj/qDy21zJtrSZutuaqOv6MakXlsTKVshb9tGaY/Ea793I57zuKvj1IeWIkqGwTWYznnVXeSr3t1u7XM301sz07PvzeQVQoAAAQIECBAgQIAAAQIECPRfQIUECBAgQIAAAQIE+iqwFbrW8jJ9/OonLsSTnn84YvH9sRm2xsG+2uWI9lD8zVsviW/8kuvif79tEN1GzrltYirmF+N9ZVXj7VBvBAjsUMDtBAgQIECAAAECBAgQIECAQP8FVEiAAAECBAgQmCeBxYgv+/rlePZLroiVwxsHVnkpTTTZBt1CDOpPP3fD+NC7jsYzH/X++NXXrmcoHLFxZnG0jzaiBqflwGY7voFrHePrTU8ECBAgsCMBNxMgQIAAAQIECBAgQIAAAQL9F1AhAQIECBCYO4Em09TByXjwowbxjJccj4Xlk0lQf2Q5d9u/uVwP96N1GenmFjGIyCC4y89rJ+4cr37JajznMdfHjR/KSWxPLQ9v3s578ubLU3wkAJ7ixTE1AgQIEOi1gOIIECBAgAABAgQIECBAgACB/guokAABAvMlULLc2kbfpT0SUUo84MsX48WvXYlu8dpo2/U8ly32+VVqmJsT6xajZBBcMiEdDA7H///3SjzxS7v46z/eyPP1ntMZEke+MsCOjc3jYX6csS3Lm7EZmy4BAgQIECBAYOYFFECAAAECBAgQIECAAAECBAj0X0CFBOZXoEaptWWqGjUL/qwHLsdLX3tpXHrlDdEOFxOmRNeN7sjjCW+j8LeOUfKtttxtbSvLR+OaD7TxjEeejh98zg1x8tqVvFIT39oWIkoGwYMMgqN+jpl5CYBnZqlMlAABAgQIECBAoBcCiiBAgAABAgQIECBAgAABAgT6LzDnFdZot7YRQ81cuzbu9fkL8UM/d8e44m43xNrGakaqXbT156CbEqXUFlv7Evv5KplQL5Zj8eY3HotnfOVqvPPvBxFthtS1gC7n0mUQHHkuZuclAJ6dtTJTAgQIECBAgAABAgRmXMD0CRAgQIAAAQIECBAgQIDAPAhkbBq13VRrBryRZz7qkyNe/vOXxT0/fiWG7XqUpqkRcER9L8PRbustz01uO3tuXR27DtU18X//10Z808Oujp/5gROxcSLvKidj9C3g2NnroO8WAB/0ChifAAECBAgQIECAAAECBOZBQI0ECBAgQIAAAQIECBCYG4GMTjPuPbvcPJNbdCWuukfES98Q8Ymfvh7tsI3hcDWG5XQMY23zgeZklLy3lJL787fNG3f+Xn92urZoY5Tr1l94HrWuixJdNOVwrJ+6Y7zhRwfxjEddH//814cjhhmnZjadl+PmV3fz4RQe5YyncFZzMyWFEiBAgAABAgQIECBAgAABAv0XUCEBAgQIECBAgAABugGIrQAAEABJREFUApsCJTJpjSvvGvHqNx2Lf3+/DHsHbUS3GKXktcjX8Gi+bR3n0WS22v/ZbWuUDKhr0NsND8X//qvD8ZQvH8bP/sh6nDmR10eZ73oenMlW/13g0Yk8nr5NADx9a2JG8yKgTgIECBAgQIAAAQIECBAgQKD/AiokQIAAAQIECBC4WWA7c82EslmOeOnPHI0vecx6NAuno4lD0TWnIwY3pa03P7dPR/UHqZsYxqB00bSLMVxdjNf/yDCe/BXXxT/+ZUS7USK6lZzNYrY8zvdp3JJ3GqdlTgQIEOi3gOoIECBAgAABAgQIECBAgACB/guokAABAgQIELiAQNmIKCWe/j3H4jFPXYnh4NroYinaWIibX/Vbtu3NH/flqManGe7Wocsw8ije+45j8c0PPx0/9uJhDDOjzomeZyb1gf2e63mmkadqBbmzESBAgAABAvskYBgCBAgQIECAAAECBAgQIECg/wIqJECAAIELCdRUtQa9gwxNMwR+zNOX4jtfczRWjp7MpwbRdiW6DF+jrOXn/dzqxGrLMUcp6iCiXY7VMyXataX49dcN4mvuM4w/+vWc10be03XRdasR3Xp0cSpPCIATwUaAAAECBAgQmCcBtRIgQIAAAQIECBAgQIAAAQL9F1AhAQIXK1DKVtg62Ih7P3gxvvdnDsVVd89AtWmj2w5/u1ESe7FdjuG+rTlt91Qz6q3j4UaJaz5Q4kVPHMaLvnE1PvQvZfQz0RGZBnfLeVf99vIw9we77bfYwVZrdAIECBAgQIAAAQIHJWBcAgQIECBAgAABAgQIECBAoP8CKtydQJfBaVmPf/NZC/H9P3M0PuZTz8TCchNthqrdLfLYiExkdzfKrp4qpUQTJQalGbV6vNgcij/9b4N4/BeeiDf88Fp0q4dyWk1EZPjbDfI4D+s0a8vD/d7qTPZ7TOMRIECAAAECBAgQIEBgrgQUS4AAAQIECBAgQIAAAQIECFxYoBsuxnBjNe58z2G84pcOxb0fdCaibNw67q0/DX3rs7Evr5pGj1qO1i7EqRuX4ud/bBCPut/74o9+cxgx3Ap/83Ic1BxzbAFwItgIECBAgAABAgQIECBAgMCEBHRLgAABAgQIECBAgAABArcnUCJKppaDhZWIaGLxyHq84EcuiSd8Wxdtc3UM27Pj1BKlRLZymy32+OpG/7ZvF9v7m7orXcSoRUSJnNRCdBsLcfW/3im+60ldPO3hH45/eXuerxOu99UQOOded/lktPlf3ecdE92ScqL96/y8Ak4SIECAAAECBAgQIECAAAEC/RdQIQECBAgQIECAAAECFy1QA9XRzXnQLUUsrcdXPHExXvazl8Rld74x2nIqA9e8oRtkMFuy7UeUmuNdcKtzrS0j124x/s9fXRKPf8iJ+IFvuzGuf2+eq/82cA2Caxv1U9PgM3m0nm1y868j5wA2AgT2TcBABAgQIECAAAECBAgQIECAQP8FVEiAAAECBAgQILB7gcxUR2lvWY9Pv+9SvPJXj8WnfPqhKM1GrK+3o/B3+9u5db/7gfb2ZMl5lsEwBrVFhtLrgxh0R+K//uyhePTnrcZrXrgWazeUGK5FvRpNLETpViIyLI48ExN6NRPqV7cECBAgcB4BpwgQIECAAAECBAgQIECAAIH+C6iQAAECBAgQ2KtA/aZsxphlI2JwIq78qIiXvbHEAx++FmXxZHSRIXC2vY6y9+dLhrnZckZRcs61ZbC7MFiK0yeX4ld/ehBf/bkn4zd+9lSsn6r3rUde3mxRX119G3tLubH3qUMCBAgQIEDg1gLOECBAgAABAgQIECBAgAABAv0XUCEBAgQIjEWgRpgL2VP9tuzRqFnvwtEz8ayXHo7n/sByLF/y/miWTmeWWqJ+CzdvPMAt59plu2kGm0FwKV103SBu+NBivPyFw3jcA2+IX/+pjVg9maFvbu2wPpCBcB7X/Lh+GhVaP29+2PX72bPZdSceJECAAAECBAgQuJCAawQIECBAgAABAgQIECBAgED/BVRIgMD4BUqMEt5B5GshSubBn/+IpfiJ/3LXuMvdM2ityXCX9+TVg91q5Frb+WZRYlCOxPv/5Xi88sVd/KcvvjZ+91fOxMZqRHRLESUPMiyO0StrKifzaG8p8G3NJDu2ESBAgAABAgQIECCwZwEdECBAgAABAgQIECBAgAABAv0XUOEEBTIUrUFvLETUoHSwGnf5uIif/J1L4v4PPxXdYD1qBtxmDlxbPY4peZUyiJKt6QYxqHPaOBzv/adL4nufcSKe+JD1eMsvZhB8cjmD4Jx8V0PfrLE9knfm53zf7dbs9kHPESBAgAABAgQIECBAgMCFBVwlQIAAAQIECBAgQIAAAQIE9ipQ48za6m8mZzA6zMA0M+HBShvPednReNGrmyiLN+QgG9kyS40apNaWH/cpDc6Rztlylmd9zrk06xEZXEfJiY/C4OPxrndsxA9825l4/BffEL/6kzfG+smSz2QNdZdHm1s+e1M99bgabF650HtzoYuuESBAgAABAgQIECBAgAABArsS8BABAgQIECBAgAABAgQIjFVg9B3aGH2VtumilBKxFHHvhwziZ3//eHzyfziRUempWMpzbXNm9J3hsQ5/Vmdd18X5W+T5vDFz3pr1ljbnWY+HgyjDxbyWc85ZRrcY7UYG2WvH493/eCRe+cJBPPb+N8Yv/9harJ7I52vOm8+13Zm8ezVP1HY69122298EwLdvNMY7dEWAAAECBAgQIECAAAECBAj0X0CFBAgQIECAAAECBAjsm0Bmqld+dBcv/anj8ZinlGiba3LojECbDE1LJqn1W8C15dnJbzmZ2G63HC3PZ36b2XEGwXkt59RlK9Fkpn04rnn3sXj1dzXxyP/4vnjtS2+Ia98X2VP9SegMiqO+6j4/R9Z0Oy2rrw9oBAhMXMAABAgQIECAAAECBAgQIECAQP8FVEiAAAECBAgQIDB5gSbD1NpylylpdG2J5SNNPO5bD8UP/vzxuPNH1pB0PefRZMutZPKau/3dtiZXJzhqkVHvrVvJuQ9KRJ3ioF2JG95/Vfzyj5d4xL0/GD/4Lavxjr/rottYiehqLW3uB7duGSHHWa3eGV4ECBAgMFkBvRMgQIAAAQIECBAgQIAAAQL9F1AhAQIECBAgcEAC9Zu+o2/8dvEJn9HFT/zXI/HFjxpEO7g+2mbjgCZVhy35VlvubmsrGU7XW5oMrUfJbYlueCy69TvGb//iQnzDF304nvmItfizN7fRruYNeXuc3Wq/Z3/O47yrntUIECBAgACBCQnolgABAgQIECBAgAABAgQIEOi/gAoJECBA4AAFShlEiaWcQYmmWY6V4xFP/+7D8bKfPhZX3u3D0UaGwE2JkiFr6UpM1ysT25xhRBOD0o5aadqcaxdNN4iF7ni8/c8H8fxvKPGY/3gmfuEVZ+KGq7OCzIu7jS66LmurAXie2t6a7QN7AgQIECBAgACBcQvojwABAgQIECBAgAABAgQIEOi/gAoJEJgOgXLzNGoCuhDxaQ8YxE/81yvjQQ/fiMHyDRFtnhys5X1dtmnZ6rzrhOt+c043H9XP+SmD4Oia+OA7V+LHX1ri4fc6Gd/5xNPxV3+0EaXLmrqsJ8PjKBsRZTWj5PAiQIAAAQIECBAgQGDsAjokQIAAAQIECBAgQIAAAQIE+i+gwukUyMx0+2eSj9xhPb71hw7Fd732UNzhLqdj2A2jLZkF58zbrZa7s7YMU8/6dBCHJafQZBtE/W8hBnliMFjPktZisVnOnPdI/MmbF+NbHn1DfM1nr8Uvv2ojPvTOJrph/fnoEAAfxKIZkwABAgQIECBAgACBfguojgABAgQIECBAgAABAgQIEDhggdE3YldzEoOIQRefef/F+Ln/fige+phhRHNjZIqaLSIyXI3RKxPXjFgj8vpoPzp5wbfJX8w5lbWI2rrFKO1SjF7Neu7aWF64PK5531L855ctxiM+54PxvK89E3/4pkUBcOrYCBAgQIAAAQIECBAgQIDAuAT0Q4AAAQIECBAgQIAAAQLTIlCWMuxtbprN4HDEU7/7aLzyTUfiYz7twxHldJQMituuRNtk0Bolz2XoGvv76rr6b/nWFpGH57Z2Mbra6oX6teAMrLt2MDrXtvlMto31Jprh5fG2P1iK7376mgB4f5bPKAQIECBAgAABAgQIECBAgED/BVRIgAABAgQIECBAgMD0CNTgNwPd0YS29/khT3/CZwziR37+ivhPz1mMhUPXRQxWIzZW8mKJGH3LNvf5af+3Ou52O3v0eu5Cn/NahthR/z3gdlkAnBw2ApMV0DsBAgQIECBAgAABAgQIECDQfwEVEiBAgAABAgQITK9AzU/PaSVWjjbxlU8exE//zh3jcx80iGZxPdbX16Npbq+M/fqG8NkTvvCc6pRv2S78hKsECBAgsGsBDxIgQIAAAQIECBAgQIAAAQL9F1AhAQIECBAgMGsCbXRlNaJt46qPGcZzXtHEC141iLt+7DBiMc9HDXm3W9a2fVi/ZRvt1oncTXyrIfDOB2l2/ognCBAgQIAAgYsQcAsBAgQIECBAgAABAgQIECDQfwEVEiBAgMBMCjRRYinKYCFn38Ty0Yj7PnQ1/vPvrMTXPqPNz2sRg2Feq8lv7tqSYXG2PJyFrZmFSZojAQIECBAgQGC2BMyWAAECBAgQIECAAAECBAgQ6L+ACgkQmG2B7UA3912NTFdi8VgbX/2UQ/Ha31qJ+37hekRzOtv1EYMMgmsgXNqIrobGZapLr9VM9QRNjgABAgQIECBAgMBMCZgsAQIECBAgQIAAAQIECBAg0H8BFfZIYBhRNiKT3Sglg91mI+58z4gXvGYlXv7Lh+KjP7mJbrAaXWmijWxN3p9333rrtk5t77c+HsBOAHwA6IYkQIAAAQIECBAgQKCfAqoiQIAAAQIECBAgQIAAAQIEZkygG0S0CxH1W8CjIDjnP6jf/m3jEz6zi9f816Px3O9fikuv+kBEWcu2GpFRcNz0qoHvVusyQI6t45uu7/+BAHj/zY1IgAABAgQIECBAgAABAv0TUBEBAgQIECBAgAABAgQIzKJAzWxrYlr3kUFwZCBcf+Y5g+GykMdNEw94ZBNv+O9XxRNfeDqWj10TZenGWO9OR9fWhzYiypm4+XVTZzef2uejOoN9HnKehlMrAQIECBAgQIAAAQIECBAg0H8BFRIgQIAAAQIECBAg0A+BGujestXK2lg+2sWXf90l8fO/f7d42KMPxeGjG1Ga9Yh2KWJ4OCID4yhd7vP50TeB63MH0wTAB+Nu1HkQUCMBAgQIECBAgAABAgQIECDQfwEVEiBAgAABAgQI9E8gM9y4qW1kfW22EmUh4vhVEU940XK87nePxxd81XosHrk22sH10Qy2wt+S95Zh3p+f8/0gNgHwQagbkwCB3gsokAABAgQIECBAgAABAgQIEOi/gAoJECBAgACBeRDI1O9MNoAAABAASURBVLf+LHRkqFu/4VtLLhFXfGTEM192OP7z79wh7v+wLtqFD0X9Reh2cGpzn/dlFBy1xejfBc4To23ywbAAeATtjQABAgQIjE1ARwQIECBAgAABAgQIECBAgED/BVRIgAABAnMlkIlv/UpwyX1NV5uMdWtb6OKqj+viea84Fq/81Svivl98YzSLaxGLN8ZG10abiXCXeW/brGYQnAejn4bOIPmcQHj8kM34u9QjAQIECBAgQGBeBdRNgAABAgQIECBAgAABAgQI9F9AhQQIzKfAWbFq5sA1D950yGC3aeLjPj3iha86Fq/+9UvigQ9bjOXjH4qu2diMettDcdP97WLEKAiOib3OmunExtAxAQIECBAgQIAAgf4LqJAAAQIECBAgQIAAAQIECBDov4AKCdxKYCsNrruFiHv+m0E85wcPx2t/68r4im+8IZpD74thORNRSnSDDIsXT+Vx7uO2Xhe6dlvPnHteAHyuh08ECBAgQIAAAQIECBDYsYAHCBAgQIAAAQIECBAgQIAAgf4LnL/CTH5rZtvm1dyXTF9L08bdP3YYT/6Oy+KX/+Qu8WWPW4/Dl5yI6LrIWzZvHB3VT7XlqZu2+rm2m07s+CCnsONnPECAAAECBAgQIECAAAECBAhsCngnQIAAAQIECBAgQIAAgbkTqBFrbRn+1trrLj/W8Ld+jBjkbjEiz93hqoinvvhY/MIfH4snveiGuOyqG2I4uD42uvpN4PWIki3y1ZYMiLNFbTUAri3P72LLYXfxlEduR8BlAgQIECBAgAABAgQIECBAoP8CKiRAgAABAgQIECBAgMDtC5TMgw9dEvGwr700fvb3rooXveJ4fNy/bfPBbGVjM/htMgguq3mubjUErq0e77wJgHdu5gkCFxZwlQABAgQIECBAgAABAgQIEOi/gAoJECBAgAABAgQIXIxAzXFrq/dmELx0rI37fslCvOa3jser3rQc9/mCU7F09JpYXT8RXddEF+vRdu2o1Ucu3Oq3hLfbzXcKgG+2cESAAIE9C+iAAAECBAgQIECAAAECBAgQ6L+ACgkQIECAAAECOxGoEW2UfG82IurvRNeEdjHiY+/VxHf8+BXxc390eTzhuYfiirudiW7xg9GVYeTd0UZkq0d5cPbWZaJc20131Xtq27ypdr955J0AAQIECBDYi4BnCRAgQIAAAQIECBAgQIAAgf4LqJAAAQIECOxYoGReW2oAHIOIPB617bw2T11yVcQjn7ESr/+DY/HiH7syPv1z2yjL1+e9wyhNG10pGQRH5EFEmx1sPxt5UNp6IdvNmwD4ZgtHBAgQIECAAIFdCniMAAECBAgQIECAAAECBAgQ6L+ACgkQILAXgRrLZnhbu6i72upxbfU4g96FoxH3+cKl+P43rsQv//ll8cin3BhX3i2ia05ENGciyjBbxChAjvoq9WIe5D7ft7c60vaxPQECBAgQIECAAAECOxVwPwECBAgQIECAAAECBAgQINB/ARUSmKhAl71vxbZlNUqzHpde2cU3PPvS+Lm3DuJ7X7cS9/vSNsryyVjvTkU32MhWvxk8iK4sZMt900TXlFHb6in7tBEgQIAAAQIECBAgQIDAjgTcTIAAAQIECBAgQIAAAQIECPRfYPIVrkfUDLi2WM7hFvJz/VZvtqaLz/i8hfjWlx2O//K24/HcH+ziEz5lIZqFUxFlI25+1YdrixAA36ziiAABAgQIECBAgAABAgQIXKyA+wgQIECAAAECBAgQIECAwJgEFmP0s84ltl5NlCYPB9maZnS8eKjEocsiHvzII/Hy31iP1//B0fj6Z6/FR3z8+2M9romNuCHashptZsBNPmYbm4COCBAgQIAAAQIECBAgQIAAgf4LqJAAAQIECBAgQIAAAQLjFLgp+b1wp/W20kaz0MSd7hHxyKcejp9+853iZ/7b5fHob+7ibh+9EF2cCQHwhRldJXDxAu4kQIAAAQIECBAgQIAAAQIE+i+gQgIECBAgQIAAAQL7LTAKfnPQ0T7j3ZIHZRhR1qMsrcfdP2k9vuG5x+Knf38hfuLNywLg8CJAgMAYBHRBgAABAgQIECBAgAABAgQI9F9AhQQIECBAgACBAxfocgZdhsDtIKJbzLaULfcxiC5z4Xt+SgiAk8hGgAABAgT2IuBZAgQIECBAgAABAgQIECBAoP8CKiRAgAABAtMhULamkRlw1OOzWlPP5cnRbus2OwIECBAgQIAAgR0JuJkAAQIECBAgQIAAAQIECBDov4AKCRAgMGUCNfQ935S2zguAz4fjHAECBAgQIECAAIHbE3CdAAECBAgQIECAAAECBAgQ6L+ACgnMoIAAeAYXzZQJECBAgAABAgQIEDhYAaMTIECAAAECBAgQIECAAAEC/ReY1QoFwLO6cuZNgAABAgQIECBAgAABAgchYEwCBAgQIECAAAECBAgQIDDVAgLgsSyPTggQIECAAAECBAgQIECAAIH+C6iQAAECBAgQIECAAAEC0y8gAJ7+NTLDaRcwPwIECBAgQIAAAQIECBAgQKD/AiokQIAAAQIECBAgMCMCAuAZWSjTJEBgOgXMigABAgQIECBAgAABAgQIEOi/gAoJECBAgAABArMkIACepdUyVwIECBCYJgFzIUCAAAECBAgQIECAAAECBPovoEICBAgQIDBzAgLgmVsyEyZAgAABAgQOXsAMCBAgQIAAAQIECBAgQIAAgf4LqJAAAQKzKSAAns11M2sCBAgQIECAAIGDEjAuAQIECBAgQIAAAQIECBAg0H8BFRKYYQEB8AwvnqkTIECAAAECBAgQILC/AkYjQIAAAQIECBAgQIAAAQIE+i8w6xUKgGd9Bc2fAAECBAgQIECAAAECBPZDwBgECBAgQIAAAQIECBAgQGAmBATAe1omDxMgQIAAAQIECBAgQIAAAQL9F1AhAQIECBAgQIAAAQIEZkdAADw7a2Wm0yZgPgQIECBAgAABAgQIECBAgED/BVRIgAABAgQIECBAYMYEBMAztmCmS4DAdAiYBQECBAgQIECAAAECBAgQINB/ARUSIECAAAECBGZRQAA8i6tmzgQIECBwkALGJkCAAAECBAgQIECAAAECBPovoEICBAgQIDCzAgLgmV06EydAgAABAgT2X8CIBAgQIECAAAECBAgQIECAQP8FVEiAAIHZFhAAz/b6mT0BAgQIECBAgMB+CRiHAAECBAgQIECAAAECBAgQ6L+ACgn0QEAA3INFVAIBAgQIECBAgAABApMV0DsBAgQIECBAgAABAgQIECDQf4G+VCgA7stKqoMAAQIECBAgQIAAAQIEJiGgTwIECBAgQIAAAQIECBAgMFMCAuBdLZeHCBAgQIAAAQIECBAgQIAAgf4LqJAAAQIECBAgQIAAAQKzJyAAnr01M+ODFjA+AQIECBAgQIAAAQIECBAg0H8BFRIgQIAAAQIECBCYUQEB8IwunGkTIHAwAkYlQIAAAQIECBAgQIAAAQIE+i+gQgIECBAgQIDALAsIgGd59cydAAECBPZTwFgECBAgQIAAAQIECBAgQIBA/wVUSIAAAQIEZl5AADzzS6gAAgQIECBAYPICRiBAgAABAgQIECBAgAABAgT6L6BCAgQI9ENAANyPdVQFAQIECBAgQIDApAT0S4AAAQIECBAgQIAAAQIECPRfQIUEeiQgAO7RYiqFAAECBAgQIECAAIHxCuiNAAECBAgQIECAAAECBAgQ6L9A3yoUAPdtRdVDgAABAgQIECBAgAABAuMQ0AcBAgQIECBAgAABAgQIEJhJAQHwjpbNzQQIECBAgAABAgQIECBAgED/BVRIgAABAgQIECBAgACB2RUQAM/u2pn5fgsYjwABAgQIECBAgAABAgQIEOi/gAoJECBAgAABAgQIzLiAAHjGF9D0CRDYHwGjECBAgAABAgQIECBAgAABAv0XUCEBAgQIECBAoA8CAuA+rKIaCBAgQGCSAvomQIAAAQIECBAgQIAAAQIE+i+gQgIECBAg0BsBAXBvllIhBAgQIECAwPgF9EiAAAECBAgQIECAAAECBAj0X0CFBAgQ6JeAALhf66kaAgQIECBAgACBcQnohwABAgQIECBAgAABAgQIEOi/gAoJ9FBAANzDRVUSAQIECBAgQIAAAQJ7E/A0AQIECBAgQIAAAQIECBAg0H+BvlYoAO7ryqqLAAECBAgQIECAAAECBHYj4BkCBAgQIECAAAECBAgQIDDTAgLgi1o+NxEgQIAAAQIECBAgQIAAAQL9F1AhAQIECBAgQIAAAQIEZl9AADz7a6iCSQvonwABAgQIECBAgAABAgQIEOi/gAoJECBAgAABAgQI9ERAANyThVQGAQKTEdArAQIECBAgQIAAAQIECBAg0H8BFRIgQIAAAQIE+iQgAO7TaqqFAAECBMYpoC8CBAgQIECAAAECBAgQIECg/wIqJECAAAECvRMQAPduSRVEgAABAgQI7F1ADwQIECBAgAABAgQIECBAgED/BVRIgACBfgoIgPu5rqoiQIAAAQIECBDYrYDnCBAgQIAAAQIECBAgQIAAgf4LqJBAjwUEwD1eXKURIECAAAECBAgQILAzAXcTIECAAAECBAgQIECAAAEC/Rfoe4UC4L6vsPoIECBAgAABAgQIECBA4GIE3EOAAAECBAgQIECAAAECBHohIAC+4DK6SIAAAQIECBAgQIAAAQIECPRfQIUECBAgQIAAAQIECBDoj4AAuD9rqZJxC+iPAAECBAgQIECAAAECBAgQ6L+ACgkQIECAAAECBAj0TEAA3LMFVQ4BAuMR0AsBAgQIECBAgAABAgQIECDQfwEVEiBAgAABAgT6KCAA7uOqqokAAQIE9iLgWQIECBAgQIAAAQIECBAgQKD/AiokQIAAAQK9FRAA93ZpFUaAAAECBAjsXMATBAgQIECAAAECBAgQIECAQP8FVEiAAIF+CwiA+72+qiNAgAABAgQIELhYAfcRIECAAAECBAgQIECAAAEC/RdQIYE5EBAAz8EiK5EAAQIECBAgQIAAgQsLuEqAAAECBAgQIECAAAECBAj0X2BeKhQAz8tKq5MAAQIECBAgQIAAAQIEzifgHAECBAgQIECAAAECBAgQ6JWAAPi8y+kkAQIECBAgQIAAAQIECBAg0H8BFRIgQIAAAQIECBAgQKB/AgLg/q2pivYq4HkCBAgQIECAAAECBAgQIECg/wIqJECAAAECBAgQINBTAQFwTxdWWQQI7E7AUwQIECBAgAABAgQIECBAgED/BVRIgAABAgQIEOizgAC4z6urNgIECBDYiYB7CRAgQIAAAQIECBAgQIAAgf4LqJAAAQIECPReQADc+yVWIAECBAgQIHD7Au4gQIAAAQIECBAgQIAAAQIE+i+gQgIECMyHgAB4PtZZlQQIECBAgAABArcl4DwBAgQIECBAgAABAgQIECDQfwEVEpgjAQHwHC22UgkQIECAAAF4Yo6jAAAQAElEQVQCBAgQOFfAJwIECBAgQIAAAQIECBAgQKD/AvNWoQB43lZcvQQIECBAgAABAgQIECBQBTQCBAgQIECAAAECBAgQINBLAQHwOcvqAwECBAgQIECAAAECBAgQINB/ARUSIECAAAECBAgQIECgvwIC4P6urcp2KuB+AgQIECBAgAABAgQIECBAoP8CKiRAgAABAgQIECDQcwEBcM8XWHkECFycgLsIECBAgAABAgQIECBAgACB/guokAABAgQIECAwDwIC4HlYZTUSIECAwIUEXCNAgAABAgQIECBAgAABAgT6L6BCAgQIECAwNwIC4LlZaoUSIECAAAECtxZwhgABAgQIECBAgAABAgQIEOi/gAoJECAwXwIC4Plab9USIECAAAECBAhsC9gTIECAAAECBAgQIECAAAEC/RdQIYE5FBAAz+GiK5kAAQIECBAgQIDAvAuonwABAgQIECBAgAABAgQIEOi/wLxWKACe15VXNwECBAgQIECAAAECBOZTQNUECBAgQIAAAQIECBAgQKDXAgLg0fJ6I0CAAAECBAgQIECAAAECBPovoEICBAgQIECAAAECBAj0X0AA3P81VuHtCbhOgAABAgQIECBAgAABAgQI9F9AhQQIECBAgAABAgTmREAAPCcLrUwCBM4v4CwBAgQIECBAgAABAgQIECDQfwEVEiBAgAABAgTmSUAAPE+rrVYCBAgQOFvAMQECBAgQIECAAAECBAgQINB/ARUSIECAAIG5ExAAz92SK5gAAQIECBCIYECAAAECBAgQIECAAAECBAj0X0CFBAgQmE8BAfB8rruqCRAgQIAAAQLzK6ByAgQIECBAgAABAgQIECBAoP8CKiQwxwIC4DlefKUTIECAAAECBAgQmDcB9RIgQIAAAQIECBAgQIAAAQL9F5j3CgXA8/4XoH4CBAgQIECAAAECBAjMh4AqCRAgQIAAAQIECBAgQIDAXAjMeQA8F2usSAIECBAgQIAAAQIECBAgMOcCyidAgAABAgQIECBAgMD8CAiA52etVXpLAZ8JECBAgAABAgQIECBAgACB/guokAABAgQIECBAgMCcCQiA52zBlUuAwKaAdwIECBAgQIAAAQIECBAgQKD/AiokQIAAAQIECMyjgAB4HlddzQQIEJhvAdUTIECAAAECBAgQIECAAAEC/RdQIQECBAgQmFsBAfDcLr3CCRAgQIDAPAqomQABAgQIECBAgAABAgQIEOi/gAoJECAw3wIC4Plef9UTIECAAAECBOZHQKUECBAgQIAAAQIECBAgQIBA/wVUSIBACID9ERAgQIAAAQIECBAg0HsBBRIgQIAAAQIECBAgQIAAAQL9F1DhpoAAeNPBOwECBAgQIECAAAECBAj0U0BVBAgQIECAAAECBAgQIEBgrgTmNACeqzVWLAECBAgQIECAAAECBAgQmFMBZRMgQIAAAQIECBAgQGD+BATA87fmKiZAgAABAgQIECBAgAABAgQI9F9AhQQIECBAgAABAgTmVEAAPKcLr2wC8yqgbgIECBAgQIAAAQIECBAgQKD/AiokQIAAAQIECMyzgAB4nldf7QQIEJgvAdUSIECAAAECBAgQIECAAAEC/RdQIQECBAgQmHsBAfDc/wkAIECAAAEC8yCgRgIECBAgQIAAAQIECBAgQKD/AiokQIAAgSogAK4KGgECBAgQIECAQH8FVEaAAAECBAgQIECAAAECBAj0X0CFBAjcJCAAvonCAQECBAgQIECAAAECfRNQDwECBAgQIECAAAECBAgQINB/ARWeKyAAPtfDJwIECBAgQIAAAQIECBDoh4AqCBAgQIAAAQIECBAgQIDAXArMWQA8l2usaAIECBAgQIAAAQIECBAgMGcCyiVAgAABAgQIECBAgMD8CgiA53ft569yFRMgQIAAAQIECBAgQIAAAQL9F1AhAQIECBAgQIAAgTkXEADP+R+A8gnMi4A6CRAgQIAAAQIECBAgQIAAgf4LqJAAAQIECBAgQCBCAOyvgAABAgT6LqA+AgQIECBAgAABAgQIECBAoP8CKiRAgAABAgS2BATAWxB2BAgQIECAQB8F1ESAAAECBAgQIECAAAECBAj0X0CFBAgQIHC2gAD4bA3HBAgQIECAAAEC/RFQCQECBAgQIECAAAECBAgQINB/ARUSIHArAQHwrUicIECAAAECBAgQIEBg1gXMnwABAgQIECBAgAABAgQIEOi/gArPLyAAPr+LswQIECBAgAABAgQIECAwmwJmTYAAAQIECBAgQIAAAQIE5lpgTgLguV5jxRMgQIAAAQIECBAgQIAAgTkRUCYBAgQIECBAgAABAgQICID9DfRfQIUECBAgQIAAAQIECBAgQIBA/wVUSIAAAQIECBAgQIDASEAAPGLwRoBAXwXURYAAAQIECBAgQIAAAQIECPRfQIUECBAgQIAAAQI3CwiAb7ZwRIAAAQL9ElANAQIECBAgQIAAAQIECBAg0H8BFRIgQIAAAQK3EBAA3wLERwIECBAgQKAPAmogQIAAAQIECBAgQIAAAQIE+i+gQgIECBA4n4AA+HwqzhEgQIAAAQIECMyugJkTIECAAAECBAgQIECAAAEC/RdQIQECtykgAL5NGhcIECBAgAABAgQIEJg1AfMlQIAAAQIECBAgQIAAAQIE+i+gwgsLCIAv7OMqAQIECBAgQIAAAQIECMyGgFkSIECAAAECBAgQIECAAAECKdDzADgrtBEgQIAAAQIECBAgQIAAAQI9F1AeAQIECBAgQIAAAQIECGwLCIC3Jez7J6AiAgQIECBAgAABAgQIECBAoP8CKiRAgAABAgQIECBA4BwBAfA5HD4QINAXAXUQIECAAAECBAgQIECAAAEC/RdQIQECBAgQIECAwK0FBMC3NnGGAAECBGZbwOwJECBAgAABAgQIECBAgACB/guokAABAgQIELgNAQHwbcA4TYAAAQIECMyigDkTIECAAAECBAgQIECAAAEC/RdQIQECBAhcSEAAfCEd1wgQIECAAAECBGZHwEwJECBAgAABAgQIECBAgACB/guokACB2xUQAN8ukRsIECBAgAABAgQIEJh2AfMjQIAAAQIECBAgQIAAAQIE+i+gwosTEABfnJO7CBAgQIAAAQIECBAgQGA6BcyKAAECBAgQIECAAAECBAgQOEugpwHwWRU6JECAAAECBAgQIECAAAECBHoqoCwCBAgQIECAAAECBAgQuKWAAPiWIj7PvoAKCBAgQIAAAQIECBAgQIAAgf4LqJAAAQIECBAgQIAAgfMKCIDPy+IkAQKzKmDeBAgQIECAAAECBAgQIECAQP8FVEiAAAECBAgQIHDbAgLg27ZxhQABAgRmS8BsCRAgQIAAAQIECBAgQIAAgf4LqJAAAQIECBC4HQEB8O0AuUyAAAECBAjMgoA5EiBAgAABAgQIECBAgAABAv0XUCEBAgQIXIyAAPhilNxDgAABAgQIECAwvQJmRoAAAQIECBAgQIAAAQIECPRfQIUECFy0gAD4oqncSIAAAQIECBAgQIDAtAmYDwECBAgQIECAAAECBAgQINB/ARXuTEAAvDMvdxMgQIAAAQIECBAgQIDAdAiYBQECBAgQIECAAAECBAgQIHAegZ4FwOep0CkCBAgQIECAAAECBAgQIECgZwLKIUCAAAECBAgQIECAAIHbEhAA35aM87MnYMYECBAgQIAAAQIECBAgQIBA/wVUSIAAAQIECBAgQIDABQUEwBfkcZEAgVkRME8CBAgQIECAAAECBAgQIECg/wIqJECAAAECBAgQuH0BAfDtG7mDAAECBKZbwOwIECBAgAABAgQIECBAgACB/guokAABAgQIELhIAQHwRUK5jQABAgQIEJhGAXMiQIAAAQIECBAgQIAAAQIE+i+gQgIECBDYiYAAeCda7iVAgAABAgQIEJgeATMhQIAAAQIECBAgQIAAAQIE+i+gQgIEdiwgAN4xmQcIECBAgAABAgQIEDhoAeMTIECAAAECBAgQIECAAAEC/RdQ4e4EBMC7c/MUAQIECBAgQIAAAQIECByMgFEJECBAgAABAgQIECBAgACBCwj0JAC+QIUuESBAgAABAgQIECBAgAABAj0RUAYBAgQIECBAgAABAgQI3J6AAPj2hFyffgEzJECAAAECBAgQIECAAAECBPovoEICBAgQIECAAAECBC5KQAB8UUxuIkBgWgXMiwABAgQIECBAgAABAgQIEOi/gAoJECBAgAABAgQuXkAAfPFW7iRAgACB6RIwGwIECBAgQIAAAQIECBAgQKD/AiokQIAAAQIEdiggAN4hmNsJECBAgACBaRAwBwIECBAgQIAAAQIECBAgQKD/AiokQIAAgd0ICIB3o+YZAgQIECBAgACBgxMwMgECBAgQIECAAAECBAgQINB/ARUSILBrAQHwruk8SIAAAQIECBAgQIDAfgsYjwABAgQIECBAgAABAgQIEOi/gAr3JiAA3pufpwkQIECAAAECBAgQIEBgfwSMQoAAAQIECBAgQIAAAQIECFyEwIwHwBdRoVsIECBAgAABAgQIECBAgACBGRcwfQIECBAgQIAAAQIECBC4WAEB8MVKuW/6BMyIAAECBAgQIECAAAECBAgQ6L+ACgkQIECAAAECBAgQ2JGAAHhHXG4mQGBaBMyDAAECBAgQIECAAAECBAgQ6L+ACgkQIECAAAECBHYuIADeuZknCBAgQOBgBYxOgAABAgQIECBAgAABAgQI9F9AhQQIECBAgMAuBQTAu4TzGAECBAgQIHAQAsYkQIAAAQIECBAgQIAAAQIE+i+gQgIECBDYi4AAeC96niVAgAABAgQIENg/ASMRIECAAAECBAgQIECAAAEC/RdQIQECexYQAO+ZUAcECBAgQIAAAQIECExaQP8ECBAgQIAAAQIECBAgQIBA/wVUOB4BAfB4HPVCgAABAgQIECBAgAABApMR0CsBAgQIECBAgAABAgQIECCwA4EZDYB3UKFbCRAgQIAAAQIECBAgQIAAgRkVMG0CBAgQIECAAAECBAgQ2KmAAHinYu4/eAEzIECAAAECBAgQIECAAAECBPovoEICBAgQIECAAAECBHYlIADeFZuHCBA4KAHjEiBAgAABAgQIECBAgAABAv0XUCEBAgQIECBAgMDuBQTAu7fzJAECBAjsr4DRCBAgQIAAAQIECBAgQIAAgf4LqJAAAQIECBDYo4AAeI+AHidAgAABAgT2Q8AYBAgQIECAAAECBAgQIECAQP8FVEiAAAEC4xAQAI9DUR8ECBAgQIAAAQKTE9AzAQIECBAgQIAAAQIECBAg0H8BFRIgMDYBAfDYKHVEgAABAgQIECBAgMC4BfRHgAABAgQIECBAgAABAgQI9F9AheMVEACP11NvBAgQIECAAAECBAgQIDAeAb0QIECAAAECBAgQIECAAAECuxCYsQB4FxV6hAABAgQIECBAq+aLigAAEABJREFUgAABAgQIEJgxAdMlQIAAAQIECBAgQIAAgd0KCIB3K+e5/RcwIgECBAgQIECAAAECBAgQINB/ARUSIECAAAECBAgQILAnAQHwnvg8TIDAfgkYhwABAgQIECBAgAABAgQIEOi/gAoJECBAgAABAgT2LiAA3ruhHggQIEBgsgJ6J0CAAAECBAgQIECAAAECBPovoEICBAgQIEBgTAIC4DFB6oYAAQIECBCYhIA+CRAgQIAAAQIECBAgQIAAgf4LqJAAAQIExikgAB6npr4IECBAgAABAgTGJ6AnAgQIECBAgAABAgQIECBAoP8CKiRAYOwCAuCxk+qQAAECBAgQIECAAIG9CnieAAECBAgQIECAAAECBAgQ6L+ACicjIACejKteCRAgQIAAAQIECBAgQGB3Ap4iQIAAAQIECBAgQIAAAQIE9iAwIwHwHir0KAECBAgQIECAAAECBAgQIDAjAqZJgAABAgQIECBAgAABAnsVEADvVdDzkxcwAgECBAgQIECAAAECBAgQINB/ARUSIECAAAECBAgQIDAWAQHwWBh1QoDApAT0S4AAAQIECBAgQIAAAQIECPRfQIUECBAgQIAAAQLjExAAj89STwQIECAwXgG9ESBAgAABAgQIECBAgAABAv0XUCEBAgQIECAwZgEB8JhBdUeAAAECBAiMQ0AfBAgQIECAAAECBAgQIECAQP8FVEiAAAECkxAQAE9CVZ8ECBAgQIAAAQK7F/AkAQIECBAgQIAAAQIECBAg0H8BFRIgMDEBAfDEaHVMgAABAgQIECBAgMBOBdxPgAABAgQIECBAgAABAgQI9F9AhZMVEABP1lfvBAgQIECAAAECBAgQIHBxAu4iQIAAAQIECBAgQIAAAQIExiAw5QHwGCrUBQECBAgQIECAAAECBAgQIDDlAqZHgAABAgQIECBAgAABAuMSEACPS1I/4xfQIwECBAgQIECAAAECBAgQINB/ARUSIECAAAECBAgQIDBWAQHwWDl1RoDAuAT0Q4AAAQIECBAgQIAAAQIECPRfQIUECBAgQIAAAQLjFxAAj99UjwQIECCwNwFPEyBAgAABAgQIECBAgAABAv0XUCEBAgQIECAwIQEB8IRgdUuAAAECBAjsRsAzBAgQIECAAAECBAgQIECAQP8FVEiAAAECkxQQAE9SV98ECBAgQIAAAQIXL+BOAgQIECBAgAABAgQIECBAoP8CKiRAYOICAuCJExuAAAECBAgQIECAAIHbE3CdAAECBAgQIECAAAECBAgQ6L+ACvdHQAC8P85GIUCAAAECBAgQIECAAIHzCzhLgAABAgQIECBAgAABAgQIjFFgSgPgMVaoKwIECBAgQIAAAQIECBAgQGBKBUyLAAECBAgQIECAAAECBMYtIAAet6j+9i6gBwIECBAgQIAAAQIECBAgQKD/AiokQIAAAQIECBAgQGAiAgLgibDqlACB3Qp4jgABAgQIECBAgAABAgQIEOi/gAoJECBAgAABAgQmJyAAnpytngkQIEBgZwLuJkCAAAECBAgQIECAAAECBPovoEICBAgQIEBgwgIC4AkD654AAQIECBC4GAH3ECBAgAABAgQIECBAgAABAv0XUCEBAgQI7IeAAHg/lI1BgAABAgQIECBw2wKuECBAgAABAgQIECBAgAABAv0XUCEBAvsmIADeN2oDESBAgAABAgQIECBwSwGfCRAgQIAAAQIECBAgQIAAgf4LqHB/BQTA++ttNAIECBAgQIAAAQIECBDYFPBOgAABAgQIECBAgAABAgQITEBgygLgCVSoSwIECBAgQIAAAQIECBAgQGDKBEyHAAECBAgQIECAAAECBCYlIACelKx+dy7gCQIECBAgQIAAAQIECBAgQKD/AiokQIAAAQIECBAgQGCiAgLgifLqnACBixVwHwECBAgQIECAAAECBAgQINB/ARUSIECAAAECBAhMXkAAPHljIxAgQIDAhQVcJUCAAAECBAgQIECAAAECBPovoEICBAgQIEBgnwQEwPsEbRgCBAgQIEDgfALOESBAgAABAgQIECBAgAABAv0XUCEBAgQI7KeAAHg/tY1FgAABAgQIECBws4AjAgQIECBAgAABAgQIECBAoP8CKiRAYN8FBMD7Tm5AAgQIECBAgAABAgQIECBAgAABAgQIECBAgAABAv0XUOHBCAiAD8bdqAQIECBAgAABAgQIEJhXAXUTIECAAAECBAgQIECAAAECExSYkgB4ghXqmgABAgQIECBAgAABAgQIEJgSAdMgQIAAAQIECBAgQIAAgUkLCIAnLaz/2xdwBwECBAgQIECAAAECBAgQINB/ARUSIECAAAECBAgQILAvAgLgfWE2CAECtyXgPAECBAgQIECAAAECBAgQINB/ARUSIECAAAECBAjsn4AAeP+sjUSAAAEC5wr4RIAAAQIECBAgQIAAAQIECPRfQIUECBAgQIDAPgsIgPcZ3HAECBAgQIBAFdAIECBAgAABAgQIECBAgACB/guokAABAgQOQkAAfBDqxiRAgAABAgQIzLOA2gkQIECAAAECBAgQIECAAIH+C6iQAIEDExAAHxi9gQkQIECAAAECBAjMn4CKCRAgQIAAAQIECBAgQIAAgf4LqPBgBQTAB+tvdAIECBAgQIAAAQIECMyLgDoJECBAgAABAgQIECBAgACBfRA44AB4Hyo0BAECBAgQIECAAAECBAgQIHDAAoYnQIAAAQIECBAgQIAAgf0SEADvl7Rxbi3gDAECBAgQIECAAAECBAgQINB/ARUSIECAAAECBAgQILCvAgLgfeU2GAEC2wL2BAgQIECAAAECBAgQIECAQP8FVEiAAAECBAgQILD/AgLg/Tc3IgECBOZdQP0ECBAgQIAAAQIECBAgQIBA/wVUSIAAAQIECByQgAD4gOANS4AAAQIE5lNA1QQIECBAgAABAgQIECBAgED/BVRIgAABAgcpIAA+SH1jEyBAgAABAgTmSUCtBAgQIECAAAECBAgQIECAQP8FVEiAwIELCIAPfAlMgAABAgQIECBAgED/BVRIgAABAgQIECBAgAABAgQI9F9AhdMhIACejnUwCwIECBAgQIAAAQIECPRVQF0ECBAgQIAAAQIECBAgQIDAPgocUAC8jxUaigABAgQIECBAgAABAgQIEDggAcMSIECAAAECBAgQIECAwH4LCID3W9x4EQwIECBAgAABAgQIECBAgACB/guokAABAgQIECBAgACBAxEQAB8Iu0EJzK+AygkQIECAAAECBAgQIECAAIH+C6iQAAECBAgQIEDg4AQEwAdnb2QCBAjMm4B6CRAgQIAAAQIECBAgQIAAgf4LqJAAAQIECBA4YAEB8AEvgOEJECBAgMB8CKiSAAECBAgQIECAAAECBAgQ6L+ACgkQIEBgGgQEwNOwCuZAgAABAgQIEOizgNoIECBAgAABAgQIECBAgACB/guokACBqREQAE/NUpgIAQIECBAgQIAAgf4JqIgAAQIECBAgQIAAAQIECBDov4AKp0tAADxd62E2BAgQIECAAAECBAgQ6IuAOggQIECAAAECBAgQIECAAIEDENjnAPgAKjQkAQIECBAgQIAAAQIECBAgsM8ChiNAgAABAgQIECBAgACBgxIQAB+U/DyOq2YCBAgQIECAAAECBAgQIECg/wIqJECAAAECBAgQIEDgQAUEwAfKb3AC8yOgUgIECBAgQIAAAQIECBAgQKD/AiokQIAAAQIECBA4eAEB8MGvgRkQIECg7wLqI0CAAAECBAgQIECAAAECBPovoEICBAgQIEBgSgQEwFOyEKZBgAABAgT6KaAqAgQIECBAgAABAgQIECBAoP8CKiRAgACBaRIQAE/TapgLAQIECBAgQKBPAmohQIAAAQIECBAgQIAAAQIE+i+gQgIEpk5AADx1S2JCBAgQIECAAAECBGZfQAUECBAgQIAAAQIECBAgQIBA/wVUOJ0CAuDpXBezIkCAAAECBAgQIECAwKwKmDcBAgQIECBAgAABAgQIECBwgAL7FAAfYIWGJkCAAAECBAgQIECAAAECBPZJwDAECBAgQIAAAQIECBAgcNACAuCDXoF5GF+NBAgQIECAAAECBAgQIECAQP8FVEiAAAECBAgQIECAwFQICICnYhlMgkB/BVRGgAABAgQIECBAgAABAgQI9F9AhQQIECBAgAABAtMjIACenrUwEwIECPRNQD0ECBAgQIAAAQIECBAgQIBA/wVUSIAAAQIECEyZgAB4yhbEdAgQIECAQD8EVEGAAAECBAgQIECAAAECBAj0X0CFBAgQIDCNAgLgaVwVcyJAgAABAgQIzLKAuRMgQIAAAQIECBAgQIAAAQL9F1AhAQJTKyAAntqlMTECBAgQIECAAAECsydgxgQIECBAgAABAgQIECBAgED/BVQ43QIC4OleH7MjQIAAAQIECBAgQIDArAiYJwECBAgQIECAAAECBAgQIDAFAhMOgKegQlMgQIAAAQIECBAgQIAAAQIEJiygewIECBAgQIAAAQIECBCYFgEB8LSsRB/noSYCBAgQIECAAAECBAgQIECg/wIqJECAAAECBAgQIEBgqgQEwFO1HCZDoD8CKiFAgAABAgQIECBAgAABAgT6L6BCAgQIECBAgACB6RMQAE/fmpgRAQIEZl3A/AkQIECAAAECBAgQIECAAIH+C6iQAAECBAgQmFIBAfCULoxpESBAgACB2RQwawIECBAgQIAAAQIECBAgQKD/AiokQIAAgWkWEABP8+qYGwECBAgQIEBglgTMlQABAgQIECBAgAABAgQIEOi/gAoJEJh6AQHw1C+RCRIgQIAAAQIECBCYfgEzJECAAAECBAgQIECAAAECBPovoMLZEBAAz8Y6mSUBAgQIECBAgAABAgSmVcC8CBAgQIAAAQIECBAgQIAAgSkSmFAAPEUVmgoBAgQIECBAgAABAgQIECAwIQHdEiBAgAABAgQIECBAgMC0CQiAp21F+jAfNRAgQIAAAQIECBAgQIAAAQL9F1AhAQIECBAgQIAAAQJTKSAAnsplMSkCsytg5gQIECBAgAABAgQIECBAgED/BVRIgAABAgQIECAwvQIC4OldGzMjQIDArAmYLwECBAgQIECAAAECBAgQINB/ARUSIECAAAECUy4gAJ7yBTI9AgQIECAwGwJmSYAAAQIECBAgQIAAAQIECPRfQIUECBAgMAsCAuBZWCVzJECAAAECBAhMs4C5ESBAgAABAgQIECBAgAABAv0XUCEBAjMjIACemaUyUQIECBAgQIAAAQLTJ2BGBAgQIECAAAECBAgQIECAQP8FVDhbAgLg2VovsyVAgAABAgQIECBAgMC0CJgHAQIECBAgQIAAAQIECBAgMIUCYw6Ap7BCUyJAgAABAgQIECBAgAABAgTGLKA7AgQIECBAgAABAgQIEJhWAQHwtK7MLM7LnAkQIECAAAECBILapsAAABAASURBVAgQIECAAIH+C6iQAAECBAgQIECAAIGpFhAAT/XymByB2REwUwIECBAgQIAAAQIECBAgQKD/AiokQIAAAQIECBCYfgEB8PSvkRkSIEBg2gXMjwABAgQIECBAgAABAgQIEOi/gAoJECBAgACBGREQAM/IQpkmAQIECBCYTgGzIkCAAAECBAgQIECAAAECBPovoEICBAgQmCUBAfAsrZa5EiBAgAABAgSmScBcCBAgQIAAAQIECBAgQIAAgf4LqJAAgZkTEADP3JKZMAECBAgQIECAAIGDFzADAgQIECBAgAABAgQIECBAoP8CKpxNAQHwbK6bWRMgQIAAAQIECBAgQOCgBIxLgAABAgQIECBAgAABAgQITLHAmALgKa7Q1AgQIECAAAECBAgQIECAAIExCeiGAAECBAgQIECAAAECBKZdQAA87Ss0C/MzRwIECBAgQIAAAQIECBAgQKD/AiokQIAAAQIECBAgQGAmBATAM7FMJklgegXMjAABAgQIECBAgAABAgQIEOi/gAoJECBAgAABAgRmR0AAPDtrZaYECBCYNgHzIUCAAAECBAgQIECAAAECBPovoEICBAgQIEBgxgQEwDO2YKZLgAABAgSmQ8AsCBAgQIAAAQIECBAgQIAAgf4LqJAAAQIEZlFAADyLq2bOBAgQIECAAIGDFDA2AQIECBAgQIAAAQIECBAg0H8BFRIgMLMCAuCZXToTJ0CAAAECBAgQILD/AkYkQIAAAQIECBAgQIAAAQIE+i+gwtkWEADP9vqZPQECBAgQIECAAAECBPZLwDgECBAgQIAAAQIECBAgQIDADAjsMQCegQpNkQABAgQIECBAgAABAgQIENijgMcJECBAgAABAgQIECBAYFYEBMCzslLTOE9zIkCAAAECBAgQIECAAAECBPovoEICBAgQIECAAAECBGZKQAA8U8tlsgSmR8BMCBAgQIAAAQIECBAgQIAAgf4LqJAAAQIECBAgQGD2BATAs7dmZkyAAIGDFjA+AQIECBAgQIAAAQIECBAg0H8BFRIgQIAAAQIzKiAAntGFM20CBAgQIHAwAkYlQIAAAQIECBAgQIAAAQIE+i+gQgIECBCYZQEB8CyvnrkTIECAAAECBPZTwFgECBAgQIAAAQIECBAgQIBA/wVUSIDAzAsIgGd+CRVAgAABAgQIECBAYPICRiBAgAABAgQIECBAgAABAgT6L6DCfggIgPuxjqogQIAAAQIECBAgQIDApAT0S4AAAQIECBAgQIAAAQIECMyQwC4D4Bmq0FQJECBAgAABAgQIECBAgACBXQp4jAABAgQIECBAgAABAgRmTUAAPGsrNg3zNQcCBAgQIECAAAECBAgQIECg/wIqJECAAAECBAgQIEBgJgUEwDO5bCZN4OAEjEyAAAECBAgQIECAAAECBAj0X0CFBAgQIECAAAECsysgAJ7dtTNzAgQI7LeA8QgQIECAAAECBAgQIECAAIH+C6iQAAECBAgQmHEBAfCML6DpEyBAgACB/REwCgECBAgQIECAAAECBAgQINB/ARUSIECAQB8EBMB9WEU1ECBAgAABAgQmKaBvAgQIECBAgAABAgQIECBAoP8CKiRAoDcCAuDeLKVCCBAgQIAAAQIECIxfQI8ECBAgQIAAAQIECBAgQIBA/wVU2C8BAXC/1lM1BAgQIECAAAECBAgQGJeAfggQIECAAAECBAgQIECAAIEZFNhhADyDFZoyAQIECBAgQIAAAQIECBAgsEMBtxMgQIAAAQIECBAgQIDArAoIgGd15Q5i3sYkQIAAAQIECBAgQIAAAQIE+i+gQgIECBAgQIAAAQIEZlpAADzTy2fyBPZPwEgE/j/27jzMtrWuD/zvXbuqznDPHRguGpVoGzqPjwafqNEnbTt0ko79GBKnSIw28CgiAoLtBUXEB5A4Ig6AomkQNS2IYosJimk1rW3EIQYkbTdxQkVUFNB7OfeeqYa9V961q+qcOnMNe+/a67c+ddfaa++113rX+/2897/vU3UIECBAgAABAgQIECBAgAABAvkFJCRAgAABAgT6L6AA7v8aSkCAAAECBOYtYHwCBAgQIECAAAECBAgQIEAgv4CEBAgQIJBEQAGcZCHFIECAAAECBAjMR8CoBAgQIECAAAECBAgQIECAQH4BCQkQyCSgAM60mrIQIECAAAECBAgQmKWAsQgQIECAAAECBAgQIECAAIH8AhKmE1AAp1tSgQgQIECAAAECBAgQIHB0ASMQIECAAAECBAgQIECAAAEC/RQ4SAHcz4RmTYAAAQIECBAgQIAAAQIECBxEwLUECBAgQIAAAQIECBAg0GMBBXCPF2+xU/c0AgQIECBAgAABAgQIECBAIL+AhAQIECBAgAABAgQI9F1AAdz3FTR/AosQ8AwCBAgQIECAAAECBAgQIEAgv4CEBAgQIECAAAECKQQUwCmWUQgCBAjMT8DIBAgQIECAAAECBAgQIECAQH4BCQkQIECAAIE8AgrgPGspCQECBAgQmLWA8QgQIECAAAECBAgQIECAAIH8AhISIECAQDIBBXCyBRWHAAECBAgQIDAbAaMQIECAAAECBAgQIECAAAEC+QUkJEAgo4ACOOOqykSAAAECBAgQIEDgKALuJUCAAAECBAgQIECAAAECBPILSJhWQAGcdmkFI0CAAAECBAgQIECAwMEF3EGAAAECBAgQIECAAAECBAj0W2A/BXC/E5o9AQIECBAgQIAAAQIECBAgsB8B1xAgQIAAAQIECBAgQIBAAgEFcIJFnG8EoxMgQIAAAQIECBAgQIAAAQL5BSQkQIAAAQIECBAgQCCLgAI4y0rKQWAeAsYkQIAAAQIECBAgQIAAAQIE8gtISIAAAQIECBAgkEpAAZxqOYUhQIDA7ASMRIAAAQIECBAgQIAAAQIECOQXkJAAAQIECBDIJ6AAzremEhEgQIAAgaMKuJ8AAQIECBAgQIAAAQIECBDILyAhAQIECCQVUAAnXVixCBAgQIAAAQKHE3AXAQIECBAgQIAAAQIECBAgkF9AQgIEMgsogDOvrmwECBAgQIAAAQIEDiLgWgIECBAgQIAAAQIECBAgQCC/gITpBRTA6ZdYQAIECBAgQIAAAQIECNxewBUECBAgQIAAAQIECBAgQIBADoFbFcA5EkpBgAABAgQIECBAgAABAgQI3ErAdwQIECBAgAABAgQIECCQSEABnGgxZxvFaAQIECBAgAABAgQIECBAgEB+AQkJECBAgAABAgQIEMgmoADOtqLyEJiFgDEIECBAgAABAgQIECBAgACB/AISEiBAgAABAgQIpBRQAKdcVqEIECBweAF3EiBAgAABAgQIECBAgAABAvkFJCRAgAABAgTyCiiA866tZAQIECBA4KACridAgAABAgQIECBAgAABAgTyC0hIgAABAskFFMDJF1g8AgQIECBAgMD+BFxFgAABAgQIECBAgAABAgQI5BeQkACBIQgogIewyjISIECAAAECBAgQuJWA7wgQIECAAAECBAgQIECAAIH8AhIORkABPJilFpQAAQIECBAgQIAAAQLXCzhDgAABAgQIECBAgAABAgQI5BK4UQGcK6E0BAgQIECAAAECBAgQIECAwI0EnCNAgAABAgQIECBAgACBhAIK4ISLerRI7iZAgAABAgQIECBAgAABAgTyC0hIgAABAgQIECBAgEBWAQVw1pWVi8BhBNxDgAABAgQIECBAgAABAgQI5BeQkAABAgQIECBAILWAAjj18gpHgACB/Qu4kgABAgQIECBAgAABAgQIEMgvICEBAgQIECCQX0ABnH+NJSRAgAABArcT8D0BAgQIECBAgAABAgQIECCQX0BCAgQIEBiIgAJ4IAstJgECBAgQIEDgxgLOEiBAgAABAgQIECBAgAABAvkFJCRAYEgCCuAhrbasBAgQIECAAAECBPYKeE+AAAECBAgQIECAAAECBAjkF5BwcAIK4MEtucAECBAgQIAAAQIECBCIYECAAAECBAgQIECAAAECBAjkFNhbAOdMKBUBAgQIECBAgAABAgQIECCwV8B7AgQIECBAgAABAgQIEEgsoABOvLgHi+ZqAgQIECBAgAABAgQIECBAIL+AhAQIECBAgAABAgQIZBdQAGdfYfkI7EfANQQIECBAgAABAgQIECBAgEB+AQkJECBAgAABAgQGIaAAHsQyC0mAAIGbC/iGAAECBAgQIECAAAECBAgQyC8gIQECBAgQIDAcAQXwcNZaUgIECBAgcK2AzwQIECBAgAABAgQIECBAgEB+AQkJECBAYGACCuCBLbi4BAgQIECAAIFtAa8ECBAgQIAAAQIECBAgQIBAfgEJCRAYooACeIirLjMBAgQIECBAgMCwBaQnQIAAAQIECBAgQIAAAQIE8gtIOFgBBfBgl15wAgQIECBAgAABAgSGKCAzAQIECBAgQIAAAQIECBAgkFugK4BzJ5SOAAECBAgQIECAAAECBAgQ6ATsBAgQIECAAAECBAgQIDAAAQXwABb51hF9S4AAAQIECBAgQIAAAQIECOQXkJAAAQIECBAgQIAAgaEIKICHstJyEriRgHMECBAgQIAAAQIECBAgQIBAfgEJCRAgQIAAAQIEBiWgAB7UcgtLgACBKwLeESBAgAABAgQIECBAgAABAvkFJCRAgAABAgSGJ6AAHt6aS0yAAAECBAgQIECAAAECBAgQIECAAAEC+QUkJECAAIGBCiiAB7rwYhMgQIAAAQJDFZCbAAECBAgQIECAAAECBAgQyC8gIQECQxZQAA959WUnQIAAAQIECBAYloC0BAgQIECAAAECBAgQIECAQH4BCQcvoAAe/P8CAAgQIECAAAECBAgQGIKAjAQIECBAgAABAgQIECBAgEB+gS6hArhTsBMgQIAAAQIECBAgQIAAgbwCkhEgQIAAAQIECBAgQIDAgAQUwANa7Kuj+kSAAAECBAgQIECAAAECBAjkF5CQAAECBAgQIECAAIGhCSiAh7bi8hLoBOwECBAgQIAAAQIECBAgQIBAfgEJCRAgQIAAAQIEBimgAB7ksgtNgMCQBWQnQIAAAQIECBAgQIAAAQIE8gtISIAAAQIECAxXQAE83LWXnAABAgSGJyAxAQIECBAgQIAAAQIECBAgkF9AQgIECBAYuIACeOD/A4hPgAABAgQIDEVATgIECBAgQIAAAQIECBAgQCC/gIQECBCIUAD7v4AAAQIECBAgQIBAdgH5CBAgQIAAAQIECBAgQIAAgfwCEhLYEVAA70A4ECBAgAABAgQIECBAIKOATAQIECBAgAABAgQIECBAgEB+gb0JFcB7NbwnQIAAAQIECBAgQIAAAQJ5BCQhQIAAAQIECBAgQIAAgQEKKIAHt+gCEyBAgAABAgQIECBAgAABAvkFJCRAgAABAgQIECBAYKgCCuChrrzcwxSQmgABAgQIECBAgAABAgQIEMgvICEBAgQ8PUazAAAQAElEQVQIECBAgMCgBRTAg15+4QkQGJKArAQIECBAgAABAgQIECBAgEB+AQkJECBAgAABAgpg/w8QIECAAIH8AhISIECAAAECBAgQIECAAAEC+QUkJECAAAECUwEF8JTBCwECBAgQIEAgq4BcBAgQIECAAAECBAgQIECAQH4BCQkQIHBFQAF8xcI7AgQIECBAgAABArkEpCFAgAABAgQIECBAgAABAgTyC0hI4BoBBfA1ID4SIECAAAECBAgQIEAgg4AMBAgQIECAAAECBAgQIECAQH6BGyVUAN9IxTkCBAgQIECAAAECBAgQINBfATMnQIAAAQIECBAgQIAAgQELKIAHs/iCEiBAgAABAgQIECBAgAABAvkFJCRAgAABAgQIECBAYOgCCuCh/x8g/zAEpCRAgAABAgQIECBAgAABAgTyC0hIgAABAgQIECBAoAoogCuCjQABApkFZCNAgAABAgQIECBAgAABAgTyC0hIgAABAgQIENgVUADvSjgSIECAAIF8AhIRIECAAAECBAgQIECAAAEC+QUkJECAAAECVwkogK/i8IEAAQIECBAgkEVADgIECBAgQIAAAQIECBAgQCC/gIQECBC4XkABfL2JMwQIECBAgAABAgT6LWD2BAgQIECAAAECBAgQIECAQH4BCQncREABfBMYpwkQIECAAAECBAgQINBHAXMmQIAAAQIECBAgQIAAAQIE8gvcKqEC+FY6viNAgAABAgQIECBAgAABAv0RMFMCBAgQIECAAAECBAgQIBAK4PT/EwhIgAABAgQIECBAgAABAgQI5BeQkAABAgQIECBAgAABAtsCCuBtB68EcgpIRYAAAQIECBAgQIAAAQIECOQXkJAAAQIECBAgQIDAHgEF8B4MbwkQIJBJQBYCBAgQIECAAAECBAgQIEAgv4CEBAgQIECAAIFrBRTA14r4TIAAAQIE+i8gAQECBAgQIECAAAECBAgQIJBfQEICBAgQIHBDAQXwDVmcJECAAAECBAj0VcC8CRAgQIAAAQIECBAgQIAAgfwCEhIgQODmAgrgm9v4hgABAgQIECBAgEC/BMyWAAECBAgQIECAAAECBAgQyC8gIYHbCCiAbwPkawIECBAgQIAAAQIECPRBwBwJECBAgAABAgQIECBAgACB/AL7SagA3o+SawgQIECAAAECBAgQIECAwPIKmBkBAgQIECBAgAABAgQIELgsoAC+TJHtjTwECBAgQIAAAQIECBAgQIBAfgEJCRAgQIAAAQIECBAgcLWAAvhqD58I5BCQggABAgQIECBAgAABAgQIEMgvICEBAgQIECBAgACBGwgogG+A4hQBAgT6LGDuBAgQIECAAAECBAgQIECAQH4BCQkQIECAAAECNxNQAN9MxnkCBAgQINA/ATMmQIAAAQIECBAgQIAAAQIE8gtISIAAAQIEbimgAL4ljy8JECBAgAABAn0RME8CBAgQIECAAAECBAgQIEAgv4CEBAgQuL2AAvj2Rq4gQIAAAQIECBAgsNwCZkeAAAECBAgQIECAAAECBAjkF5CQwD4FFMD7hHIZAQIECBAgQIAAAQIEllHAnAgQIECAAAECBAgQIECAAIH8AgdJqAA+iJZrCRAgQIAAAQIECBAgQIDA8giYCQECBAgQIECAAAECBAgQuE5AAXwdSd9PmD8BAgQIECBAgAABAgQIECCQX0BCAgQIECBAgAABAgQI3FhAAXxjF2cJ9FPArAkQIECAAAECBAgQIECAAIH8AhISIECAAAECBAgQuIWAAvgWOL4iQIBAnwTMlQABAgQIECBAgAABAgQIEMgvICEBAgQIECBA4HYCCuDbCfmeAAECBAgsv4AZEiBAgAABAgQIECBAgAABAvkFJCRAgAABAvsSUADvi8lFBAgQIECAAIFlFTAvAgQIECBAgAABAgQIECBAIL+AhAQIENi/gAJ4/1auJECAAAECBAgQILBcAmZDgAABAgQIECBAgAABAgQI5BeQkMABBRTABwRzOQECBAgQIECAAAECBJZBwBwIECBAgAABAgQIECBAgACB/AKHSagAPoyaewgQIECAAAECBAgQIECAwPEJeDIBAgQIECBAgAABAgQIELipgAL4pjR9+8J8CRAgQIAAAQIECBAgQIAAgfwCEhIgQIAAAQIECBAgQODWAgrgW/v4lkA/BMySAAECBAgQIECAAAECBAgQyC8gIQECBAgQIECAAIF9CCiA94HkEgIECCyzgLkRIECAAAECBAgQIECAAAEC+QUkJECAAAECBAjsV0ABvF8p1xEgQIAAgeUTMCMCBAgQIECAAAECBAgQIEAgv4CEBAgQIEDgQAIK4ANxuZgAAQIECBAgsCwC5kGAAAECBAgQIECAAAECBAjkF5CQAAECBxdQAB/czB0ECBAgQIAAAQIEjlfA0wkQIECAAAECBAgQIECAAIH8AhISOKSAAviQcG4jQIAAAQIECBAgQIDAcQh4JgECBAgQIECAAAECBAgQIJBf4CgJFcBH0XMvAQIECBAgQIAAAQIECBBYnIAnESBAgAABAgQIECBAgACB2woogG9LtOwXmB8BAgQIECBAgAABAgQIECCQX0BCAgQIECBAgAABAgQI7E9AAbw/J1cRWE4BsyJAgAABAgQIECBAgAABAgTyC0hIgAABAgQIECBA4AACCuADYLmUAAECyyRgLgQIECBAgAABAgQIECBAgEB+AQkJECBAgAABAgcVUAAfVMz1BAgQIEDg+AXMgAABAgQIECBAgAABAgQIEMgvICEBAgQIEDiUgAL4UGxuIkCAAAECBAgcl4DnEiBAgAABAgQIECBAgAABAvkFJCRAgMDhBRTAh7dzJwECBAgQIECAAIHFCngaAQIECBAgQIAAAQIECBAgkF9AQgJHFFAAHxHQ7QQIECBAgAABAgQIEFiEgGcQIECAAAECBAgQIECAAAEC+QVmkVABPAtFYxAgQIAAAQIECBAgQIAAgfkJGJkAAQIECBAgQIAAAQIECOxbQAG8b6plu9B8CBAgQIAAAQIECBAgQIAAgfwCEhIgQIAAAQIECBAgQOBgAgrgg3m5msByCJgFAQIECBAgQIAAAQIECBAgkF9AQgIECBAgQIAAAQKHEFAAHwLNLQQIEDhOAc8mQIAAAQIECBAgQIAAAQIE8gtISIAAAQIECBA4rIAC+LBy7iNAgAABAosX8EQCBAgQIECAAAECBAgQIEAgv4CEBAgQIEDgSAIK4CPxuZkAAQIECBAgsCgBzyFAgAABAgQIECBAgAABAgTyC0hIgACBowsogI9uaAQCBAgQIECAAAEC8xUwOgECBAgQIECAAAECBAgQIJBfQEICMxJQAM8I0jAECBAgQIAAAQIECBCYh4AxCRAgQIAAAQIECBAgQIAAgfwCs0yoAJ6lprEIECBAgAABAgQIECBAgMDsBIxEgAABAgQIECBAgAABAgQOLKAAPjDZcd/g+QQIECBAgAABAgQIECBAgEB+AQkJECBAgAABAgQIECBwOAEF8OHc3EXgeAQ8lQABAgQIECBAgAABAgQIEMgvICEBAgQIECBAgACBIwgogI+A51YCBAgsUsCzCBAgQIAAAQIECBAgQIAAgfwCEhIgQIAAAQIEjiqgAD6qoPsJECBAgMD8BTyBAAECBAgQIECAAAECBAgQyC8gIQECBAgQmImAAngmjAYhQIAAAQIECMxLwLgECBAgQIAAAQIECBAgQIBAfgEJCRAgMDsBBfDsLI1EgAABAgQIECBAYLYCRiNAgAABAgQIECBAgAABAgTyC0hIYMYCCuAZgxqOAAECBAgQIECAAAECsxAwBgECBAgQIECAAAECBAgQIJBfYB4JFcDzUDUmAQIECBAgQIAAAQIECBA4vIA7CRAgQIAAAQIECBAgQIDAoQUUwIemW/SNnkeAAAECBAgQIECAAAECBAjkF5CQAAECBAgQIECAAAECRxNQAB/Nz90EFiPgKQQIECBAgAABAgQIECBAgEB+AQkJECBAgAABAgQIzEBAATwDREMQIEBgngLGJkCAAAECBAgQIECAAAECBPILSEiAAAECBAgQmJWAAnhWksYhQIAAAQKzFzAiAQIECBAgQIAAAQIECBAgkF9AQgIECBAgMFMBBfBMOQ1GgAABAgQIEJiVgHEIECBAgAABAgQIECBAgACB/AISEiBAYPYCCuDZmxqRAAECBAgQIECAwNEE3E2AAAECBAgQIECAAAECBAjkF5CQwJwEFMBzgjUsAQIECBAgQIAAAQIEDiPgHgIECBAgQIAAAQIECBAgQCC/wDwTKoDnqWtsAgQIECBAgAABAgQIECCwfwFXEiBAgAABAgQIECBAgACBIwsogI9MOO8BjE+AAAECBAgQIECAAAECBAjkF5CQAAECBAgQIECAAAECsxFQAM/G0SgE5iNgVAIECBAgQIAAAQIECBAgQCC/gIQECBAgQIAAAQIEZiigAJ4hpqEIECAwSwFjESBAgAABAgQIECBAgAABAvkFJCRAgAABAgQIzFpAATxrUeMRIECAAIGjCxiBAAECBAgQIECAAAECBAgQyC8gIQECBAgQmIuAAngurAYlQIAAAQIECBxWwH0ECBAgQIAAAQIECBAgQIBAfgEJCRAgMD8BBfD8bI1MgAABAgQIECBA4GACriZAgAABAgQIECBAgAABAgTyC0hIYM4CCuA5AxueAAECBAgQIECAAAEC+xFwDQECBAgQIECAAAECBAgQIJBfYBEJFcCLUPYMAgQIECBAgAABAgQIECBwcwHfECBAgAABAgQIECBAgACBmQkogGdGOeuBjEeAAAECBAgQIECAAAECBAjkF5CQAAECBAgQIECAAAECsxVQAM/W02gEZiNgFAIECBAgQIAAAQIECBAgQCC/gIQECBAgQIAAAQIE5iCgAJ4DqiEJECBwFAH3EiBAgAABAgQIECBAgAABAvkFJCRAgAABAgQIzEtAATwvWeMSIECAAIGDC7iDAAECBAgQIECAAAECBAgQyC8gIQECBAgQmKuAAniuvAYnQIAAAQIECOxXwHUECBAgQIAAAQIECBAgQIBAfgEJCRAgMH8BBfD8jT2BAAECBAgQIECAwK0FfEuAAAECBAgQIECAAAECBAjkF5CQwIIEFMALgvYYAgQIECBAgAABAgQI3EjAOQIECBAgQIAAAQIECBAgQCC/wCITKoAXqe1ZBAgQIECAAAECBAgQIEDgioB3BAgQIECAAAECBAgQIEBg5gIK4JmTHnVA9xMgQIAAAQIECBAgQIAAAQL5BSQkQIAAAQIECBAgQIDAfAQUwPNxNSqBwwm4iwABAgQIECBAgAABAgQIEMgvICEBAgQIECBAgACBOQoogOeIa2gCBAgcRMC1BAgQIECAAAECBAgQIECAQH4BCQkQIECAAAEC8xZQAM9b2PgECBAgQOD2Aq4gQIAAAQIECBAgQIAAAQIE8gtIoTTKFQAAEABJREFUSIAAAQIEFiKgAF4Is4cQIECAAAECBG4m4DwBAgQIECBAgAABAgQIECCQX0BCAgQILE5AAbw4a08iQIAAAQIECBAgcLWATwQIECBAgAABAgQIECBAgEB+AQkJLFhAAbxgcI8jQIAAAQIECBAgQIBAJ2AnQIAAAQIECBAgQIAAAQIE8gscR0IF8HGoeyYBAgQIECBAgAABAgQIDFlAdgIECBAgQIAAAQIECBAgMDcBBfDcaA86sOsJECBAgAABAgQIECBAgACB/AISEiBAgAABAgQIECBAYL4CCuD5+hqdwP4EXEWAAAECBAgQIECAAAECBAjkF5CQAAECBAgQIECAwAIEFMALQPYIAgQI3ErAdwQIECBAgAABAgQIECBAgEB+AQkJECBAgAABAosSUAAvStpzCBAgQIDA9QLOECBAgAABAgQIECBAgAABAvkFJCRAgAABAgsVUAAvlNvDCBAgQIAAAQK7Ao4ECBAgQIAAAQIECBAgQIBAfgEJCRAgsHgBBfDizT2RAAECBAgQIEBg6ALyEyBAgAABAgQIECBAgAABAvkFJCRwTAIK4GOC91gCBAgQIECAAAECBIYpIDUBAgQIECBAgAABAgQIECCQX+A4EyqAj1PfswkQIECAAAECBAgQIEBgSAKyEiBAgAABAgQIECBAgACBuQsogOdOfLsH+J4AAQIECBAgQIAAAQIECBDILyAhAQIECBAgQIAAAQIEFiOgAF6Ms6cQuLGAswQIECBAgAABAgQIECBAgEB+AQkJECBAgAABAgQILFBAAbxAbI8iQIDAXgHvCRAgQIAAAQIECBAgQIAAgfwCEhIgQIAAAQIEFi2gAF60uOcRIECAAIEIBgQIECBAgAABAgQIECBAgEB+AQkJECBAgMCxCCiAj4XdQwkQIECAAIHhCkhOgAABAgQIECBAgAABAgQI5BeQkAABAscnoAA+PntPJkCAAAECBAgQGJqAvAQIECBAgAABAgQIECBAgEB+AQkJHLOAAviYF8DjCRAgQIAAAQIECBAYhoCUBAgQIECAAAECBAgQIECAQH6BZUioAF6GVTAHAgQIECBAgAABAgQIEMgsIBsBAgQIECBAgAABAgQIEFiYgAJ4YdTXPshnAgQIECBAgAABAgQIECBAIL+AhAQIECBAgAABAgQIEFisgAJ4sd6eRmBbwCsBAgQIECBAgAABAgQIECCQX0BCAgQIECBAgAABAscgoAA+BnSPJEBg2ALSEyBAgAABAgQIECBAgAABAvkFJCRAgAABAgQIHJeAAvi45D2XAAECBIYoIDMBAgQIECBAgAABAgQIECCQX0BCAgQIECBwrAIK4GPl93ACBAgQIEBgOAKSEiBAgAABAgQIECBAgAABAvkFJCRAgMDxCyiAj38NzIAAAQIECBAgQCC7gHwECBAgQIAAAQIECBAgQIBAfgEJCSyJgAJ4SRbCNAgQIECAAAECBAgQyCkgFQECBAgQIECAAAECBAgQIJBfYJkSKoCXaTXMhQABAgQIECBAgAABAgQyCchCgAABAgQIECBAgAABAgQWLqAAXji5BxIgQIAAAQIECBAgQIAAAQL5BSQkQIAAAQIECBAgQIDA8QgogI/H3VOHKiA3AQIECBAgQIAAAQIECBAgkF9AQgIECBAgQIAAAQLHKKAAPkZ8jyZAYFgC0hIgQIAAAQIECBAgQIAAAQL5BSQkQIAAAQIECBy3gAL4uFfA8wkQIEBgCAIyEiBAgAABAgQIECBAgAABAvkFJCRAgAABAkshoABeimUwCQIECBAgQCCvgGQECBAgQIAAAQIECBAgQIBAfgEJCRAgsDwCCuDlWQszIUCAAAECBAgQyCYgDwECBAgQIECAAAECBAgQIJBfQEICSyagAF6yBTEdAgQIECBAgAABAgRyCEhBgAABAgQIECBAgAABAgQI5BdYxoQK4GVcFXMiQIAAAQIECBAgQIAAgT4LmDsBAgQIECBAgAABAgQIEDg2AQXwwug9iAABAgQIECBAgAABAgQIEMgvICEBAgQIECBAgAABAgSOV0ABfLz+nj4UATkJECBAgAABAgQIECBAgACB/AISEiBAgAABAgQIEFgCAQXwEiyCKRAgkFtAOgIECBAgQIAAAQIECBAgQCC/gIQECBAgQIAAgWURUAAvy0qYBwECBAhkFJCJAAECBAgQIECAAAECBAgQyC8gIQECBAgQWCoBBfBSLYfJECBAgAABAnkEJCFAgAABAgQIECBAgAABAgTyC0hIgACB5RNQAC/fmpgRAQIECBAgQIBA3wXMnwABAgQIECBAgAABAgQIEMgvICGBJRVQAC/pwpgWAQIECBAgQIAAAQL9FDBrAgQIECBAgAABAgQIECBAIL/AMidUAC/z6pgbAQIECBAgQIAAAQIECPRJwFwJECBAgAABAgQIECBAgMCxCyiA574EHkCAAAECBAgQIECAAAECBAjkF5CQAAECBAgQIECAAAECyyGgAF6OdTCLrAJyESBAgAABAgQIECBAgAABAvkFJCRAgAABAgQIECCwRAIK4CVaDFMhQCCXgDQECBAgQIAAAQIECBAgQIBAfgEJCRAgQIAAAQLLJqAAXrYVMR8CBAgQyCAgAwECBAgQIECAAAECBAgQIJBfQEICBAgQILCUAgrgpVwWkyJAgAABAgT6K2DmBAgQIECAAAECBAgQIECAQH4BCQkQILC8Agrg5V0bMyNAgAABAgQIEOibgPkSIECAAAECBAgQIECAAAEC+QUkJLDkAgrgJV8g0yNAgAABAgQIECBAoB8CZkmAAAECBAgQIECAAAECBAjkF+hDQgVwH1bJHAkQIECAAAECBAgQIEBgmQXMjQABAgQIECBAgAABAgQILI2AAnhuS2FgAgQIECBAgAABAgQIECBAIL+AhAQIECBAgAABAgQIEFguAQXwcq2H2WQRkIMAAQIECBAgQIAAAQIECBDILyAhAQIECBAgQIAAgSUUUAAv4aKYEgEC/RYwewIECBAgQIAAAQIECBAgQCC/gIQECBAgQIAAgWUVUAAv68qYFwECBAj0UcCcCRAgQIAAAQIECBAgQIAAgfwCEhIgQIAAgaUWUAAv9fKYHAECBAgQINAfATMlQIAAAQIECBAgQIAAAQIE8gtISIAAgeUXUAAv/xqZIQECBAgQIECAwLILmB8BAgQIECBAgAABAgQIECCQX0BCAj0RUAD3ZKFMkwABAgQIECBAgACB5RQwKwIECBAgQIAAAQIECBAgQCC/QJ8SKoD7tFrmSoAAAQIECBAgQIAAAQLLJGAuBAgQIECAAAECBAgQIEBg6QQUwDNfEgMSIECAAAECBAgQIECAAAEC+QUkJECAAAECBAgQIECAwHIKKICXc13Mqq8C5k2AAAECBAgQIECAAAECBAjkF5CQAAECBAgQIECAwBILKICXeHFMjQCBfgmYLQECBAgQIECAAAECBAgQIJBfQEICBAgQIECAwLILKICXfYXMjwABAgT6IGCOBAgQIECAAAECBAgQIECAQH4BCQkQIECAQC8EFMC9WCaTJECAAAECBJZXwMwIECBAgAABAgQIECBAgACB/AISEiBAoD8CCuD+rJWZEiBAgAABAgQILJuA+RAgQIAAAQIECBAgQIAAAQL5BSQk0DMBBXDPFsx0CRAgQIAAAQIECBBYDgGzIECAAAECBAgQIECAAAECBPIL9DGhAriPq2bOBAgQIECAAAECBAgQIHCcAp5NgAABAgQIECBAgAABAgSWVkABPLOlMRABAgQIECBAgAABAgQIECCQX0BCAgQIECBAgAABAgQILLeAAni518fs+iJgngQIECBAgAABAgQIECBAgEB+AQkJECBAgAABAgQI9EBAAdyDRTJFAgSWW8DsCBAgQIAAAQIECBAgQIAAgfwCEhIgQIAAAQIE+iKgAO7LSpknAQIECCyjgDkRIECAAAECBAgQIECAAAEC+QUkJECAAAECvRJQAPdquUyWAAECBAgQWB4BMyFAgAABAgQIECBAgAABAgTyC0hIgACB/gkogPu3ZmZMgAABAgQIECBw3AKeT4AAAQIECBAgQIAAAQIECOQXkJBATwUUwD1dONMmQIAAAQIECBAgQOB4BDyVAAECBAgQIECAAAECBAgQyC/Q54QK4D6vnrkTIECAAAECBAgQIECAwCIFPIsAAQIECBAgQIAAAQIECCy9gAL4yEtkAAIECBAgQIAAAQIECBAgQCC/gIQECBAgQIAAAQIECBDoh4ACuB/rZJbLKmBeBAgQIECAAAECBAgQIECAQH4BCQkQIECAAAECBAj0SEAB3KPFMlUCBJZLwGwIECBAgAABAgQIECBAgACB/AISEiBAgAABAgT6JqAA7tuKmS8BAgQILIOAORAgQIAAAQIECBAgQIAAAQL5BSQkQIAAAQK9FFAA93LZTJoAAQIECBA4PgFPJkCAAAECBAgQIECAAAECBPILSEiAAIH+CiiA+7t2Zk6AAAECBAgQILBoAc8jQIAAAQIECBAgQIAAAQIE8gtISKDnAgrgni+g6RMgQIAAAQIECBAgsBgBTyFAgAABAgQIECBAgAABAgTyC2RIqADOsIoyECBAgAABAgQIECBAgMA8BYxNgAABAgQIECBAgAABAgR6I6AAPvRSuZEAAQIECBAgQIAAAQIECBDILyAhAQIECBAgQIAAAQIE+iWgAO7XepntsgiYBwECBAgQIECAAAECBAgQIJBfQEICBAgQIECAAAECPRRQAPdw0UyZAIHjFfB0AgQIECBAgAABAgQIECBAIL+AhAQIECBAgACBvgoogPu6cuZNgAABAsch4JkECBAgQIAAAQIECBAgQIBAfgEJCRAgQIBArwUUwL1ePpMnQIAAAQIEFifgSQQIECBAgAABAgQIECBAgEB+AQkJECDQfwEFcP/XUAICBAgQIECAAIF5CxifAAECBAgQIECAAAECBAgQyC8gIYEkAgrgJAspBgECBAgQIECAAAEC8xEwKgECBAgQIECAAAECBAgQIJBfIFNCBXCm1ZSFAAECBAgQIECAAAECBGYpYCwCBAgQIECAAAECBAgQINA7AQXwgZfMDQQIECBAgAABAgQIECBAgEB+AQkJECBAgAABAgQIECDQTwEFcD/XzayPS8BzCRAgQIAAAQIECBAgQIAAgfwCEhIgQIAAAQIECBDosYACuMeLZ+oECCxWwNMIECBAgAABAgQIECBAgACB/AISEiBAgAABAgT6LqAA7vsKmj8BAgQILELAMwgQIECAAAECBAgQIECAAIH8AhISIECAAIEUAgrgFMsoBAECBAgQIDA/ASMTIECAAAECBAgQIECAAAEC+QUkJECAQB4BBXCetZSEAAECBAgQIEBg1gLGI0CAAAECBAgQIECAAAECBPILSEggmYACONmCikOAAAECBAgQIECAwGwEjEKAAAECBAgQIECAAPvjZ8kAABAASURBVAECBAjkF8iYUAGccVVlIkCAAAECBAgQIECAAIGjCLiXAAECBAgQIECAAAECBAj0VkABvO+lcyEBAgQIECBAgAABAgQIECCQX0BCAgQIECBAgAABAgQI9FtAAdzv9TP7RQl4DgECBAgQIECAAAECBAgQIJBfQEICBAgQIECAAAECCQQUwAkWUQQCBOYrYHQCBAgQIECAAAECBAgQIEAgv4CEBAgQIECAAIEsAgrgLCspBwECBAjMQ8CYBAgQIECAAAECBAgQIECAQH4BCQkQIECAQCoBBXCq5RSGAAECBAgQmJ2AkQgQIECAAAECBAgQIECAAIH8AhISIEAgn4ACON+aSkSAAAECBAgQIHBUAfcTIECAAAECBAgQIECAAAEC+QUkJJBUQAGcdGHFIkCAAAECBAgQIEDgcALuIkCAAAECBAgQIECAAAECBPILZE6oAM68urIRIECAAAECBAgQIECAwEEEXEuAAAECBAgQIECAAAECBHovoAC+7RK6gAABAgQIECBAgAABAgQIEMgvICEBAgQIECBAgAABAgRyCCiAc6yjFPMSMC4BAgQIECBAgAABAgQIECCQX0BCAgQIECBAgAABAokEFMCJFlMUAgRmK2A0AgQIECBAgAABAgQIECBAIL+AhAQIECBAgACBbAIK4GwrKg8BAgQIzELAGAQIECBAgAABAgQIECBAgEB+AQkJECBAgEBKAQVwymUVigABAgQIEDi8gDsJECBAgAABAgQIECBAgACB/AISEiBAIK+AAjjv2kpGgAABAgQIECBwUAHXEyBAgAABAgQIECBAgAABAvkFJCSQXEABnHyBxSNAgAABAgQIECBAYH8CriJAgAABAgQIECBAgAABAgTyCwwhoQJ4CKssIwECBAgQIECAAAECBAjcSsB3BAgQIECAAAECBAgQIEAgjYAC+KZL6QsCBAgQIECAAAECBAgQIEAgv4CEBAgQIECAAAECBAgQyCWgAM61ntLMSsA4BAgQIECAAAECBAgQIECAQH4BCQkQIECAAAECBAgkFFAAJ1xUkQgQOJqAuwkQIECAAAECBAgQIECAAIH8AhISIECAAAECBLIKKICzrqxcBAgQIHAYAfcQIECAAAECBAgQIECAAAEC+QUkJECAAAECqQUUwKmXVzgCBAgQIEBg/wKuJECAAAECBAgQIECAAAECBPILSEiAAIH8Agrg/GssIQECBAgQIECAwO0EfE+AAAECBAgQIECAAAECBAjkF5CQwEAEFMADWWgxCRAgQIAAAQIECBC4sYCzBAgQIECAAAECBAgQIECAQH6BISVUAA9ptWUlQIAAAQIECBAgQIAAgb0C3hMgQIAAAQIECBAgQIAAgXQCCuDrltQJAgQIECBAgAABAgQIECBAIL+AhAQIECBAgAABAgQIEMgpoADOua5SHVbAfQQIECBAgAABAgQIECBAgEB+AQkJECBAgAABAgQIJBZQACdeXNEIEDiYgKsJECBAgAABAgQIECBAgACB/AISEiBAgAABAgSyCyiAs6+wfAQIECCwHwHXECBAgAABAgQIECBAgAABAvkFJCRAgAABAoMQUAAPYpmFJECAAAECBG4u4BsCBAgQIECAAAECBAgQIEAgv4CEBAgQGI6AAng4ay0pAQIECBAgQIDAtQI+EyBAgAABAgQIECBAgAABAvkFJCQwMAEF8MAWXFwCBAgQIECAAAECBLYFvBIgQIAAAQIECBAgQIAAAQL5BYaYUAE8xFWXmQABAgQIECBAgAABAsMWkJ4AAQIECBAgQIAAAQIECKQVUABfXlpvCBAgQIAAAQIECBAgQIAAgfwCEhIgQIAAAQIECBAgQCC3gAI49/pKt18B1xEgQIAAAQIECBAgQIAAAQL5BSQkQIAAAQIECBAgMAABBfAAFllEAgRuLeBbAgQIECBAgAABAgQIECBAIL+AhAQIECBAgACBoQgogIey0nISIECAwI0EnCNAgAABAgQIECBAgAABAgTyC0hIgAABAgQGJaAAHtRyC0uAAAECBAhcEfCOAAECBAgQIECAAAECBAgQyC8gIQECBIYnoAAe3ppLTIAAAQIECBAgQIAAAQIECBAgQIAAAQIECBDILyAhgYEKKIAHuvBiEyBAgAABAgQIEBiqgNwECBAgQIAAAQIECBAgQIBAfoEhJ1QAD3n1ZSdAgAABAgQIECBAgMCwBKQlQIAAAQIECBAgQIAAAQLpBRTAkX6NBSRAgAABAgQIECBAgAABAgQCAQECBAgQIECAAAECBIYhoAAexjpLeTMB5wkQIECAAAECBAgQIECAAIH8AhISIECAAAECBAgQGJCAAnhAiy0qAQJXC/hEgAABAgQIECBAgAABAgQI5BeQkAABAgQIECAwNAEF8NBWXF4CBAgQ6ATsBAgQIECAAAECBAgQIECAQH4BCQkQIECAwCAFFMCDXHahCRAgQIDAkAVkJ0CAAAECBAgQIECAAAECBPILSEiAAIHhCiiAh7v2khMgQIAAAQIEhicgMQECBAgQIECAAAECBAgQIJBfQEICAxdQAA/8fwDxCRAgQIAAAQIECAxFQE4CBAgQIECAAAECBAgQIEAgv4CEEQpg/xcQIECAAAECBAgQIECAQHYB+QgQIECAAAECBAgQIECAwGAEBlwAD2aNBSVAgAABAgQIECBAgAABAgMWEJ0AAQIECBAgQIAAAQLDElAAD2u9pd0VcCRAgAABAgQIECBAgAABAgTyC0hIgAABAgQIECBAYIACCuABLrrIBIYuID8BAgQIECBAgAABAgQIECCQX0BCAgQIECBAgMBQBRTAQ115uQkQIDBMAakJECBAgAABAgQIECBAgACB/AISEiBAgACBQQsogAe9/MITIECAAIEhCchKgAABAgQIECBAgAABAgQI5BeQkAABAgQUwP4fIECAAAECBAgQyC8gIQECBAgQIECAAAECBAgQIJBfQEICBKYCCuApgxcCBAgQIECAAAECBLIKyEWAAAECBAgQIECAAAECBAjkF5DwioAC+IqFdwQIECBAgAABAgQIECCQS0AaAgQIECBAgAABAgQIECAwOIEBFsCDW2OBCRAgQIAAAQIECBAgQIDAAAVEJkCAAAECBAgQIECAwDAFFMDDXPfhppacAAECBAgQIECAAAECBAgQyC8gIQECBAgQIECAAIEBCyiAB7z4ohMYmoC8BAgQIECAAAECBAgQIECAQH4BCQkQIECAAAECQxdQAA/9/wD5CRAgMAwBKQkQIECAAAECBAgQIECAAIH8AhISIECAAAECVUABXBFsBAgQIECAQGYB2QgQIECAAAECBAgQIECAAIH8AhISIECAwK6AAnhXwpEAAQIECBAgQCCfgEQECBAgQIAAAQIECBAgQIBAfgEJCRC4SkABfBWHDwQIECBAgAABAgQIZBGQgwABAgQIECBAgAABAgQIEMgvIOH1Agrg602cIUCAAAECBAgQIECAAIF+C5g9AQIECBAgQIAAAQIECBAYrMCACuDBrrHgBAgQIECAAAECBAgQIEBgQAKiEiBAgAABAgQIECBAYNgCCuBhr/9w0ktKgAABAgQIECBAgAABAgQI5BeQkAABAgQIECBAgACBUAD7n4AAgfQCAhIgQIAAAQIECBAgQIAAAQL5BSQkQIAAAQIECBDYFlAAbzt4JUCAAIGcAlIRIECAAAECBAgQIECAAAEC+QUkJECAAAECBPYIKID3YHhLgAABAgQIZBKQhQABAgQIECBAgAABAgQIEMgvICEBAgQIXCugAL5WxGcCBAgQIECAAIH+C0hAgAABAgQIECBAgAABAgQI5BeQkACBGwoogG/I4iQBAgQIECBAgAABAn0VMG8CBAgQIECAAAECBAgQIEAgv4CENxdQAN/cxjcECBAgQIAAAQIECBAg0C8BsyVAgAABAgQIECBAgAABAoMXGEABPPg1BkCAAAECBAgQIECAAAECBAYgICIBAgQIECBAgAABAgQIdAIK4E7BnldAMgIECBAgQIAAAQIECBAgQCC/gIQECBAgQIAAAQIECFwWUABfpvCGAIFsAvIQIECAAAECBAgQIECAAAEC+QUkJECAAAECBAgQuFpAAXy1h08ECBAgkENACgIECBAgQIAAAQIECBAgQCC/gIQECBAgQIDADQQUwDdAcYoAAQIECBDos4C5EyBAgAABAgQIECBAgAABAvkFJCRAgACBmwkogG8m4zwBAgQIECBAgED/BMyYAAECBAgQIECAAAECBAgQyC8gIQECtxRQAN+Sx5cECBAgQIAAAQIECPRFwDwJECBAgAABAgQIECBAgACB/AIS3l5AAXx7I1cQIECAAAECBAgQIECAwHILmB0BAgQIECBAgAABAgQIECCwI5C4AN5J6ECAAAECBAgQIECAAAECBAgkFhCNAAECBAgQIECAAAECBPYKKID3anifR0ASAgQIECBAgAABAgQIECBAIL+AhAQIECBAgAABAgQIXCegAL6OxAkCBPouYP4ECBAgQIAAAQIECBAgQIBAfgEJCRAgQIAAAQIEbiygAL6xi7MECBAg0E8BsyZAgAABAgQIECBAgAABAgTyC0hIgAABAgQI3EJAAXwLHF8RIECAAAECfRIwVwIECBAgQIAAAQIECBAgQCC/gIQECBAgcDsBBfDthHxPgAABAgQIECCw/AJmSIAAAQIECBAgQIAAAQIECOQXkJAAgX0JKID3xeQiAgQIECBAgAABAgSWVcC8CBAgQIAAAQIECBAgQIAAgfwCEu5fQAG8fytXEiBAgAABAgQIECBAgMByCZgNAQIECBAgQIAAAQIECBAgcI1AwgL4moQ+EiBAgAABAgQIECBAgAABAgkFRCJAgAABAgQIECBAgACBGwkogG+k4lx/BcycAAECBAgQIECAAAECBAgQyC8gIQECBAgQIECAAAECNxVQAN+UxhcECPRNwHwJECBAgAABAgQIECBAgACB/AISEiBAgAABAgQI3FpAAXxrH98SIECAQD8EzJIAAQIECBAgQIAAAQIECBDILyAhAQIECBAgsA8BBfA+kFxCgAABAgQILLOAuREgQIAAAQIECBAgQIAAAQL5BSQkQIAAgf0KKID3K+U6AgQIECBAgACB5RMwIwIECBAgQIAAAQIECBAgQCC/gIQECBxIQAF8IC4XEyBAgAABAgQIECCwLALmQYAAAQIECBAgQIAAAQIECOQXkPDgAgrgg5u5gwABAgQIECBAgAABAgSOV8DTCRAgQIAAAQIECBAgQIAAgZsIJCqAb5LQaQIECBAgQIAAAQIECBAgQCCRgCgECBAgQIAAAQIECBAgcCsBBfCtdHzXHwEzJUCAAAECBAgQIECAAAECBPILSEiAAAECBAgQIECAwG0FFMC3JXIBAQLLLmB+BAgQIECAAAECBAgQIECAQH4BCQkQIECAAAECBPYnoADen5OrCBCK1tttAAAQAElEQVQgQGA5BcyKAAECBAgQIECAAAECBAgQyC8gIQECBAgQIHAAAQXwAbBcSoAAAQIECCyTgLkQIECAAAECBAgQIECAAAEC+QUkJECAAIGDCiiADyrmegIECBAgQIAAgeMXMAMCBAgQIECAAAECBAgQIEAgv4CEBAgcSkABfCg2NxEgQIAAAQIECBAgcFwCnkuAAAECBAgQIECAAAECBAjkF5Dw8AIK4MPbuZMAAQIECBAgQIAAAQIEFivgaQQIECBAgAABAgQIECBAgMBtBBIUwLdJ6GsCBAgQIECAAAECBAgQIEAggYAIBAgQIECAAAECBAgQILAfAQXwfpRcs7wCZkaAAAECBAgQIECAAAECBAjkF5CQAAECBAgQIECAAIF9CyiA903lQgIElk3AfAgQIECAAAECBAgQIECAAIH8AhISIECAAAECBAgcTEABfDAvVxMgQIDAcgiYBQECBAgQIECAAAECBAgQIJBfQEICBAgQIEDgEAIK4EOguYUAAQIECBA4TgHPJkCAAAECBAgQIECAAAECBPILSEiAAAEChxVQAB9Wzn0ECBAgQIAAAQKLF/BEAgQIECBAgAABAgQIECBAIL+AhAQIHElAAXwkPjcTIECAAAECBAgQILAoAc8hQIAAAQIECBAgQIAAAQIE8gtIeHQBBfDRDY1AgAABAgQIECBAgAABAvMVMDoBAgQIECBAgAABAgQIECCwT4EeF8D7TOgyAgQIECBAgAABAgQIECBAoMcCpk6AAAECBAgQIECAAAECBxFQAB9Ey7XLI2AmBAgQIECAAAECBAgQIECAQH4BCQkQIECAAAECBAgQOLCAAvjAZG4gQOC4BTyfAAECBAgQIECAAAECBAgQyC8gIQECBAgQIECAwOEEFMCHc3MXAQIECByPgKcSIECAAAECBAgQIECAAAEC+QUkJECAAAECBI4goAA+Ap5bCRAgQIAAgUUKeBYBAgQIECBAgAABAgQIECCQX0BCAgQIEDiqgAL4qILuJ0CAAAECBAgQmL+AJxAgQIAAAQIECBAgQIAAAQL5BSQkQGAmAgrgmTAahAABAgQIECBAgACBeQkYlwABAgQIECBAgAABAgQIEMgvIOHsBBTAs7M0EgECBAgQIECAAAECBAjMVsBoBAgQIECAAAECBAgQIECAwAEFelgAHzChywkQIECAAAECBAgQIECAAIEeCpgyAQIECBAgQIAAAQIECBxGQAF8GDX3HJ+AJxMgQIAAAQIECBAgQIAAAQL5BSQkQIAAAQIECBAgQODQAgrgQ9O5kQCBRQt4HgECBAgQIECAAAECBAgQIJBfQEICBAgQIECAAIGjCSiAj+bnbgIECBBYjICnECBAgAABAgQIECBAgAABAvkFJCRAgAABAgRmIKAAngGiIQgQIECAAIF5ChibAAECBAgQIECAAAECBAgQyC8gIQECBAjMSkABPCtJ4xAgQIAAAQIECMxewIgECBAgQIAAAQIECBAgQIBAfgEJCRCYqYACeKacBiNAgAABAgQIECBAYFYCxiFAgAABAgQIECBAgAABAgTyC0g4ewEF8OxNjUiAAAECBAgQIECAAAECRxNwNwECBAgQIECAAAECBAgQIHBIgR4VwIdM6DYCBAgQIECAAAECBAgQIECgRwKmSoAAAQIECBAgQIAAAQJHEVAAH0XPvYsT8CQCBAgQIECAAAECBAgQIEAgv4CEBAgQIECAAAECBAgcWUABfGRCAxAgMG8B4xMgQIAAAQIECBAgQIAAAQL5BSQkQIAAAQIECBCYjYACeDaORiFAgACB+QgYlQABAgQIECBAgAABAgQIEMgvICEBAgQIECAwQwEF8AwxDUWAAAECBAjMUsBYBAgQIECAAAECBAgQIECAQH4BCQkQIEBg1gIK4FmLGo8AAQIECBAgQODoAkYgQIAAAQIECBAgQIAAAQIE8gtISIDAXAQUwHNhNSgBAgQIECBAgAABAocVcB8BAgQIECBAgAABAgQIECCQX0DC+QkogOdna2QCBAgQIECAAAECBAgQOJiAqwkQIECAAAECBAgQIECAAIEjCvSgAD5iQrcTIECAAAECBAgQIECAAAECPRAwRQIECBAgQIAAAQIECBCYhYACeBaKxpifgJEJECBAgAABAgQIECBAgACB/AISEiBAgAABAgQIECAwMwEF8MwoDUSAwKwFjEeAAAECBAgQIECAAAECBAjkF5CQAAECBAgQIEBgtgIK4Nl6Go0AAQIEZiNgFAIECBAgQIAAAQIECBAgQCC/gIQECBAgQIDAHAQUwHNANSQBAgQIECBwFAH3EiBAgAABAgQIECBAgAABAvkFJCRAgACBeQkogOcla1wCBAgQIECAAIGDC7iDAAECBAgQIECAAAECBAgQyC8gIQECcxVQAM+V1+AECBAgQIAAAQIECOxXwHUECBAgQIAAAQIECBAgQIBAfgEJ5y+gAJ6/sScQIECAAAECBAgQIECAwK0FfEuAAAECBAgQIECAAAECBAjMSGCJC+AZJTQMAQIECBAgQIAAAQIECBAgsMQCpkaAAAECBAgQIECAAAECsxRQAM9S01izEzASAQIECBAgQIAAAQIECBAgkF9AQgIECBAgQIAAAQIEZi6gAJ45qQEJEDiqgPsJECBAgAABAgQIECBAgACB/AISEiBAgAABAgQIzEdAATwfV6MSIECAwOEE3EWAAAECBAgQIECAAAECBAjkF5CQAAECBAgQmKOAAniOuIYmQIAAAQIEDiLgWgIECBAgQIAAAQIECBAgQCC/gIQECBAgMG8BBfC8hY1PgAABAgQIECBwewFXECBAgAABAgQIECBAgAABAvkFJCRAYCECCuCFMHsIAQIECBAgQIAAAQI3E3CeAAECBAgQIECAAAECBAgQyC8g4eIEFMCLs/YkAgQIECBAgAABAgQIELhawCcCBAgQIECAAAECBAgQIEBgxgJLWADPOKHhCBAgQIAAAQIECBAgQIAAgSUUMCUCBAgQIECAAAECBAgQmIeAAngeqsY8vIA7CRAgQIAAAQIECBAgQIAAgfwCEhIgQIAAAQIECBAgMDeBWgC3Nxl8cpPzThMgQGA+AkYlQIAAAQIECBAgQIAAAQIE8gtISIAAAQIECBAgMF+BZjyexGS885Cu8532wVv1xO5e39oIECBAgMB8BYxOgAABAgQIECBAgAABAgQI5BeQkAABAgQIEFiAQPP2X45oJ7X5bWvz29QnlrP1pWuESz1u1r2er682AgQIECBAgMB8BIxKgAABAgQIECBAgAABAgQI5BeQkAABAgQWJdB8zRMvxTP+6Tje8ubNmFyqj53cXV9W6r5Vm+Hu2BXB9aONAAECBAgQIECAwKwFjEeAAAECBAgQIECAAAECBAjkF5CQAIGFCjQro9Pxu/9lEi94+oPxFY9/f/zmL4yjXR/V8ncSMVm9yWTqdzf5xmkCBAgQIECAAAECBAjsR8A1BAgQIECAAAECBAgQIECAQH4BCRcv0Gyur8eoKdGM747ff9ud8TVPuhBP/+xz8atvPhlt7Xnb8STa7peB6/vw16DDDwECBAgQIECAAAECBAgcWcAABAgQIECAAAECBAgQIECAwJwEmqYZxcrKapT6X8RKrDSn452/fSpe/JXn4xmfcz7+83+orW/XBJeuAa6zqB8jmvqm+9z9W8HdsX488mYAAgQIECBAgAABAgQIECBAIL+AhAQIECBAgAABAgQIECAwT4FmbWUlYlxL3LaNUvdRM4mmHUW7flctgkfx/CdvxDM/q41f+9lxTNYjJht1OvXyaDfrm0t17z7Ug43AUQTcS4AAAQIECBAgQIAAAQIECOQXkJAAAQIECBAgQIAAgbkLNJNa/rbtZPr7v6X7G8/NuYgynn5uJ0207Ur817dPpv9G8DM+/y/i995xsbbAUX9K3bs2uPtt4PrWRoAAgUMKuI0AAQIECBAgQIAAAQIECBDILyAhAQIECBAgQIDAYgSatm13ntQVuaOIrXvq52ZaAI9iNUoZxWjURNm6K/7g7ffE//bZJZ7/xRfij95Rr20fVq/diq43nr7sDlXP2ggQIECAwD4EXEKAAAECBAgQIECAAAECBAjkF5CQAAECBAgQWKBAs/2ssn2Yvl7zfm+p267EeONk/KdfKvHkz3goXnLfQ/HgX67Vu8Z1r/eV7s9C772hnrYRIECAAAECBG4o4CQBAgQIECBAgAABAgQIECCQX0BCAgQIEFi0QC2A6xa1vL3Jk0eliVH9fhRNPdZ9FDGanIqVcmf8whtOxxd++l/FD3zzxbh4NqLdWq0vpe51sK4H7vb61kaAAAECBAgQIEDgKgEfCBAgQIAAAQIECBAgQIAAgfwCEhIgcCwCzdVPreXt1Seu+VS/3y11y0ZEKTHeuDNe/8oT8cR/cDZ+7se3or3lLwFPwg8BAgQIECBAgAABAsMWkJ4AAQIECBAgQIAAAQIECBDILyDh8Qk0pZTa4zZRYhSllIjSNbyTaNtuH+8co/7U76Lu3fd1byYnoqmXjjfXohmtxtn33Rnf+bzNePpnPRTv+LVaBI/HMenK4K7z3aq3R724O0R3YvrGCwECBAgQIECAAAECBAgMS0BaAgQIECBAgAABAgQIECBAYM4CzfXj7xa1e7+pxW9X/u49Nf1c6mvZOVuHak/GO///lXjm4y/Ei59+Me7/y/pVLZLrRfVNd1231+vqpyubdwQIECBAgAABAgQIECBAgEB+AQkJECBAgAABAgQIECBAYBECTbS1lO32y0+rn6eN7d7j5S+ve1NqX9z9JvD2XqKZrMVquTN++U0n44mfvhmvfcVDMV6vF42j/lyKaOv7usXuXs/aBiwgOgECBAgQIECAAAECBAgQIJBfQEICBAgQIECAAAECBBYmcJNfx+3K324Ou8fu/T73dlRL3hKjZiU2Lq3Gj7y8iS/5jIfiN39xPSJO1u/q4fK2twX2p6Evs3hDYCACYhIgQIAAAQIECBAgQIAAAQL5BSQkQIAAAQIECBBYrMDVBXD3m8DdfoQ5lDpit4/qcaVpYzJp4i/+6K74uic/GN/0jAfigT8v0W7UB3R9b+neXNgpheuJutVvbAQIECCQX0BCAgQIECBAgAABAgQIECBAIL+AhAQIECBAgMAxCNSadp5PLVHGp6P7i9Kr5d74xX/bxBd+2oPxhu/fjEvnImJ8ImJyR31jI0CAAAECBIYjICkBAgQIECBAgAABAgQIECCQX0BCAgQIEDgugSZKG9M99vx0vwW8u+85fZi3pY7TdDeOI1bbe2Kyfle85js24r4vOBd//P/W/ndzI9rJekS7EtFcrFe2dbcRIECAAAECBAikFBCKAAECBAgQIECAAAECBAgQyC8gIQECxyrQzP3ppT6hdrpt1JfRpSjNZu2b74g/+q8r8ZTP+qv4/m+8EOOLJ+pFtSFuT9Vjd0M9TDd/E3rK4IUAqgS5vAAAEABJREFUAQIECBAgQIBAAgERCBAgQIAAAQIECBAgQIAAgfwCEh6/wJUCuNSCdu++z7m1ba12b7fX8rdeEu1kre6jmN6ztRajycPjp37odHz54ybx1p/feeBWPdapRNRCOK5Mr561ESBAgAABAgQIECBAgEA/BcyaAAECBAgQIECAAAECBAgQWJDAghvW7rd7u71L1x3rXkvhP3lnxNc8MeJbnnUpzt4f0Xbd72RU33TX2QkQIECAAAECBAgQIECAAIH+Cpg5AQIECBAgQIAAAQIECCxSYMEF8DXR2rJd9o6bWFndiF/8qYgv/8yL8R9/pvs14IhJVwR3vw28dw8/KQSEIECAAAECBAgQIECAAAECBPILSEiAAAECBAgQIECAwMIFblIA18Z1989Bz3NKZRxNM4laA8f0T0TXl/e+Zz2+4Znn48XPeDA+8L768DqV+lq3y2+ueV8/2ggQ6JWAyRIgQIAAAQIECBAgQIAAAQL5BSQkQIAAAQIECBA4HoErBXBbdmbQFa17953TczmUKE1b94gmTsQoVqMpp6JpT8Qv/3SJZz++jbf+0qWI8TiibES0UfdJfdmqx3qop+urjQABAgT6I2CmBAgQIECAAAECBAgQIECAQH4BCQkQIECAAIFjFLhSAF83iWnbWs92x3qYy1bqqN1eD3u37pHtSvzpuy7F1z/lYnzPC8/HpQ+c2L6idAXwKKI7jtZjuwmuBxsBAgQIECCw5AKmR4AAAQIECBAgQIAAAQIECOQXkJAAAQIEjltg+geYJ3GDEnZhM9v77BKj7r8yiqZtotQieLJ+Kt70w6fiaY97KN7x61sRk5WYbE0iut9YnnSl8N77ww8BAgQIECBAgMAyCpgTAQIECBAgQIAAAQIECBAgkF9AQgIElkKgmc6iFq11m75dlpeu1i1dMV2L4Jisxnv+ZC3u+6Kz8fpXXIx2cyWinK97LYKjm3m3Ry2F624jQIAAAQIECBAgQGCpBEyGAAECBAgQIECAAAECBAgQyC8g4fIINFE2ojQ7BWqplWuJKKVEs7OXUi+p70spUcr1e8zsp9SRdva21GeNosRKlFL3Or92vBKTjXvi1d+2El/9hRfjL37/TLRbTb2n+zPQDyp/q4SNAAECBAgQIECAAAECSyZgOgQIECBAgAABAgQIECBAgMCCBZqP+Xtb0ZZaojaT2KmB5zyF/Qxf6kXd3hW83bF+rFuJUoveJt7x9kl8yePeH7/80+OI8cn6zamIsln37jeCww8BAgQIECBAgAABAgQIECBw7AImQIAAAQIECBAgQIAAAQLHIdC8/MdPx7961Sge89hLsTm+PyZtLVWPYybTZ9aCtyt5r9qnX0Qppe5trK6MomzcEeML98Y3f9XF+K6vfTDG59ZisrEabVu2L/a6vAJmRoAAAQIECBAgQIAAAQIECOQXkJAAAQIECBAgQIAAgWMTaLaajfjkz2zi+950Op7/3Sfi9N2bMY5L0e78d2Vm3e8Hd/vkyqm5vOtK3N197wN2zjXnIurb0k1l80y8+cc340sf90C8513jqA1w1Je62wgQWEYBcyJAgAABAgQIECBAgAABAgTyC0hIgAABAgQIECBwvALNyspaRBl1W3zG4++In/zN0/Hlz48YnX4otsoDEbUOnpaqpRas3Z+KrsVwPXlMW4mY3BHTAri+bZr6dnJ3/Nk7z8RT/+n98XOvr3MctzEeb9RZboYfAgQIEFgaARMhQIAAAQIECBAgQIAAAQIE8gtISIAAAQIECCyBQBO1RK1taXSlalvaKKcuxeOfcTJ+9D/eFf/L552MycpDMWm2ItqVunf/3u4ojvenNr9XTaB+rnO79OC98a1ffS6+5b7zMVlfq3Hq+auu84EAAQIECBA4HgFPJUCAAAECBAgQIECAAAECBPILSEiAAAECyyLQ1b+X51JKiVE5GW3bxD2PauK53306Xv0z98RHfuxfxTjOR1m9GJP637htYzl+2jrfSYyazVhdezDWVs7Ef/g/Szz1n2zF+95VC+tJnWV7zV4/2ggQIECAAAECBBYk4DEECBAgQIAAAQIECBAgQIBAfgEJCRBYKoHtAvhyoTuO6H7bt5tiV5yWNj78oyL+9b/9G/GC712Nh33QerRlM6Kej8s/3YX1Q1vqy6K3+uzmXMRkre6nokxWayF8Jt79zogn/KP3xq/9+616/mZz6trhm33nPAECBAgQIECAAAECRxVwPwECBAgQIECAAAECBAgQIJBfQMLlE2iidqhRanlbt2jqS1mJ0tXC3V96bkZRP0ZZjfj0z12LH/qFe+JffGnEiTseiM3JRkzKVrTl0kJTtbWsvrKXaLfuirb7bzKK2PmutKOYXLo3Xvi0C/GD37YeUTvry5PU+16m8IYAAQIECBAgQIAAAQJzEjAsAQIECBAgQIAAAQIECBAgcEwCXdW759F7PtYuePrF7rEWxSfvjHjqC0fxfW+8J/7ep12KNjbqJfWeUkvWMq4FbL34pr8JXC+dy1afPx23Pnt6rC91rlHnUSZn4vWvuhRf/YWb8dd/Vs93W3O+vnaNcHd9nXNohCuIjQABAgQIECBAgAABAgQIzEjAMAQIECBAgAABAgQIECBwnAK77elVc+j606tOdB+6vrTbRxfjw//OKL79R+6KF33PibjzYQ9GO/0V252hrvrz0N2Ni927WezupSuBN++K3/71UTz7C9bjD99W57J5R7Tj7reFt2phXY/RXV3P2+YrYHQCBAgQIECAAAECBAgQIEAgv4CEBAgQIECAAAECBAgcu0ATpc6h2+thf9taveyhiLU2PvWzR/HaX3pUfPaTmpiMzsZk998PrlfUdrW+3rBKrucXtNUCOLq9lrx/8Sdt3PfEB+M//fwkStNEdP+W8STqNI95jnUKNgLZBeQjQIAAAQIECBAgQIAAAQIE8gtISIAAAQIECBAgsBwCtQndmcieErjc6M8idz1pt8eJesOdda831LtP3xvxzG++I17xo3fHf/dR69H9u8BlFFFGF6M0kyj1slJKPd54j3n+lDrhbo96bE/EpbNn4vlPvRD/5qXrEZOT0TYXIkr3J6Ensf2zVQ+77+tbGwECBAgcVcD9BAgQIECAAAECBAgQIECAQH4BCQkQIECAAIElEqgVbXT16A2m1BWhe/cbXLJ7qhbBH/2pJb7v390RT/iKiObE+yMmd9Rva/HavbZttHWvb495K3Fi9Uz8yMvbeOFT1mPz3Mk6nyZqE1z3+ja6vKV7YydAgAABAgSOLGAAAgQIECBAgAABAgQIECBAIL+AhAQIECCwbAK1/dzpPmcws9Uz4/ji5zXxsh97VHzkR7cxbiexVYvfca2Yp3t9P4PHHGmIrfWIpj0Rv/ELq/HMf/5gvPePT9RyehxRNiIm3Z+3LuGHAAECBAgQIEDgiAJuJ0CAAAECBAgQIECAAAECBPILSEiAwFIKTAvgo1ee3W/6btaA07/9HH/7E9p45ZtKPOmr2jhx6lI9vxXTZ5Tuum6vp45lq89u6nzGJTY3SvzB/7caz33ihfi936wMk9WoPfWVWdVLr3zwjgABAgQIECBAgACB/Qq4jgABAgQIECBAgAABAgQIEMgvIOHyCjS1+twuZ6+aY3f2mr1rcLt973WXS9Luzcrlb0odsTkZ8aRnn4zv/alT8ZiPuz9W1jZjZaWNSbO+3bN2t9S9lHr1LfbLg87kTakl71pE08bqqInVcjre/Qd3xLP+5f3xGz/bTSYixnW/vHV/EvryB28IECBAgAABAgQIECBA4NYCviVAgAABAgQIECBAgAABAgSOWaBreQ8/hbJ7azfM5Q+7JyPq6Y98bMR3vvbeeMIz2yirD9TvRtE2mxEltn/a7cPiXuuD67b7vFEtgtutU/H1TzsXP/ryrejK4e2Guruim9xVjXB30k6AAAECBAgQIECAAAECBAhcJ+AEAQIECBAgQIAAAQIECCyDQK1oZzyNUse7ai9x5p5RPOE5J+K7f+yeuPdD12NlZfs3a7t69XIRXG9b+NaWad/bjE/HaHJH/OB3RLzqm89GuxkxLYHbUX3T7fVgO5yAuwgQIECAAAECBAgQIECAAIH8AhISIECAAAECBAgQILA0ArMvgK+LVsveshHtZBwf9fER/+bnz8T//M+3Ytw8GJP63/bl0yp4++0iX8ue55ZxRNmKn3j1OF78zPPX/Cno2P7Zc/n2Ca8ECNxKwHcECBAgQIAAAQIECBAgQIBAfgEJCRAgQIAAAQIElktgAQVw94jViGY03VfvinjOS+6IF33P6bjngx6IGE1iq93YUeka1loY73xayGG3BG5XopmsRTs+FW9580o850l/Gefv72bQzafOr5ta6T7bCRAgQGAfAi4hQIAAAQIECBAgQIAAAQIE8gtISIAAAQIECCyhQLOYOZUopdRHdXstVJs2PvWfrcT//qZHxN/5xEtRRlvRrFyI0mxGW4vWtnupVy9sm5bA3dzqPjkR0Z6It/3ymXjG5z0U7/mjjmgton4VfggQIECAAIF9CLiEAAECBAgQIECAAAECBAgQyC8gIQECBAgsq0DXbi5wbuP6rFoAl9qm1u0RHxrxnT92Op7xgtVYOdnGJJrorhhHG+NaAnd7vWGhWzMZ1VlsxMqoxJ+/82R83ZMuxZ/9bhsxmUTb7XVeCy+oFyrgYQQIECBAgACBIwi4lQABAgQIECBAgAABAgQIEMgvICEBAkst0Cx2dqP6uG7fjJj+1m1ErER83petxbe85kR88Ee+N6Jcitq01mPE5Wti56f2sDvv5nNoaytdt4g6x0mdWJT40z8ax3O+aBK/99YSpTR7njvvyex5lLcECBAgQIAAAQIEeiBgigQIECBAgAABAgQIECBAgEB+AQmXX2Bvo7mg2Zb6nFqudr8FvOfpj/2UlXjNv//Q+MR//IFoTp6t13TbVkzGJSZRug8Rk3qc9q7Tl+1zs36dFtMlmna17qO63xF//f5z8ewn3B9v/cWNiK0SpZSIqCX2pB5sBAgQIECAAAECBAgQIECAAAECBAgQIECAAAECBAgQWBKBZn7zuNXIXYF6zfe10109FfFtP/Ah8WXPvSNO31kL1ljdvqh+V5vXiNFWROn+SHR3ottjtj/T8rcbstSXnb3pWt4mLp27M174tK14+1vq87tTk7Vo6xS6vV5sI0CAAAECBAgQIECAAAECAxUQmwABAgQIECBAgAABAgSWSeCYCuA9BDs9a+weVybxL778ZHzTa0rc+ciz0axtxaQdRymjKE1b94hSmijTvbsp5vTTRpSN6b8H3GzdGaP6qI1Lk3jek8/Gr/5sLaK7Eji6l0ktguu14ecqAR8IECBAgAABAgQIECBAgACB/AISEiBAgAABAgQIECCwdALN0s2orVNqJvGxf381XvUz98RHf9KliNVztQRuatG6GtGu7Ey5K1933s7lUBvfyVrE5OT26N37+uxm/PB48Zg3tOwAABAASURBVFeei594zflaRnfFb71u+4r62n2uBxuBgQuIT4AAAQIECBAgQIAAAQIECOQXkJAAAQIECBAgQGA5BZqlm9a0T63TGkXc++iI7/zRM/H4L12LcZyrBXBEV7G23Z+BLlt16t2nepjXtvsnoXeOzeREbG1GTC7eE6/61q14w/eNIzZLTLbqcTqHD9TXOc+pPsFGgACBJRYwNQIECBAgQIAAAQIECBAgQCC/gIQECBAgQIDAEgvUpnWJZ1enVlYn8fQXnYoXfM+pKKffdaUArpVwxLQtjrn+7JS/MT1OIppaPNd9vHF3vPqll+J1r9yIppQ6hQt1f1jdu/f1YCNAgAABAoMTEJgAAQIECBAgQIAAAQIECBDILyAhAQIECCy7wNIXwE1TC9Uyjn/wOaP4gX/3EfGID7sQbS1cJ3Eq2uZi9d37G7d739evZr21o2gmK9N91NQyePOu+KHv2IjXfXd97vhkdL+i3LZtPdTPs3628QgQIECAAAECyyxgbgQIECBAgAABAgQIECBAgEB+AQkJEOiFQLPcs+yK1Lq3pZaqEY/+7yNe+ZOn4+M+5WxEuVQL4I3Y/qnXxN59++zMX0stfVfunw5bor6v70p7R/zQyy7Fj7xsK2KrltX1XG2Cp6+xc83OBwcCBAgQIECAAAECKQWEIkCAAAECBAgQIECAAAECBPILSNgfgR4UwLVULU2UUURZi3jEh23ES3/43vgn/3IrmmYSk7aJSanl67QAbiLm+meh61zGd9dH1LJ50kRp2+mff27iTPzwy87HT7x6sz69ROmK4uh+mu7FToAAAQIECBAgQIAAgawCchEgQIAAAQIECBAgQIAAAQJLJjCHhnKWCbvple0Bdw4RK9PtvpeciS//2tMRq+/f/n4yinZcop3UC9u6b5+dw2uzZ8xJRBlP92bysPjhl2/Er//cRky26hzDDwECBAgQIECAAAECBAgQyCwgGwECBAgQIECAAAECBAgso8DeNnMZ53eDOdXCtWkj6sw/72kr8e0/+PBYO302xnEp2nq6jUm09dP2jfXE9ps5vJaIdhSlFs9N3Ut95sa5O+L7vnEz1s/X59ZuOLp9Dk9e6iFNjgABAgQIECBAgAABAgQIEMgvICEBAgQIECBAgAABAksrUGvUpZ3bTSbW/XZtLYFrx9oVsB/3P0V8/xvvjQ97TGz3rV0vO/2uu/3ym+7D7PfuTz2vfGA6bn1sdPt7/qSNn//JizH90J0IPwSGIyApAQIECBAgQIAAAQIECBAgkF9AQgIECBAgQIAAgeUW6GEB3LWqo9gtWMtKEx/+2HF8x4+cjI987IPRrIxjPKnF76S7rh5jnj/1GdN/E7h7RplOKcan442vORHjjXG07VZEN4Vu7y6xEyBAIK+AZAQIECBAgAABAgQIECBAgEB+AQkJECBAgACBHgj0sADuVEv3Uvdx3WvJGk088iM241VvPhOf8GlbsbpWv6/J2rYWxdu1bL1uXlt91nTo+sB6bEoTf/7us/Gu3yv1yaWe0f5WBBsBAgQIpBYQjgABAgQIECBAgAABAgQIEMgvICEBAgQI9EVgu7Xsy2yvm2dX8K7Ws1u1bF2J5uQkvuH7T8U//NytaFfPx2RSol10/1qf17Sn4h3/+WK0XT9dZ1YnaCNAgAABAgQI5BSQigABAgQIECBAgAABAgQIEMgvICEBAr0S6HkBvGu9GjHuftt2PU7cdS6+9mVr8aRnrcToxPkopTayl/8Oc/d+9575HLtZxGQ13vvuJspKV1DP5zlGJUCAAAECBAgQIHDcAp5PgAABAgQIECBAgAABAgQI5BeQsH8CTf+mfJMZr3TnT9eXM1Fq7/rE+9biqc8bRVk7HyunLkSUSd0vRUzL4HqY01aqaKkv58/VN+P5F85zimFYAgQIECBAgAABAgQI3ErAdwQIECBAgAABAgQIECBAgMCSCtSWclYzW4Zxyk6/W48rJT7/qSfjRd97Isbtej1fo467grh+N++pdmXzqD6zLOBZ885ifAIECBAgQIAAAQIECBAgcJWADwQIECBAgAABAgQIECCwzAK1FV3m6R10bm1E6X7LdyOmPysRn/yZa/Gtr747RiceiEn9rutkSylRyvY+vW6mL91vGm/EnffUeYxmOvByD2Z2BAgQIECAAAECBAgQIECAQH4BCQkQIECAAAECBAgQWHqBZAVwqeAn6z6Oy3/puZawf/fT23jpa++JOx9Wy9nLX9TLrnrffT7q3kbbbNWieSv+9mPvieged9Qh3U+gBwKmSIAAAQIECBAgQIAAAQIECOQXkJAAAQIECBAgQKAfAskK4F30UxFdFxz1p41oRqvxMZ/UxMvfWOJhH3IhNsdbMe1+m0vbF9TXWWxtKXXYcUzKOD7649di+98djrg8l/BDgACBdAICESBAgAABAgQIECBAgAABAvkFJCRAgAABAgR6JJC0AN6zAmX7fVkt8ejHnIyXvf5MfMjfejC6crYdd78tXGJWP7VrrkOdir/7KW084kPaaMt6/bx9tr6xESBAgACBZALiECBAgAABAgQIECBAgAABAvkFJCRAgACBvgnkL4C7Fek63trDllGJD/5bES993Zl4+N/882hXLsSktNH9pebdvbv8KHtZOR+f+8RT0yG6x07feCFAgAABAgQIZBOQhwABAgQIECBAgAABAgQIEMgvICEBAr0UGEYBvLs0tQSejCfxNz5iNb73DR8Wj/yQs/WbrvqtX0S314/Xbd35vfu1F2x/13b3l834xE9r4pP/YS2AJ139u1Yv7o71YCNAgAABAgQIECCQREAMAgQIECBAgAABAgQIECBAIL+AhP0VGE4B3PWwNW1T6pva+T7i0SW+/bV31xK4fljZikk7ibbukyjR7dtLul3uRlfuXrXXb9s6Tv26bS7FpO7dn5R++IfeH/e95GRE7X0no+6u+lIvtREgQIAAAQIECBAgQCCJgBgECBAgQIAAAQIECBAgQIDAkgvUSvSoM+zZ/bW3ja4ErtN+9GPuiFe8YS0eWYvb0mxEV+LGAX9qB1zvWInTd1+KF77sEfHIR5Uo9YyNAAECBAgQIECAAAECBAjkEpCGAAECBAgQIECAAAECBPogMLwCuKn1bN12F+feR0e8/Mc/OD76E9poV/56+lvAu9/t5zhuL8QHf/jZeNmPn4yP+aTKWceuW9R3wyiC94PkGgIECBAgQIAAAQIECBAgQKDfAmZPgAABAgQIECBAgEBvBLqesjeTnf1Eu9L3Ytz76EvxXW84HV/8lQ+PlVPrMSndPqnHuPEebUyazZisPBj/7ItW41U//cj4m48ZRTSVs8x+lkYksKwC5kWAAAECBAgQIECAAAECBAjkF5CQAAECBAgQIECgXwK1sezXhGc72xJNnIwSazFaa+OJz16LH/uVU/GlX7MRj/6o8zFuHoj18UMRo40Yx6XYai/U4vfB+KCPmMTnfNmFeN2v3hX3veSuOHlPRLMW2z/bfxM6ake8vW+f9UqAAIFsAvIQIECAAAECBAgQIECAAAEC+QUkJECAAAECBHoo0PRwzjOecqnjlSil1GPE3R8U8b9+1Z3xA//XnfHGtz0iXvnGe+LrXrFV9834ztefite95Z547a9GPPMbTsa9HxaxOZnEuJa+7fbt0zGm5e/2O68ECBAgQCChgEgECBAgQIAAAQIECBAgQIBAfgEJCRAgQKCvAk1fJz7LeZdSpgVwPUSz0o28GaPV9XjYoyI+9u9H/KPPujP+8WffEx//P67EBz+6+7775d42SrMZzahEUxVLie2f7rh3b+vpbq8HGwECBAgQIECg9wICECBAgAABAgQIECBAgAABAvkFJCRAoNcCtbrs9fxnO/kyqeN1+2o9dn/T+XzEbpnbSXX7tMzdPlliNZp6QRN+CBAgQIAAAQIECOQXkJAAAQIECBAgQIAAAQIECBDILyBh/wV0l1etYcfR7d3J7ng6ar873Uv9ON1H9WMZ1dNdQVzqMW79U+rX3V4PNgIECBAgQIAAAQIECPRUwLQJECBAgAABAgQIECBAgACBngjUWvOwMx3Cfbdqbm/13RBsZCRAgAABAgQIECBAgACBYQhISYAAAQIECBAgQIAAAQJ9ElAA92m1lmmu5kKAAAECBAgQIECAAAECBAjkF5CQAAECBAgQIECAAIHeCSiAe7dkJkzg+AXMgAABAgQIECBAgAABAgQIEMgvICEBAgQIECBAgEA/BRTA/Vw3syZAgMBxCXguAQIECBAgQIAAAQIECBAgkF9AQgIECBAgQKDHAgrgHi+eqRMgQIAAgcUKeBoBAgQIECBAgAABAgQIECCQX0BCAgQIEOi7gAK47yto/gQIECBAgACBRQh4BgECBAgQIECAAAECBAgQIJBfQEICBFIIKIBTLKMQBAgQIECAAAECBOYnYGQCBAgQIECAAAECBAgQIEAgv4CEeQQUwHnWUhICBAgQIECAAAECBAjMWsB4BAgQIECAAAECBAgQIECAQM8EDlEA9yyh6RIgQIAAAQIECBAgQIAAAQKHEHALAQIECBAgQIAAAQIECPRRQAHcx1U7zjl7NgECBAgQIECAAAECBAgQIJBfQEICBAgQIECAAAECBHoroADu7dKZOIHFC3giAQIECBAgQIAAAQIECBAgkF9AQgIECBAgQIAAgX4LKID7vX5mT4AAgUUJeA4BAgQIECBAgAABAgQIECCQX0BCAgQIECBAIIGAAjjBIopAgAABAgTmK2B0AgQIECBAgAABAgQIECBAIL+AhAQIECCQRUABnGUl5SBAgAABAgQIzEPAmAQIECBAgAABAgQIECBAgEB+AQkJEEgloABOtZzCECBAgAABAgQIEJidgJEIECBAgAABAgQIECBAgACB/AIS5hNQAOdbU4kIECBAgAABAgQIECBwVAH3EyBAgAABAgQIECBAgAABAj0VOEAB3NOEpk2AAAECBAgQIECAAAECBAgcQMClBAgQIECAAAECBAgQINBnAQVwn1dvkXP3LAIECBAgQIAAAQIECBAgQCC/gIQECBAgQIAAAQIECPReQAHc+yUUgMD8BTyBAAECBAgQIECAAAECBAgQyC8gIQECBAgQIECAQA4BBXCOdZSCAAEC8xIwLgECBAgQIECAAAECBAgQIJBfQEICBAgQIEAgkYACONFiikKAAAECBGYrYDQCBAgQIECAAAECBAgQIEAgv4CEBAgQIJBNQAGcbUXlIUCAAAECBAjMQsAYBAgQIECAAAECBAgQIECAQH4BCQkQSCmgAE65rEIRIECAAAECBAgQOLyAOwkQIECAAAECBAgQIECAAIH8AhLmFVAA511byQgQIECAAAECBAgQIHBQAdcTIECAAAECBAgQIECAAAECPRfYRwHc84SmT4AAAQIECBAgQIAAAQIECOxDwCUECBAgQIAAAQIECBAgkEFAAZxhFeeZwdgECBAgQIAAAQLtmJC4AAAQAElEQVQECBAgQIBAfgEJCRAgQIAAAQIECBBII6AATrOUghCYvYARCRAgQIAAAQIECBAgQIAAgfwCEhIgQIAAAQIECOQSUADnWk9pCBAgMCsB4xAgQIAAAQIECBAgQIAAAQL5BSQkQIAAAQIEEgoogBMuqkgECBAgQOBoAu4mQIAAAQIECBAgQIAAAQIE8gtISIAAAQJZBRTAWVdWLgIECBAgQIDAYQTcQ4AAAQIECBAgQIAAAQIECOQXkJAAgdQCCuDUyyscAQIECBAgQIAAgf0LuJIAAQIECBAgQIAAAQIECBDILyBhfgEFcP41lpAAAQIECBAgQIAAAQK3E/A9AQIECBAgQIAAAQIECBAgkETgFgVwkoRiECBAgAABAgQIECBAgAABArcQ8BUBAgQIECBAgAABAgQIZBJQAGdazVlmMRYBAgQIECBAgAABAgQIECCQX0BCAgQIECBAgAABAgTSCSiA0y2pQASOLmAEAgQIECBAgAABAgQIECBAIL+AhAQIECBAgAABAjkFFMA511UqAgQIHFbAfQQIECBAgAABAgQIECBAgEB+AQkJECBAgACBxAIK4MSLKxoBAgQIEDiYgKsJECBAgAABAgQIECBAgACB/AISEiBAgEB2AQVw9hWWjwABAgQIECCwHwHXECBAgAABAgQIECBAgAABAvkFJCRAYBACTUxqzrbu1203PHndVU4QIECAAAECBAgQINBvAbMnQIAAAQIECBAgQIAAAQIE8gtIOByB5gVf9kCcfV9EO94J3R277rct9eTOOQcCBAgQIECAAAECBAgQyCggEwECBAgQIECAAAECBAgQIJBMoPm1nzsTz/r8C/GePx5vl8Cj9YjSNcCx89P9ivDOWwcCBAgQIECAAAECBAgQIEAgiYAYBAgQIECAAAECBAgQIJBRoGknW/GeP1yLpz7ur+Ltv7QVsXkiYlL2ZPXPBO/ByP9WQgIECBAgQIAAAQIECBAgQCC/gIQECBAgQIAAAQIECKQVqO3uOKJsxsb5u+OFT1+PN79+I8aXIqJs1CI4InZ/GXj3WE/ZCBDIKSAVAQIECBAgQIAAAQIECBAgkF9AQgIECBAgQIAAgdwCTTNZi9KuRrvVxMXza/E9L4h43StrKTxei7ZZj7ZcjMv/PnBuC+kIECAwZAHZCRAgQIAAAQIECBAgQIAAgfwCEhIgQIAAAQIDEGi6jNt/8LlEiSbGW2vxA9/1YDzvSx6IrXMnItq6jzbCDwECBAgQIJBVQC4CBAgQIECAAAECBAgQIEAgv4CEBAgQIDAUgaaptW9pI7o92km0sR6rcVe89f++I178FRfi/AP1u5jUIjjqz8V6rBfXrV5Y39dTNgIECBAgQIAAgf4KmDkBAgQIECBAgAABAgQIECCQX0BCAgQGJdBELYCj/pRSX2qr25YL9c0oJu2leOuvtPGcL9qM9/7xyXqu207Ul+mF9WgjQIAAAQIECBAgQKDPAuZOgAABAgQIECBAgAABAgQI5BeQcHgCTVv73La2v93elFGMJndGacbRlNOxtXEi3vmOEs/6gg/Ee98V0Y4r0KTuZat+qMfuN4O7g50AAQIECBAgQIAAAQIE+iRgrgQIECBAgAABAgQIECBAgEBSgabUArjLVsrOm53fCI56LNHE1vpq3P8Xd8R9T3gg3v07zXbx2462j6Vrg7u/Bx1+CBAgQIAAAQIECBAgQIAAgV4ImCQBAgQIECBAgAABAgQIZBaoje5u8XslZlM73W4vbRtrJybTfx/4/e++K579RRfjd966WcvfcURX/o5X6vt6f70+/PRbwOwJECBAgAABAgQIECBAgACB/AISEiBAgAABAgQIECCQXqAWwLfJOBlFjC5GKSUeeuBEPO+Lt+J3fqPe1nb73nsnez94T4BAjwRMlQABAgQIECBAgAABAgQIEMgvICEBAgQIECBAgMAwBGqLe03Q6Z93rqXv7rH7enxntNPf8i2xfuFUfM2T/zre8ZttTOJixPR8d9HlN90HOwECBAj0Q8AsCRAgQIAAAQIECBAgQIAAgfwCEhIgQIAAAQIDEri+AL42fOlOTF9qCVxL30nExvl747lfci7e/ivdn4Duvq97VxjHuL6pF9RXGwECBAgQILDsAuZHgAABAgQIECBAgAABAgQI5BeQkAABAgSGJlAL4K7c3d33xC9tRLfH1T/dbwK3WxGb587E85/yvvj9t29FOzlX91r8TkvgOuTVt/hEgAABAgQIECCwbALmQ4AAAQIECBAgQIAAAQIECOQXkJAAgUEK1Lb2BuXvHoru2ysfa8lbNiPqXW2UmFz60HjuEyfx+791Ksqknux+AfjKxd4RIECAAAECBAgQILCEAqZEgAABAgQIECBAgAABAgQI5BeQcLgCtbXdDV/qm52Pe3/zd1Kr3uketeQtdR9Fadto67m2Hs8/NIqv+sKH4rfeshHR1IK4Xa/fRURbdxsBAgQIECBAgAABAgQILJOAuRAgQIAAAQIECBAgQIAAAQLJBZqI/SYs9cLdvb7ttloUdyXw5sUz8dLnPRTv/r16cnJiu/ytXbASuHrYCBAgQIAAAQIECBAgQIDAUgiYBAECBAgQIECAAAECBAgMQaCJtpa6u3uXuJa6ETdrb+u13TV1735XuGkjmnIhuuN733UmXvCUjXj/n9Yvy0ZECT99EDBHAgQIECBAgAABAgQIECBAIL+AhAQIECBAgAABAgQIDEagia7w7fbLkWure/n9bd60TcT4rmhrgdy0J+Ldf9jGV37Be2sJvBbTArhshR8CBJZXwMwIECBAgAABAgQIECBAgACB/AISEiBAgAABAgQIDEugNrhd4Vv3Uvdp9u5Xd3f36Ymbv3T31L3Uy0szidXmZLz3XffG1z95PR54T8RkYyViOuzGzcfwDQECBAgch4BnEiBAgAABAgQIECBAgAABAvkFJCRAgAABAgQGKHClAN5uancIaqO78+72h2nDG6WO1F3bNE384TtG8aKvOBfjrvcd17OTtfrSfagHGwECBAgQIHDMAh5PgAABAgQIECBAgAABAgQI5BeQkAABAgSGKrBT294gfltL4G6/wVdXn6rXbf+953q6jWb0UKyUlfjdt63FC592NtbPdwVxt3cl8Nl6jY0AAQIECBAgQODYBDyYAAECBAgQIECAAAECBAgQyC8gIQECgxa4eQF8IJauBN65YXIq2rIR4621+C+/vhIvf9G5aMe1AK5bxOrORQ4ECBAgQIAAAQIECCxawPMIECBAgAABAgQIECBAgACB/AISEmji8m/v7ilxo/6U2th2e327/60bo6kjrsSo3ju+eCp+4SdLvO7lk4itiHbjdER9u//xXEmAAAECBAgQIECAAAECMxAwBAECBAgQIECAAAECBAgQIJBfYJqwiVrXbu8xo5+uBO72iLZt617i/3jFevzsj25EW7bb33p6Rs8yDAECBAgQIECAAAECBAgQIHBrAd8SIECAAAECBAgQIECAwJAEagE8v7il1OG3TsVk41S88hvPxm/9P9sFcNnuh+f3YCPfXsAVBAgQIECAAAECBAgQIECAQH4BCQkQIECAAAECBAgQGJxAbWjnm7nresvowdi4cHf8q2etxx/+7rlot3vg+T7Y6AQI3FTAFwQIECBAgAABAgQIECBAgEB+AQkJECBAgAABAgSGKTD/ArgpUdq7om1Hcf7sWrzwKREPvC+iVQIP8/84qQkQOG4BzydAgAABAgQIECBAgAABAgTyC0hIgAABAgQIDFhg7gXwtm3ZPkQT73lXE9903/0xGdcGuN057UCAAAECBAgsQMAjCBAgQIAAAQIECBAgQIAAgfwCEhIgQIDA0AUWVABHNKWJUkqMylr89lvujpd89QMRCuDwQ4AAAQIECBBYiICHECBAgAABAgQIECBAgAABAvkFJCRAgEAVaOq+Z5vseT+vtyXaSYlffNNm/Ni/fjBiEY+cVxTjEiBAgAABAgQIEOiBgCkSIECAAAECBAgQIECAAAEC+QUkJLArsF0At6V+rk3syvu2j/V1HlsT3XNKfa0l8Ma98epva+NtvzSJduxXgefhbUwCBAgQIECAAAECBAYvAIAAAQIECBAgQIAAAQIECBDIL3BVwtrJno8omxHtKGLrURHR1H2O27Rs7savzxnfGd/8nEvx/j8t9cTWzl4PNgIECBAgQIAAAQIECBAgQOCIAm4nQIAAAQIECBAgQIAAgSEKNN/wvSdjtHYhLpfAsfvT/Vbu3n33/NGOtfaNpg7bVb4lSpz7q5Px9U8ex/jiynYJ7R8GPhrw7e72PQECBAgQIECAAAECBAgQIJBfQEICBAgQIECAAAECBAYr0PwPj2viuS+9IyajczEptZmdUnTHSX3X7d373b2emtU2HbKN9fVJ/Mk7N+I7vu5cHbk7Weqxbt3berARIDA7ASMRIECAAAECBAgQIECAAAEC+QUkJECAAAECBAj8N/buLcauqgDj+LfWPufMpaWlECFi8BZRoomoDwomJpAQH7wk3gKJIUrFoE9AQxoJRKRcA6hcCoqRCCHEB4QYBRJtEB8ImsCLD7yoiVq8BJSaMtPO7Zy9l9/aM6cztMP0THtOhD3/07X2Xnvtvdfl9/plTxHY2AIxxKjzvlDo0p1bFGJPKQUHwT0plK5dSTmQ7VcN7Vd/Ceyx2+2WqrLQnkcrPfGQ58zBb655ypw/D21GBkIAAQQ2tACbRwABBBBAAAEEEEAAAQQQQACB5guwQwQQQAABBBBAQNF5r1II+uI3gy663Knr2D4pdUyTI9qcxLrpoDYfh189fliQ4oxitUU/uHlaL/yuUun8Wb6lOOspc8MnCgIIIIAAAggcowCvIYAAAggggAACCCCAAAIIIIBA8wXYIQIIIIAAAosC0cmrFJKKIuqrOwpdcMmYYntaKUhVKDTSX4qKqa1YTThiTlo4sFW3X3VQ81Oetc5960P/wmcKAggggAACCCCAwLoEeBgBBBBAAAEEEEAAAQQQQAABBJovwA4RQACBFQL5M19fOmh1kWPY7Vds1tnnjktxxrnwmOQ+9X8p9FvDOYdKKvZ5rODqtsd/ae+4bt2ZPwHOtXB/Lm7X68ttKgIIIIAAAggggAACCAwiwDMIIIAAAggggAACCCCAAAIIINB8AXaIwOECMah0xFtK0SGra2tSuu6+tj740UJl/beYfa9+y+ehh7BBKrdJqeUZgmJeSa+tZ/f09IsHPV/pALqesz5IzojFDwEEEEAAAQQQQAABBBBA4GgC3EcAAQQQQAABBBBAAAEEEEAAgeYLrLrDeKg3OGTN1R2xI11/z2adfsa0r9xfTEnBAfHSfQ31Fz2ag2CHv5LnirNSNa57b5zXn//gWzn1TV5Qnt8BtW/mTioCCCCAAAIIIIAAAggggAACCKwqQCcCCCCAAAIIIIAAAggggMBGFohKDmAP1eJQvrrpVOnm+7dp6yldEodT8gAACzFJREFUKW11PNtWKOYVnNWGEHxerMPFC4rlhKJz4KobdNOOKc1NF0rJa1DL63CV1yt+6xbgBQQQQAABBBBAAAEEEEAAAQQQaL4AO0QAAQQQQAABBBBAAIENL3BYmpqUWpXkHFhhXm97r3TdD9vqTB5UFedVpXGDBdcRFoe/SZWqstJLL05q9w37FHLo636FGTkFdqUggMB6BHgWAQQQQAABBBBAAAEEEEAAAQSaL8AOEUAAAQQQQAABBBDIAg6AXXLA6prqbLeOXx3BOgUOpT5wTls7bx9XUk/KIXBIWnwuvz6CGpNCCCriFpW9lvY8sknP/ybHvg6mNamU3M4H8UMAAQQQGECARxBAAAEEEEAAAQQQQAABBBBAoPkC7BABBBBAAAEEEDgkkNPfQxe5UQUHrI5/czspKLnxic8UunjHhHt77lnsc/eIS70QdefGdMu3XtHL/4hey7znzCvyqS45FK4bHBBAAAEEEEDgCAE6EEAAAQQQQAABBBBAAAEEEECg+QLsEAEEEEAAgdcKOAB20OpYV3X1pfIv9+XAtVrsLaSLLm/rvM8mVaHrIDaplyqVo/4S18toxaCpl7fp7mv3KaQxpdd8flzlxVIRQAABBBBAAAEEDhfgGgEEEEAAAQQQQAABBBBAAAEEmi/ADhFAAIFVBPqJ7yq3+l29xYbD2Ku/t1nvObOtuflZheCOsPJr3MXHhnX06B7K47empdTRc0939NRjc24v3vFNF993HO0GBQEEEEAAAQQQQAABBJYEOCGAAAIIIIAAAggggAACCCCAQPMF2CECrycQlSPgpRpCUOF/UWGpO0pqubpEKU5INz0gnfaOpJQcvoauKofAI/kOt0oKeeBqk5TnWJjUvbtaeuXvWhECB1/k6hMFAQQQQAABBBBAAAEEEEAAAQQQQAABBBBAAAEEEEAAAQQQaL7Amjt0rLvW/SNvn/xW6Zo7O4rtA1LV9ssjDmDzn3xOUoxRr/631O7rDzie9rR18Y36zAEBBBBAAAEEEEAAAQQQQACBjS7A/hFAAAEEEEAAAQQQQAABBBBwrroaQlj6/ler/Yqksz7e1iU7HQKP7/cTow1hcwRdV08TU0fPPBn11KM9Lf7l58LzU9YU4CYCCCCAAAIIIIAAAggggAACCDRfgB0igAACCCCAAAIIIIAAAksCOVtdag56ClJMuvDScZ1zfqUQu1rxSa5G/et0JnTndw7oX38tHQIfw/JHvUDGR+ANJMBSEEAAAQQQQAABBBBAAAEEEECg+QLsEAEEEEAAAQQQQACBlQLHmKAGhZZ05S0n6dTTDyjGnlQFKf+55pWjD7ldL9bzzB/YpB/f7KvKEyTXflnZ7vdxRgABBDamALtGAAEEEEAAAQQQQAABBBBAAIHmC7BDBBBAAAEEEEDgCAGnqEf0DdbhN7ecGLVr98mK7YNS/hJ4sDeP4yknvHFOKtt6+slZPfOEg2d3LQ7oNDhMuXmow20KAggggAACG1GAPSOAAAIIIIAAAggggAACCCCAQPMF2CECCCCAAAKrCzjGXf3GQL2F9O4PdXXZrklVxbTKMKfkf8vv5jA21+We422FqqMYkkLV0v23VZp/1SOWM1KVtzLmi+BKQQABBBBAAAEENqgA20YAAQQQQAABBBBAAAEEEEAAgeYLsEMEEEBgDYGcmq5x+2i3khRn9akvd3TupycUQlD+t/iW74Wum5Wr2z4eX/EYebxcU56l0It/mdWPbt3vYSflRFjSnKuf85GCAAIIIIAAAggggMBGE2C/CCCAAAIIIIAAAggggAACCCDQfAF2iMDRBI4zAJZCCFIxoytuGNcpp88oKahylY8a6i9Iqa1UuXqWdhHVDifoVz8L+uNzkkpXTeSDa1pR3aQggAACCCCAAAIIIIAAAs0WYHcIIIAAAggggAACCCCAAAIIINB8gYF2eJwBsENZbXIwO6nNb5GuveNEFWPTUnAaW3+p25KUpwg+D6PkcXJdHmv2YKHv7/q3erOeJ3WWb9BCAAEEEEAAAQQQQAABBBBAYEMIsEkEEEAAAQQQQAABBBBAAAEElgWcmi5fHFurP0RXZ35M+tLXCpVpn4dKDoYLn18b2LpjqKVTTOpvL2zVrx/pLX0FPNTh37yDsXIEEEAAAQQQQAABBBBAAAEEEGi+ADtEAAEEEEAAAQQQQAABBA4T6Ke3h3Wv57JS/cVv/vo2BW3fOan3f2SzqhBVxVJOgV1HWOovjdv6yXeD5qdWztMPnr2+ld20EdgAAmwRAQQQQAABBBBAAAEEEEAAAQSaL8AOEUAAAQQQQAABBBBYTWAIAfDSsDlvLaRivKtr7phUa2xKIVQOgqXRRrDJE0Tt3z+te26cXlpMntH99cxhqY8TAgggsCEE2CQCCCCAAAIIIIAAAggggAACCDRfgB0igAACCCCAAAKvKzCEADgP4eR3aYqqijrtjKTtO7apm+bdO6oANge8rqmj4CWMdU7Unp8v6IXf5768njx3z/NTEEAAAQQQ2CgC7BMBBBBAAAEEEEAAAQQQQAABBJovwA4RQAABBBBYW8DR6doPrO+uw9fg0LUKuuAbbZ119oKq1F3fEAM/7WA55aA3yrOq9DRp4WQ9cHupqpf/9LTvpTGP5ud8pCCAAAIIIIAAAo0WYHMIIIAAAggggAACCCCAAAIIINB8AXaIAAIIDCAw5AA4KIa25FFDq9LVt52kznj+EjdHtJJS8GFYxWOGHPQujRd8Xczo+Wen9eyTnqfyOty1dJcTAggggAACCCCAAAKNFWBjCCCAAAIIIIAAAggggAACCCDQfAF2iMCgAo5qB3100Of6Q0ad+k5p+5VOYVOpKlVKroOOsv7nkkI5oU7cpgfvXtDslEdIrpUPubpJQQABBBBAAAEEEEAAAQQaJsB2EEAAAQQQQAABBBBAAAEEEECg+QLr2mE/rV3XSwM/7NEv/PoWnfnhUkpRKXT9qgNZH4+/BA+Rq0918WTydQja+6dKjz/suaKrhjVfPQkHBBBAAAEEEEAAAQQQQAABBN4gAiwDAQQQQAABBBBAAAEEEEAAgSMFcmp6ZO8Qe6pK+vZd49q8bb9CcEBbj90PZfM517rzGA798ZZfjSoVe5N67IFKB1/Jfwb6yGeWn25giy0hgAACCCCAAAIIIIAAAggggEDzBdghAggggAACCCCAAAIIIPA6AiMPgEM76ZS3S5//yrh66YCXkQPffnU6XH+hm699a1jFme++l4N+ep/nG+r/OzysBTIOAqMRYFQEEEAAAQQQQAABBBBAAAEEEGi+ADtEAAEEEEAAAQQQQGAtgdEFwA5h5RpipdDp6aLLJvSu9xWq4oyqUC6uKVQ++6H8oFvDKCEEBe8qqqNfPlzon3u7Ugyqc2bl+XIdxkyMgQACCLyhBFgMAggggAACCCCAAAIIIIAAAgg0X4AdIoAAAggggAACRxVwVHrUZ47jgaQUu0qppWJCuvSqzb6e93iFFHpS1ZGGGP6q/i1uKX9TPD/T1kN3zaoqHQLX9zzn0OerB+aAAAIIIIDA/1GAqRFAAAEEEEAAAQQQQAABBBBAoPkC7BABBBBAAIHBBBbT0sGePYankuPWjkLwq65nn1/ok58bU9Kc+wpX94+w5OD5t4+39Z+9bc+ZJ/Ii8omKAAIIIIAAAgg0RYB9IIAAAggggAACCCCAAAIIIIBA8wXYIQIIILAOgdEGwMnD5xqS6gTW+evFl52gE7a6vyokX2ukv6SFhZ4e3D3l+b0GtTzbyCf1HBQEEEAAAQQQQAABBEYvwAwIIIAAAggggAACCCCAAAIIINB8AXaIwHoF/gcAAP//Zi5EBgAAAAZJREFUAwDB2PPr80APCwAAAABJRU5ErkJggg=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69836" y="137882"/>
            <a:ext cx="9982454" cy="111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5400" dirty="0" smtClean="0">
                <a:solidFill>
                  <a:srgbClr val="4518FC"/>
                </a:solidFill>
                <a:latin typeface="Arial Black" panose="020B0A04020102020204" pitchFamily="34" charset="0"/>
                <a:ea typeface="Golos Text" pitchFamily="34" charset="-122"/>
              </a:rPr>
              <a:t>Основной функционал</a:t>
            </a:r>
            <a:endParaRPr lang="en-US" sz="5400" dirty="0">
              <a:latin typeface="Arial Black" panose="020B0A04020102020204" pitchFamily="34" charset="0"/>
            </a:endParaRPr>
          </a:p>
        </p:txBody>
      </p:sp>
      <p:sp>
        <p:nvSpPr>
          <p:cNvPr id="12" name="Text 0"/>
          <p:cNvSpPr/>
          <p:nvPr/>
        </p:nvSpPr>
        <p:spPr>
          <a:xfrm>
            <a:off x="3787013" y="8369681"/>
            <a:ext cx="9982454" cy="111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(Админ панель)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5"/>
          <a:srcRect b="31815"/>
          <a:stretch/>
        </p:blipFill>
        <p:spPr>
          <a:xfrm>
            <a:off x="1348667" y="1255018"/>
            <a:ext cx="14859146" cy="302742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8668" y="4646763"/>
            <a:ext cx="14859146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64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bright-minimalism/columns-3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9eYBsaV0f/n+eU73ddYYZZhgQRMQ9GuMSNCBGFkFFURRRZHPBCMiOCCIgKIqKGwiIaBQRcZe4RMGoPyP6U4NbRGOikSg7A8Nsd+ulzvl+nurumXtn7ty53V3VXXXqVXOeOqfO8jzP5/X0f++puk3nRYAAAQIECBAgQIAAAQIECPRdQH0ECBAgQIAAAQIECOxFoM2H27Z71Ys+3H3enbrufnfayLbe3f/Kc9sD8nxtD7xq2H3+nWtrc7/TNuy+/N+sdcOTddDrc+AzXZeHw2ztMA+zdduvPLd9WE9vt+1z87mvKJtmf/0np7svuOep7kEfebp70F277sF36boHjVpdm41cm7pvc7/Vruq6z6/tzlufL2qffXzEidFzD7zLie55X32i69a6rl3vuq69puuGXb6GuTu7bZ3OK+dsbX6qLXd72ZrwmmMBpRMgQIAAAQIECBAgQIAAAQL9F1AhAQIECBAgQIDAuAQe9NA7RBunYzAYjFrTNHF2K6VEKZstosRuX9dffyr+4q3rEd3hbLl12S6ys92PepEDTP1tKdAuR5RT8an3Wop/f7+Tsb66HMNhxLCNaEct32KMr3Zl1FnpluPP33om/vA3zkTJNYuS69esja7t51uzn4MZiwCBKRIwFQIECBAgQIAAAQIECBAgQKD/AiokQIAAAQIExiOQmWKUjbjnv4m4+8fWZC/TxPH0fN5emrIY/+3X6hgL0XVN1BHPe+NZJ+sUa/BX92edns/DChGHoyw08Q3fclkMlq/JoD4Vc8sIOEqpN1Sp2vZKVPsYRJQMlbuFaDYuj1d/z4lYW42IDIQj6lh5vI/b/o+4j8UZigABAgTOL+AsAQIECBAgQIAAAQIECBAg0H8BFRIgQIDAuAQy2Iua5g1H3x69zwPzc5MtA79SIkopt2qxx9f6+jD+5Pe6OHlN7aiJUne11a+V1laPtdsWyOXpYhjdsI2PvEcTD/7y5VjbuDa6PF+/Gbz54E2qmx9rzF5ta9s6c3G7mirXsL6JKLkfnI5rrz4cr3jBqYg2r7ULEaMVrOONJhD1VT/V/TmtnqztnJM7/5Az2flDniBAgAABAgRmVsDECRAgQIAAAQIECBAgQIAAgf4LqJAAgbEKZIg36q/EYCXiAV/exOrqiYgMGDP7jVLKrVpe3MNWoomVWDtT4o/fvJp912+X5hwymGxLZoq1RdS4MiKPY+tVooaLWx/mfZcJaIl0i4gy6OKxTz0Wl1w2iGZxPUpzFlq3fZy+I9HtfezgVfuorT6b+/qt3+GheMsvLsfb/qCNrqbOuXAl+2+y1/p97rrPO7cWMU/mVp/O3Vi22v9YOtIJAQIECBAgQIDAtAuYHwECBAgQIECAAAECBAgQINB/ARWOX6BGdfVbnIvRDbv4mE86HB/50UuxsLAYUTYimtNxTpKXn/a8dTlWtt/+lTPRbXQZHdZwt7bb67neU9vt3Tcf10spUUPyKz8y4hHfsBxlcCZKdyiinozzvWoMu93Od/22zuU4o0t1X6Pe2gbx8udHnPxwxrHNqRwx/1ZGofQw76xj5O6srZ6pK1f3Z53e1WGOuKvnPESAAAECBAgQIECAwCwJmCsBAgQIECBAgAABAgQIECCwS4GM07r6bdImSpPxXNPG/R/axfrG6ejyY9fW0G+XXd/GYyW7LLEQ/+uvu3jfO/LDTd9U3XygyV2ezfdbbD6eKzCCTKkE+8pvWok73PlUdE0GsNWztpjs64PvK/GDz7sxYng4B1qKTPOzLeRxzinfMxXOcL8e3NzyT+rmD7s8ynJ3+aTHCBAgQIAAAQIECBAgQGAmBEySAAECBAgQIECAAAECBPYgsJ3I1X3N7cp63O8hR2OweDqizVBvuJKd1wu5G8uWAzXr2VMXw7VD8V/ecDJqSljq26jV74nmZduOBJYyg/1Pzz6ewf3qeZ5L8/Oc3d2p7GtwbT6a67fexFvfsh6/+8trEZk7R/7txASD5xx0tAmARwzeCBAgQIAAAQIECBAgQIBALwUURYAAAQIECBAgQIDAXgVqtrvdal/dUtzj30bc7R71J6Az1avfCq7nx9hql/Xfih3EYvz33zwUsZaRXttEk+FhM0oSM2Ss423tNg/znthu9YxWv2E7apWiGcb9v+JQfMq92mjLMFs9mS1N832MW4lmeHy0EtG10a0fjx97yUZc/d7M8Yf5N9NsLtrme56LiHFH+vWvILu1zZeAagkQIECAAAECBAgQIECAAIH+C6iQAAECBAgQIEBg7AJdjdbK6NucX/SIQUQGiaNvdcZ2nBdjeGX/MYj689LDdhgfvmYt/ugtaxF17LGHlWOY7ix0UXJ9ukG062vxlG8/HovLZzZnXc/Xo7xWd+Nr9e8ke6tLmQn0DR8exHc95YbYWMu/majfQM755OVJbVujT6p7/RIgMHUCJkSAAAECBAgQIECAAAECBAj0X0CFBAgQIECAwMQF/uMXHYlhed8oqB3/YCXqP1/blCbaYRO/92vrUb84WvPK0maIWIPgyWaI4y/pQHsso9GbpS4+9jPbeMgjMwyOE7EZ3keMgvwY/6uu3yDXsAyX4+/fthI/+yOno1tfiahf+a0J//iHHPUoAB4xeCNAgMB8CKiSAAECBAgQIECAAAECBAgQ6L+ACgkQIEBgHwQyg738bm18+n0ui9Is5ICbAWMejHHLPnOLbhB/+Scb8d5/zdRwFPqK93aMXN2qZdSfYG7jcU9fieNXrGYOW2LYnIku/9txnzt5IMcuw6X4pZ88EX/z1mFEDfBHz9eJjQ7G+uYvZKycOiNAgAABAlMrYGIECBAgQIAAAQIECBAgQIBA/wVUSIDApAUyyIvatsZ5wEMzy4v1aPPcTZne1rVx7La/Qbp+5nC85ZdO1cGy2wwNc7zRPOo+z9TtrMP6UbuVQAboUaPRQRy7MuLJzz8WzaCNpluJaPJ8U6KUzXarR/d4omm6GGQbrl4R3/P0iA++O0ZjRayOZpSjn7OPPb5qf3vswuMECBAgQIAAAQLTLWB2BAgQIECAAAECBAgQIECAQP8FVLjvAhkW3v9LjsXhO5zOoSf3HdLac1MW4zd+PgPgNoey7Vyg1Ee2Y9H80EXc/2FL8e8+dzXa/C+iRJ6KSb+6tsR1H+7ipc++LtrVOtpKvo1/Ubcrzc5tBAgQIECAAAECBAj0TkBBBAgQIECAAAECBAgQIECAwIQEhrF4tIvPffAgomxEfWW+F+P+JnDJcLJ0ESeuvTR+79dPxujbqvm5jndTqwf13Harn7XbFigRTS7bU19wLFYuuTrvG2bbn63rBvEPf35JvOrFN0Ss1zHHH9eOv8c6T40AAQIECBAgQIAAAQIEDlzABAgQIECAAAECBAgQIEBgQgKlfmtzGN2wxIMedjiirGVMG/lqo6shbB6Nb8sOM2Au5XT89i9kalmz5rLde84jL29/st+ZwF0/tsTjn3lZRDP6Om4+vA+YOcT6mRK/+cZh/PFvZwKcn3PgPW23fFgAfEsRnwkQIECAAAECBAgQIECAwOwLqIAAAQIECBAgQIAAgYkKZPAag2gWu/iUz27iirudjI2oIWKeH3ugVyK6hSgbl8Tb33Y6/unvcoysrRv9dHGT1/JD3fK2utMuUqB6Jd/Dvm4p7vEJZzK4z2S91G8ClyiliVLq/vztIke41W1Nnqmt5L49c2l8z7NW4x1/n2N2OXaei/wrijH8/dQxRt15mwcBNRIgQIAAAQIECBAgQIAAAQL9F1AhAQIECBAgQIDA5AVqxFZbpnW5++KvWoloFyPqN4ObPBdjfm1mvjFcOxxvet2Z7Hwtc8K1yLeIHD9GYXCetu1cYBDxrS+9Qywup2vJIHbcv+F9qxnlYi5ekwHzMLr1o/EdT7oxPvjOhRitZQ2Ab3X/zk+M/iR2/pgnCBCYOQETJkCAAAECBAgQIECAAAECBPovoEICBAgQIEBgfwS6jNi2W5T4wocfj4WVG6Nrm8zxVqMtm9/PHctkaiBZMh/MNhgsx+++aS0+8C9LMcqZM0uMrn7zOC9OIHcey/ynvZOk+5hPa+KxTyvRpufa+unoum7Uxj/1zUUq7aX5V7MQG2vDeO8/HYuXPuvaWL2xjraUb222vW3517m3DjxNgAABAtMvYIYECBAgQIAAAQIECBAgQIBA/wVUSIAAAQIHJ3DplRH3vv9KTiDTxHwf35aBYf1Z4u1ua7LXrcSbfyXTwi7DwgyaY/MrwOMbcg576ro2HvnNx+KjP3k9moXFWwjUQLa2W5ze1ceST9WW/ZWNDJkH+bmLv/nThXj5i05GDPNauW50Lt9yy/XfxbeC659JPmwjQIAAAQIEeiqgLAIECBAgQIAAAQIECBAgQKD/AiokQOCABcpCxBd85SDacn00pYZ6455QGyW7rN/6HQyX4tded0OsncyYrzkdo5+drjlheO1WYLRkyfkdrzgey0evj67ZiLZ2NnLNC/V4bK2u5ObfSJOHg9Lk38xivPnnl+PnfzRHXb8sos0Lo7HP7GrUcc94V5PwEAECBAgQIECAwCQE9EmAAAECBAgQIECAAAECBAj0X0CF0yDQdWvxmZ+zEHe7x2JEl2nwKK4dx8wyCBz1dXak18SZE5fFH/xmhr9d/dbx7kLCccyuP31sRGW+y8eXeNwzcg1LNU373GIUxJ7tH2N41Y6zzzLqPP9mMgRuSvznHz4df/ibOZc6aMl9dyiv1b+nnQ2ZPe/sAXcTIECAAAECBAgQIDADAqZIgAABAgQIECBAgAABAgQI7JtA6bpYWBnGgx/eRFvWN8fdDvc2P+3hvYaF5z6+sTqIX3zNYqyfqOeP59ut78mTtosWqD+nXW/u4quecDzu9YD1KM16dG3mr9nyPS/Wg+22Fdzm2d1vW2vWZfjbLkXTDSKGg/juZ9wQb39r9rqewW8dbhdDCYDTz0aAAAECBAgQIECAAIE+CaiFAAECBAgQIECAAAECBPZZoFvOAQfxkK86Es3SjXlcU7th7rdCvjwa19Zl2Nx1C/HOd5yIt77lTMT6LceoY49rtHnqp6atGxHNWjz9hZfFZVdk7ZWy5L5+I7fuJtG2/0eBOlZ7KLq1y+IFT7oh3vOOnE8du7bRuPl5tK83jg7itt4FwLcl4zwBAgQIECBAgAABAgQIEJg9ATMmQIAAAQIECBAgQGA/BGood3ariVu2Y5dFPOiLD0UpNfytQV3uu7yxtj3MazP07aLuazeDaGKhvTR+43VLeS4i6reOc5gYte0AOrx2JNDE6Oe7u6W4/K4RT3tpG7F0Koa5jPWf5N1ue1zK88+ohsDZmgyam9yfuO5wPP/xXXzgHXl7fo7IueSa56fcbsiWk8r329qyktu65Hx/BFRCgAABAgQIECBAgAABAgQI9F9AhQQIECBAgAABAgcmMPr3WiOahS6+5FGHchptZrELEWUtMtPL/YUDu9jhq9lK+N7+N++Pv//zkJZifQAAEABJREFUNp8eZNve/CT0tsTO92X0SJOc9/785fjir+miDDZG57bfuu2D0cLe9GG8B91ivOufm3j+E66P667OEbutBR+Nckm+b84zD867nX33eW9wkgCBGRcwfQIECBAgQIAAAQIECBAgQKD/AiokQIAAAQIEDlAgA7rYCglLiY//zC4+9bPz3OibmzmtC2d1ecPut0FcFq97xYmIYRP136sd9ZRDj/bedi8wyFA91+2JLzgSH/9p10X994Bj9C3c7S4r8nbbPjeufRdNORVNdv/uf1yO537t1bFxJvvu8kRueXS7mwD4doncQIAAgdkVMHMCBAgQIECAAAECBAgQIECg/wIqJECAAIGDFqipXP22b86jHkYTD3tcxPrw+jwxiGhG6V0ej2OrA7QRJUavdmMl/vbPF+Ptf5rn6qVYi9G3jif57dSYh1d6Nm0sHFqP7/jRO8bSSnWtwHn+piC4LkJt4/bIPtvDEYMTceZ0if/7t3eIb3vcqVg/VW5joDqvcy8JgM/18IkAAQIECPRFQB0ECBAgQIAAAQIECBAgQIBA/wVUSIDAVAjUuK0GwBnE1Ywu230+fyXucvc8GP10b54f2zyzz630t/ZaShPDjYX4qZefiNIMc5ScRyzlvt6XO9vOBCpbbRniR7ZSFuLKu0c874ePxFr7oYiu+tb1LtlvbbmbxFa/Pd4eicEgx8v1/fu3rcQLvvH6GJ7JKbQZQo9aDlz/COKG7YPcb251hptH3gkQIECAAAECBHoioAwCBAgQIECAAAECBAgQIECg/wIqnD6B7UAwU7mVNh70pRnENqsR7aGc6va1PNzztt1XjlO/jZoh89/8aRf/83+sReRx1G8B+wbwnpSrbG1R0jrT1Hs/uInHPvkOEc36lnHZU/8X93AZDR8lYvVMG3/51qV40ZOvjfWTOaG2tq1eukvyIG/K9+0tr24f2hMgQIAAAQIECBAgMPMCCiBAgAABAgQIECBAgAABAgQOWKCGcU084puOxNFLlqIt7VnzGcWKZ33e5WE+VkqJUmprYmXhkvjV12713S3Vq9lsuxXoojk3Qh9EfMOzV+IzPnc9NuLGvLZlPRrg7OPRibG9ldJEk2u8MGijzuhP37IS3/7466LdiGiHw4jccjK3Gk8AfCsSJwgQIECAAAECBAgQIDCbAmZNgAABAgQIECBAgAABAlMi0EUcviTiP37RRuZzq1uTypPR5nHd525MW+aDsb6xGm99y1q842+z03ar/61d5AzyrG0HAiXvrS13uSVkbjGIeNpLDsdH3L0G7HUd89JoqxdrG30Y/1v9VncN9buF6IaL8dd/fDi+/etWo9vICd3GaALg24BxmgABAgQIECBAgAABAgQIzJCAqRIgQIAAAQIECBAgMA0CNTUctWFE08Ujn3goFldORzssGf2WiJLnY3yvUko0UaJ0y7EQx+LHvmctuppFdmuRA8Zm9nsitg5yb7sYgZI31Za73BK0Sc9cu6s+IuLFP95Fs3J1DNtc01zXkXfeNbGtdLmm2drFGJRB/lktxP/4o9V4wROui9M35qhNtrrQbd1vttGpzUPv/RNQEQECBAgQIECAAAECBAgQINB/ARUSIECAAAECBAhMnUC3+e3MK+8a8cCHLkc0bYZ4w2x1pjWpy1CxHo6plVE/Jf76Lz4Qb/+zDJnr+JsnM/s9lle3P+ShbRcCdT3TMNfxnp+0Et/5yjtFDDJ9bTayr7LVcrcPWw2ch+sr8Rd/eDy+9dGn4sPvqYPm31SdRu7qJwFwVdAI9FFATQQIECBAgAABAgQIECBAgED/BVRIgAABAgQITK9ADeSWIh76mCPRLb4/2ljNALhEFzU0HO+0S/bedE20q0fj9T96Q3TrGVjW8bfbeIebs95qnJqe9bvWCwk6aOOzHjSIxz5tMQaLp6IMVqPk6VJK7jfbJIFKKbE4yD+szPn/6W8X42kPPxXXvHMQG8NrI0qMXnXGowNvBAgQINAfAZUQIECAAAECBAgQIECAAAEC/RdQIQECBAhMqcBNX+6tB8P4uH+3EZ/x2XeMZpTK5VsGteOd+dbXPrPTQRyPv/zjEv/zz/JcHT5yH5kU5jXbHgRGltvPb0RX2njs01fiPg9ejLK5sBnun3PT9s0T2HdRynpEcyaGa4tx9bsOxVMecV28/58vjejqcF3kX1k90AgQIECAAIGeCCiDAAECBAgQIECAAAECBAgQ6L+ACgkQmGaBkpOrLXejRK5ZiK97+lIMNzKWK6t5aiGv3HRDHo9r66JrSzTdkfjZV52M0WsUNg9Gh972IHDOcjUx+tbvwjCe8wMr8Qmf2sRGOxxF7V1bxxilsPVggq2JaFciFzvaYRcfeu9KfNOXvife9t/Woz3TCYAnKK9rAgQIECBAgMA+CxiOAAECBAgQIECAAAECBAgQ6L+ACmdKoKthb8Qn/vuIz7xvhnbdSpSS+7EWsdlfl7ljbhHdIP7qT4fxJ285NdZRdFYFSr7lmnaHomvWY/mS1Xjxaxfjqo9cjS7D/dHSDm7Me0YrkftJbHUO262NUg9zuI0zR+LFTz0db35jJwCeBLs+CRAgQIAAAQIECOy7gAEJECBAgAABAgQIECBAgACBKRPYDGYzkY1uYTW+7HELMSw3RAwyrdvtTG/zuSaDwBKj/0oTsXY0XveDG9Ft5AOTGC67nfetxErEcCUuvTLiZW84Epfe6WR0g/Xo2mMRuRIx0VcZ9V7qWndNlJxHrF8aGyePxCte0AiARzreCBAgQIAAAQIECBAgMMMCpk6AAAECBAgQIECAAAEC0yxQosRyfM4XDOKT/t3hKIMzOdnJpbKlRDRNE//8D8P47V9YzbHO/jeA67i15Wnb7gVKfTQdBycimrW46h5r8V2vujwGyx+K+k3sGvrXO0b7ruQu2+aJPb2f9+GS86gX2jIau4tWAFw9NAIECBAgQIAAAQIECBAgMKMCpk2AAAECBAgQIECAwDQL1NyvtliPWDgTj3pSidWNa6Nmgu0e5t1lyni+1mSfJa9FczpKtxKvf/lqnLxmkGe7bHWrk/G14Cqx91Ytj0SUxWgWmvikz27jhT96aQwOvzu6wWq0pZrvZZXjol9d5H85Xpd/WLXVv4OLftiNsyJgngQIECBAgAABAgQIECBAgED/BVRIgAABAgQIECAwMwLdYkS3EP/h85fiHh+f8VyZZDCYwWR7KDIBjhs+vBy/9lP1G8B1vBpIRr5qAJw72xgE0jqy5dpGrul/+IJD8dTnXzVa64h0bhc2x8hwdvNg0u85l5xP/oVNeiD9EyCwrwIGI0CAAAECBAgQIECAAAECBPovoEICBAgQIEBgtgRGuVyGgQvDeOxTLovS1FB2u4TtYHb78x73XYlBNDHolmN4Zine8GMn4/p3DSIyGIzRUBlGh9fYBWoIHCfiix69GI952jCawcbmEM2p3I/gc1+3elxbPZ5MaybTrV4JECBA4CAEjEmAAAECBAgQIECAAAECBAj0X0CFBAgQIDBrAm3U7DXyVQaDuN9Dl+JjPm45yk3fCq1hYG15w5637KdkuFz77jL0zTB4uLYSP/UjZ6Jb2+48g+ioifT2Z/uxCCR9ZPAeg5PxmGcsxpc/vo124WS0sbTVfb2htvx7GCXx9Xjr0ph3AuAxg+qOAAECBAgckIBhCRAgQIAAAQIECBAgQIAAgf4LqJAAgZkU2IrjSk6+raFfF49+xmosHTqdJ+pWr9eL9XivrfZT21Y/GQQ33WL81i8O4x/+chhRh6+X6r62eqztXaCS1xaHsq/DUcognvC8IxkCn4mN9rpoS4bB2fJi1J+KzreIGD0Qk3jVv6hJ9KtPAgQIECBAgACBfRMwEAECBAgQIECAAAECBAgQINB/ARX2RiBzv3s/aDk++hOzorKeoWyeyMPxbVv9Zfi73WfTHorXfP/VOdb2GfuxC4zY61u23GJQ4gnPvTzu96X5octIdli/eZ2jjn4qOs/l4aS2HG1SXeuXAAECBAgQIECAAIGJCxiAAAECBAgQIECAAAECBAgQmB2BksFfbrHYxuOefijKwjDaZi3nfztfx8079rKVDCD/99uOxFt+8YaIdi89efb2BRK42VzPZjHiO15xedz7i05Et7geudoxbCcfz05+hNtXcAcBAgQIECBAgAABAgQI7ELAIwQIECBAgAABAgQIECAwqwJdfOZ9m/i3n51hYdm4uYiupsM3fxzbUclx2pX46ZdfG6euy+PacZchZW71UBunQI1fcx3rv8VcD5c24kWvPhafcZ/ELhn256WbR8tzN3+4zaOdXqjD7vQZ9xMgQIAAAQIECBAgQIAAAQIHK2B0AgQIECBAgAABAgRmUaCGf7V1GQQOIr7mSQsRzUa0zZloYzJhYNR+RyHzYnzo3VfGG340x67hbwaUXd3nyLNIOf1zzgUudZaDaBZLfN/rluLen78RzSDXO4P+zRh+a83zc71zXK0ZV0f6mQYBcyBAgAABAgQIECBAgAABAgT6L6BCAgQIECBAgACB2RbIVLA9FDE4GZ/2OctxnwetRuTnElux3ZjDwIgSMfp3ZzNs7A7Fr73+VLz3H0t0wxJl9PPTGQjXkDi8JiNQ0j+iLHfxnT9+PD7vobnezemIui6Rr8G1EWUzDo4xvbb+ksbUm24IEDg4ASMTIECAAAECBAgQIECAAAEC/RdQIQECBAgQINAPgUEt40hE6eLrnnVZDFaujcFCbL7GHAaOOu0yEqwt2tg4dVl837dmCDmsgXBOpF3JWzKkzHfbhAQqbzmVIfBafPsrjsTnf0UXXbk+oq3+h24xaK5L1HaL0zv4mKu9g7vdSoAAAQJTKWBSBAgQIECAAAECBAgQIECAQP8FVEiAAAECPRIYfeEz35oSH/Xxg3jgly7G6vq10eWpGH07dG8B4LlS2Vf9CejcRf3G7+B0/O3bVuP/96aMCdvt1PncJ3was0C1jxr0ZhK8cCKe8/JD8YgnLEe3dH20dU22vw08Cn7rzdttd/PIld3dg54iQIAAAQIEpkLAJAgQIECAAAECBAgQIECAAIH+C6iQAIG+CYwSutFb1F9+/rqnH4tDR4YRg9WstIZ/uRvrVqJmjE0Gvk27FINmIV713cM4c11E163nW3hNUiD5oy50LOYoR7KV+KZvX4pHP3kl2uFCthLtKPzNv4E8irpYoxa7em39Ze3qWQ8RIECAAAECBAgcqIDBCRAgQIAAAQIECBAgQIAAgf4LqHAeBC6/a8Sjn3Q4unI6oj2UJZds49pqXxkJlhos574Gkd1KXP/hYbzyJScjSv3acb0WXpMSqEtwU99bH3IpHveti/HUF+d6L94Yo7y3y4C4ttGH2PUru971sx4kQIAAAQIECBAgQOCgBIxLgAABAgQIECBAgAABAgQI9EagRoJf8fjDccXd1qJt6rdAtwLZqK96XFs93murI0U0XZNtOX7rjevx9j+uoWPZa8eev7C2oQ8AABAASURBVCiBGrZnK9m27v+yx0e87PXHYnDouhg2J6M969rWLTveCYB3TOYBAgQIECBAgAABAgQIHKyA0QkQIECAAAECBAgQIECgfwLLhyK+9qmHoxkFgFuBbFf3NfzdbmOsO/teWTweP/zCE7F+egL9j3Gqve2qrVFtE592v4gf+blL4/K7nI6uLkV0+V8bke+bbWcCtdedPeFuAgQIECBAgAABAgQIECBA4KAEjEuAAAECBAgQIECAQB8Fas67MIwHf9XRuOcnn4quWYubvyM6oTivdNG2Jd71T0vxMz/UxsbGxm6yxj6uxgRrqmtZ29YQ9bCufdmIT/z3TfzYm+4YH/VJq9EtnIzVjWuja7qtVqIrmy1yX0rJ3W232u3WCHazK2DmBAgQIECAAAECBAgQIECAQP8FVEiAAAECBAgQINBbgQz6IgYRZRjf/LxLI5rViCijLZO/DGbzWv0cE3h1i/ELP/2++N9/lePVb5/WNoFhdHlbAhV8bXTx8rueiR/91eX49PueieVDuR71fwNoc+3rLaM78k9ha3+hnQD4QjquEZgFAXMkQIAAAQIECBAgQIAAAQIE+i+gQgIECBAgQKDnAhn25RbNMD75c0o84KGDGLZr0bYxalHOSgDHIXFOfznw2pXxyhedjhwyuuE4BtDHhQVqRFtbvSv943Bs5vuDOHxJEy/9ySviq564lPHv6SiZ/0Yu/+ZPQ8dFvbZ7vqib3USAAAEC0yVgNgQIECBAgAABAgQIECBAgED/BVRIgAABAvMksBg17P36Zx3JIHCt5n7R1XwwJvvqhoP4x7d38cbXnIgiPZws9oV6H9b1X4tY3oive9bRePFrDsXi0Q/k38DOUnlLeCFk1wgQIECAwPQKmBkBAgQIECBAgAABAgQIECDQfwEVEiAwdwI17W3ijnft4lHf3EVZOD0SaPO9ttyNfasjRmTvG4fi9S8fxP/92zyODBy77aHq5+1j+4kKDGrvi1EyhS+DLu7zRQvx2t8+Hne6x4fzb2G4+e3sm9al3nv+JgA+v4uzBAgQIECAAIEpFjA1AgQIECBAgAABAgQIECBAoP8CKpxngTIo8YhvOhZXfOSN0TWZ+G2mtBMhGXVdSpRuMdZXm/je534g2tVMIst6jldb7myTFyjbQ5Rocz26pkTJ9hH3OBSv++0r4gFfthZlYW37pgvuBcAX5HGRAAECBAgQIECAwJQJmA4BAgQIECBAgAABAgQIECDQe4HSDGNhKeJZ331JlKVropSIGgaWUvK4xPheXXbVxSBKDLLbhbIU//p3V8SPf//1ERuLEXm5i9UYHeS7bX8ESq5HbdujLR7t4rk/dCie/tJhLBy9JlY31qLNxWlLrky27fs2910IgDclvBMgQIAAAQIECBAgQGDqBUyQAAECBAgQIECAAAECBOZFoIsoXXzm5y3GvR+wkMcbkVFfdG2+t3ktP41nq+lhtvpt32Y1h8zjbiF+7afX4+1vW49oFzJmzP14BtPLRQrkKmQEfNbNGfzHwno85FGH4tW/cnl87CcsRZTNv4nIV9d10dU/jjyOMhQAVweNAAECBAgQIECAAAECBAhMuYDpESBAgAABAgQIECAwVwJNZPIaUZp42ncdjUsuz3B2cDpDvogYfe0z92PbSkSXgWK3mD12GQK30a0eie//ljNx6toSTXs84tw4MrwmK5Arcq54PRH1fwSIuMcnR/zY70Q85NGr0SyciDI4k38qJdoM8LtumH8j6wLgyS7PpHvXPwECBAgQIECAAAECBAgQINB/ARUSIECAAAECBAjMq0C7sRF3vMtCPPIJGfCtL0RXMuBr1iJT2hjvqyaMtdVeS4aPK/G+d67HK19yOvJD1FdX37QDFCibY+euZBb89Jccje9/3ZG49Mrrox1cE91wOaI5k/cUAXB4EZhVAfMmQIAAAQIECBAgQIAAAQIE+i+gQgIECBAgQGBOBZqIUqIZZNLXRnzF1x+JT/iMk9HFmehGIV/k6+xI9uzjvLTHretKRHss3vzLa/Hnb8m+c8sze+zV43sWqItQ2mgWN/LvIOJT79vEz/7eneIBDzkWMbg+Rj8DXfwE9J6ddUCAAIGDEDAmAQIECBAgQIAAAQIECBAg0H8BFRIgQIAAgZFA6aJbXI0nveBYDJbyuMtQOKPgqK0GtXV/Uxs9MZ63bjEWBovx3c+6Md7/rrXx9KmXMQg02UeJqN8EbzZiKbPf571yKZ7/I8fjkiuGMYzWN4BTyEaAAAECBGZJwFwJECBAgAABAgQIECBAgACB/guokAABApsCJXelRInF+KRPX4gvfWyJ+u3ctjkdbQbDeTW3km2cWxdRhtkyYm6X4/QNy/E9z7wm2tORr7yW77aDFShlECX/JqIsxCjtzUz4fg8bxM/90aXxJY9dG5062BkanQABAgQIECBA4CIF3EaAAAECBAgQIECAAAECBAj0X0CFBM4jUPLcIOLxzzkSd/6oDGeHRzOdzfCvhsD1W8BdXsxIMO8a45bj1D67xfinv7k83viaMzlm7X413wTBiXDAW/2j2JpCBsAx6GLp+Go87bsuFwBvsdgRIECAAAECBAgQmG4BsyNAgAABAgQIECBAgAABAgT6L3DeCmvYuhFR1mL5SMSTnr8csfih6LqNbBkCljav1bC23hcTeJXYOLUUr//hLv7Xn+VYbY4/Cp0nMJQudylQ177NuH45SgbBzS578RgBAgQIECBAgAABAgQI7JOAYQgQIECAAAECBAgQIEBgngUy5O2WEmAp2nYj7n3/xfiiRxyKsnBj1C8AR1nPa3lPvsck/i3g2md2320cihc9+UTc+KHRQFtvNXjcOrTbs8CuO2hzgeJEPl7/Fm70DeCUsBEgQIAAAQIECBAgQIAAgWkVMC8CBAgQIECAAAECBAhE1HwvIppmIcpKxDc+50hc9VER7WAYbTRR/z3gs1vU0Dbv391Woum2W5PHteXYEXHNh9bju5913Wb3bZ7Ynlg91A5OYPSV3+M5/kK2Y/kXkTvbrAmYLwECBAgQIECAAAECBAgQINB/ARUSIECAAAECBAgQOL/AsSsinvr8SzKVvTFvGKV/uR/nVrKz2nIXmfQ26xHNRgzXl+PP/vBU/MIr6k9O12va9AiUnMpmm8RfRHZuI0BgYgI6JkCAAAECBAgQIECAAAECBPovoEICBAgQIECAwIUE2i7u9YAmHvwVC7G4lOHsnr7xe6GB6rWME7tBjrARg1iKwcZd4mdePoy//sMuYiPytZbNNk0CuWLTNB1zIUCAAIELCbhGgAABAgQIECBAgAABAgQI9F9AhQQIECBA4HYFmgxfBxFPfsHRuOSK4Vm312+A1o/b+3o8hjbMSLFbiFK7zaHXVpt42fNujHf/v/zQbZ2s3xTOmHgMo+lijwK5WnvsweMECBAgQIDAfggYgwABAgQIECBAgAABAgQIEOi/gAoJECBwYYGatZYMXWMtopyJlUsjnvk9S1GaEm2biXANY+s+xvzKrkssRJMh8KBpo2mauPo9i/GDz16L1ROLOdjpbDWIrhPMQ9uBCgiAD5Tf4AQIECBAgACBixFwDwECBAgQIECAAAECBAgQINB/ARUSuFiBEl2sjFrbRdzrgYvx0EcPoyycjCjDbG1M7lUD3hy/rfsu/ufbbojXvPSGiOGhHHKQzTYNAgLgaVgFcyBAgAABAgQIECBwWwLOEyBAgAABAgQIECBAgAABAv0X2GGFXca/mf3GYKE+uBbf9Lyl+Ih7RHTNWrb1rav1Wr2r7sfTSmmiZPY7KG0MoonFuDx+6w0l/vubMnTeaGL0K9CxHpEzyDfbAQnkShzQyIYlQIAAAQIECBAgQIAAgQsKuEiAAAECBAgQIECAAAECBG4t0EWJ67J1sfnqYvFQF9/2Q0ubgXC7nKczpc07otQwNj+Obcsxa5/1m8bdUvbaRNk4Ft/7nOvi//ztWn7OrRts5r95a8RGnrDdnsC4rzfj7lB/BAgQIECAAAECBAgQIECAwJ4FdECAAAECBAgQIECAAIHbECgZ7V6arWxdX46yMIxP/PTF+PqnL2QIvBZdXm1rSFvvqP8ucN3vonVdF+e2zHbb+rXjGjFujl+/Ebxx+vL4zicO44PviRiu5fk6ZlcHHMbmt4LrsbZfAnV19mss4+xZQAcECBAgQIAAAQIECBAgQIBA/wVUSIAAAQIECBAgQOD2BDJkPfuWLkPZPPXwbxzEJ9/rVESzGlFORdcubQawozA2xvQqEfVbvhkyb3dYMnG8+r0RL3nyRnQbeb3kgLmLek9TvxmcQXB47ZdALsd+DWUcAgT2JOBhAgQIECBAgAABAgQIECBAoP8CKiRAgAABAgQI7EZg9LPMEQuHB/Hcl10aR+5wdUavKzEKghfORNRANsb5Kud0VrtvhofiH/4q4oe//XQGxCW6+m8BjwLoDKFHgfE5j/gwQYFmgn3rmgABAgTGJKAbAgQIECBAgAABAgQIECBAoP8CKiRAgAABArsT6PKx+i3b3OXhlfeIePb3XBHRrEUpw81vAUfJi5Pa2oitAHp9rcSbf3kjfunVp6N0ixFNXot8lWy2fRMQAO8btYEIECBAgMCuBDxEgAABAgQIECBAgAABAgQI9F9AhQQIENiDQE1Xj2w+nwFwtF3c5wuW4iFfNYhSlqIbNrkv57TNm8f5XqLrulhocpz2ULzm+z4cf/UHw4gcO5ocp84rd7b9Eajk+zOSUQgQIECAAAECBHYo4HYCBAgQIECAAAECBAgQIECg/wIqJDBOgc2ktSw28ZQXrsTdP3ohFhbH2f/5+sq48RY/8TwoR+MFTzwZ//S361ED6fM95dzkBHJFJte5ngkQIECAAAECBAgQ2KWAxwgQIECAAAECBAgQIECAAIH+C4y7wlIiassceHC0ixe+JmL5+MnoShdtXqqty32M/VVy2M3WlEE0w2OxceJ4vOgb27jm3SUi53NOG/v4OjxboDn7g2MCBAgQIECAAAECBAgQOHgBMyBAgAABAgQIECBAgAABAnsWyKT3rp9Q4lkvXY5oTmV3mylsRsFbx7mbxFaHqT/9PNiID72/iWc/7obo1rYHqhe3j+0nJSAAnpSsfgkQIECAAAECBAgQIECAwM4FPEGAAAECBAgQIECAAIHdC5R8tLbcxdb+c79kIR7yNU0Mo4bAw3oluiYjwvrv9ZYSpdy6jW66wFv9937P10aPlHwfZKs/C90txnv+6VA893FnNkPgsjn+Td8Gztts4xfI1R1/p3oct4D+CBAgQIAAAQIECBAgQIAAgf4LqJAAAQIECBAgQIDABAQyDfzmFx6Kj/uUmsrWlidymMl/F7cmwXWgxXjbHy7F9z6tjRjW8fOcbaICmys80SF0ToDAngQ8TIAAAQIECBAgQIAAAQIECPRfQIUECBAgQIAAgXEK1Oz1rNasbMTzX7UYRy67MaLpYvTt3bZGwLXFxF+LCyWv/0taAAAQAElEQVR+/9c34sdfcjJy8ImPN+8DCIDn/S9A/QQITLWAyREgQIAAAQIECBAgQIAAAQL9F1AhAQIECBCYrEAXpXRxl7tHPOf7jkaU+lPQka82otSfZM59TPjVlRiUpfiVnyzxxpevRezDkDHHLwHwHC++0gkQIEBgqgVMjgABAgQIECBAgAABAgQIEOi/gAoJECCwDwIlSixGMyjxH76gicc+PYcsq9GVjei6msTuQ1xY6pgRpTsSr/vh9fij39qI6GLrVeewdWg3FoF9WNGxzFMnBAgQIECAAIE5ElAqAQIECBAgQIAAAQIECBAg0H8BFRLYZ4EuY8EyjEd+0+G47xeuRSlt1GD45iB28vOpmW/XHomXPvuG+B9/sB6j/DnqN5LrlcmPPy8j5ErPS6nqJECAAAECBAgQIDADAqZIgAABAgQIECBAgAABAgQI9F9gXyvciChrm60dxMKhEs/63uNx53sMIwbD6Jrc72cKnLHzxqk7xAufcE38xe/n2BkId5n/dvUtvMYh0IyjE30QIECAAAECBAgQIECAwN4F9ECAAAECBAgQIECAAAECBMYvsBDRLmW3GQRn0Fqz3iN3GMZLf+pwNEvX5/lbxIX1njw7ia2MOs0BypkYrh+K73jKh+Lv/qyN6PJKnh5dnoO3SZd4ixWd9HD6J0CAAAECBAgQIECAAAECBM4j4BQBAgQIECBAgAABAgQmJzBKBA9FDHKIpovSnIm73qOJF73qSHSD66Nt1qLLS5FZbN2VUqKU2271ngu1+m3e87Vouyg5RtcuR7dxLDZOXhnf+eQm3vV/uhhulM0uu82d990LjJZ79497crICeidAgAABAgQIECBAgAABAgT6L6BCAgQIECBAgAABAvshsBWwRu67pai7z7rfSnzDM45G5IfRLzDXn4Mu+5DAjr7xW6LNMPjaD0Z8y2NviGveE/nKE2U997a9CAiA96LnWQKTFNA3AQIECBAgQIAAAQIECBAg0H8BFRIgQIAAAQIEDkKgLMbo28ALXXz1Exbi8x6yEV1zJqLJ8LUMc0aTDYFrQDlqOUyXme/V7zwUz31cxAf+XxNdW6/kFGy7FiC4azoPEiBAYHICeiZAgAABAgQIECBAgAABAgT6L6BCAgQIECBwoAIZvkaUiOUuvvUHDsfH/9tBtN1StkHUbwN3UYPgyNfoxtxPaMsEuGm6eMc/nYynPer9cfW7ck4TGmpeuhUAz8tKq5MAAQIEZkXAPAkQIECAAAECBAgQIECAAIH+C6iQAAECBy9Qc9aaFOZ+8egwXvjqxbjyrvVbwKsx7EoGwW1kNhtdc23OdXIhcBNNxtALMYiVuPqdd4ynPbyL974jx97oossJdNs5dM7CdnECzcXd5i4CBAgQIECAAIHJCxiBAAECBAgQIECAAAECBAgQ6L+ACglMo8Ba3OmjIr7npw9FWTwdkXlvbpsT3bgs95kS5/sktzrCwmAhPvi+Lp77ddfG+/6lnslZNO0kh+1l3wLgXi6roggQIECAAAECBGZOwIQJECBAgAABAgQIECBAgACB/gtMZYUZtLaHRqHv3T+xi+/7qWOxfPTGiHYx2ljPLDhbNxx9G3dS0x+UJmobrg2j/vL0e/55MZ772PV4/zsGUUKcGTt8EdshmNsJECBAgAABAgQIECAwbgH9ESBAgAABAgQIECBAgACBAxXIDLjLuLdrIz7tvgvx+G85FN3gw6MQuOsWc2p5Q77vx1ZKiYWFJt7zztPxjEe/P97//7qbh62Htd18ZqaO9muyAuD9kjYOAQIECBAgQIAAAQIECBC4tYAzBAgQIECAAAECBAgQOHiBzHdLaaJkq1+4/fL/tBBf88RLIhZWo2tOR1vabBkR577LFjGZFLZ+C7jJCXQbR/L9WHzwXy+PF3xdiff8wxbR9rB1X9vWabtzBZpzP/o0HQJmQYAAAQIECBAgQIAAAQIECPRfQIUECBAgQIAAAQIEplAgg9Uu22OfWeLzvjhiYWEpJ5kJcb7XrasX68FEWx2vRNMsxjv+cT2+5XHXxz//dZu5c05sX8aPmX41Mz17kyfQRwE1ESBAgAABAgQIECBAgAABAv0XUCEBAgQIECBAYFoFMnstTRtLh5p43iuW41PvfTKaQRc1+O3adrSf9NRL5rzNVlvIEPiadx+PJz/8XfF3f5In25xgDYFrm/REZrR/AfCMLpxpEyDQTwFVESBAgAABAgQIECBAgAABAv0XUCEBAgQIEJh6gZIRYtmIYbkxXvzjx+Kj7rkQi4tNZAy82TKH3b8auijNRrRn7hrf9o2n4y/+cC2iyxD4pgl0Nx052BTI1ds88E6AAAECBAgcqIDBCRAgQIAAAQIECBAgQIAAgf4LqJAAAQLTLVBz1dpGs8zQd+FYHDpa4ntfH3HF3U5F261HF2fy6n6GrjmhbiHHHMTqycPx/G88E7/7phvyc56PjdyvZtvP+eRwU74JgKd8gUyPAAECBAgQmAcBNRIgQIAAAQIECBAgQIAAAQL9F1AhgdkRqHHqTS1z1kuvinj5zx+NO91lOaI9FKV+Q3hfy8lJ5HhdlBiuH4vve1Ybv/jq+k3gQZ7NOeX5PLBtCQiAtyDsCBAgQIAAAQIECByIgEEJECBAgAABAgQIECBAgACB/gvMWIVdzre2mvPW1iyux2V36+I7f6KJS648E/WnoPOWA9pKNMNj8ZPftx6vecn1Mdz+AnCd8HaL+X4JgOd7/VVPgAABAgQIECBAgMABChiaAAECBAgQIECAAAECBAhMo0D9vm1tN89tcXT4cZ9S4tt+KI8H1+XnNtt24nrLfV6awHbTnLpBRHc4fum1TXznkzKQXjvPYHVKo5+IPs+1fT6138MJgPdb3HgECBAgQIAAAQIECBAgQCCCAQECBAgQIECAAAECBKZWoAattZ07wTyzEHGv+y/HD7zhWDSHPhjt4MZom7VoS5utu6llOnvuozv81HVdnK9F20XJtnktommPxp+8pYlvfcyN8eF3RwzX6nPDzeG7Omge15y6Hs5REwBP1WKbDAECBAgQIECAAAECBAgQINB/ARUSIECAAAECBAgQmGGBEvGp912IF7/yjlEGpyLaA/o3eGvA2+Vk2qX4n39yNJ76lWfinf+8EVHPZSC9KZzXM6DOaHjz45y8C4DnZKGVOQMCpkiAAAECBAgQIECAAAECBAj0X0CFBAgQIECAAIGZF8jktTkVn/WghXjByy+LbnB1VpTn8n2/thpwnt2iLXH1v67EE7746viL32szBM6rTYbBw6XMfrPVn4zer8lNwThZ/RTMwhQIECAw5wLKJ0CAAAECBAgQIECAAAECBPovoEICBAgQINAPgZJlHI7IlPFzH7ocT37RJXl8Is+dHQKX/LyPW8mxyzDa9cvi+U+4Nt74ilPRnRlE5Lmor3o98p5Ry4C4nutxy6XpcXVKI0CAAAEC0y9ghgQIECBAgAABAgQIECBAgED/BVRIgACBfgjUXLe2yLfcalEP+9qVePJ3HImFlfX8mCfbDF7zaP+3knnvcnSrl8drXxrx0meeiWENgZsa/N6Q0e/pnNIwW/83AXD/11iFBAgQIECAwNQKmBgBAgQIECBAgAABAgQIECDQfwEVEuifQI1Ua6s5cP0m8Jc+djEe/c0LEc2NB1hsybE329LCYvzur7bxzEd08d5/znPD4xHdYl6v3/7tfzza/wpzKW0ECBAgQIAAAQIEpk7AhAgQIECAAAECBAgQIECAAIH+C/S0whr+1jYqL/PVsnQmHv3UxXjsMwax0XwouvxvdG3f3+qsNjLsjVhsjsTf/cVaPPOrNuKv/ng1YqMGwDnZesvZbd/nOPkBm8kPYQQCBAgQIECAAAECBAgQOFvAMQECBAgQIECAAAECBAgQmGWBjFFHX/69uYZBRG6PfcbR+PpnHI9oTuWlmrLmbhQG1+OzWz0/iVay05xItzCaX1MW4kPvH8S3PPqG+KXXrG+GwGUt76lzyd2Et4PqXgB8UPLGJUCAAAECBAgQIECAAIF5FFAzAQIECBAgQIAAAQIEZl6gxqy13VzIQsTWicc+Yym+4VtWIhavj/qDy21zJtrSZutuaqOv6MakXlsTKVshb9tGaY/Ea793I57zuKvj1IeWIkqGwTWYznnVXeSr3t1u7XM301sz07PvzeQVQoAAAQIECBAgQIAAAQIECPRfQIUECBAgQIAAAQIE+iqwFbrW8jJ9/OonLsSTnn84YvH9sRm2xsG+2uWI9lD8zVsviW/8kuvif79tEN1GzrltYirmF+N9ZVXj7VBvBAjsUMDtBAgQIECAAAECBAgQIECAQP8FVEiAAAECBAgQmCeBxYgv+/rlePZLroiVwxsHVnkpTTTZBt1CDOpPP3fD+NC7jsYzH/X++NXXrmcoHLFxZnG0jzaiBqflwGY7voFrHePrTU8ECBAgsCMBNxMgQIAAAQIECBAgQIAAAQL9F1AhAQIECBCYO4Em09TByXjwowbxjJccj4Xlk0lQf2Q5d9u/uVwP96N1GenmFjGIyCC4y89rJ+4cr37JajznMdfHjR/KSWxPLQ9v3s578ubLU3wkAJ7ixTE1AgQIEOi1gOIIECBAgAABAgQIECBAgACB/guokAABAvMlULLc2kbfpT0SUUo84MsX48WvXYlu8dpo2/U8ly32+VVqmJsT6xajZBBcMiEdDA7H///3SjzxS7v46z/eyPP1ntMZEke+MsCOjc3jYX6csS3Lm7EZmy4BAgQIECBAYOYFFECAAAECBAgQIECAAAECBAj0X0CFBOZXoEaptWWqGjUL/qwHLsdLX3tpXHrlDdEOFxOmRNeN7sjjCW+j8LeOUfKtttxtbSvLR+OaD7TxjEeejh98zg1x8tqVvFIT39oWIkoGwYMMgqN+jpl5CYBnZqlMlAABAgQIECBAoBcCiiBAgAABAgQIECBAgAABAgT6LzDnFdZot7YRQ81cuzbu9fkL8UM/d8e44m43xNrGakaqXbT156CbEqXUFlv7Evv5KplQL5Zj8eY3HotnfOVqvPPvBxFthtS1gC7n0mUQHHkuZuclAJ6dtTJTAgQIECBAgAABAgRmXMD0CRAgQIAAAQIECBAgQIDAPAhkbBq13VRrBryRZz7qkyNe/vOXxT0/fiWG7XqUpqkRcER9L8PRbustz01uO3tuXR27DtU18X//10Z808Oujp/5gROxcSLvKidj9C3g2NnroO8WAB/0ChifAAECBAgQIECAAAECBOZBQI0ECBAgQIAAAQIECBCYG4GMTjPuPbvcPJNbdCWuukfES98Q8Ymfvh7tsI3hcDWG5XQMY23zgeZklLy3lJL787fNG3f+Xn92urZoY5Tr1l94HrWuixJdNOVwrJ+6Y7zhRwfxjEddH//814cjhhmnZjadl+PmV3fz4RQe5YyncFZzMyWFEiBAgAABAgQIECBAgAABAv0XUCEBAgQIECBAgAABugGIrQAAEABJREFUApsCJTJpjSvvGvHqNx2Lf3+/DHsHbUS3GKXktcjX8Gi+bR3n0WS22v/ZbWuUDKhr0NsND8X//qvD8ZQvH8bP/sh6nDmR10eZ73oenMlW/13g0Yk8nr5NADx9a2JG8yKgTgIECBAgQIAAAQIECBAgQKD/AiokQIAAAQIECBC4WWA7c82EslmOeOnPHI0vecx6NAuno4lD0TWnIwY3pa03P7dPR/UHqZsYxqB00bSLMVxdjNf/yDCe/BXXxT/+ZUS7USK6lZzNYrY8zvdp3JJ3GqdlTgQIEOi3gOoIECBAgAABAgQIECBAgACB/guokAABAgQIELiAQNmIKCWe/j3H4jFPXYnh4NroYinaWIibX/Vbtu3NH/flqManGe7Wocsw8ije+45j8c0PPx0/9uJhDDOjzomeZyb1gf2e63mmkadqBbmzESBAgAABAvskYBgCBAgQIECAAAECBAgQIECg/wIqJECAAIELCdRUtQa9gwxNMwR+zNOX4jtfczRWjp7MpwbRdiW6DF+jrOXn/dzqxGrLMUcp6iCiXY7VMyXataX49dcN4mvuM4w/+vWc10be03XRdasR3Xp0cSpPCIATwUaAAAECBAgQmCcBtRIgQIAAAQIECBAgQIAAAQL9F1AhAQIXK1DKVtg62Ih7P3gxvvdnDsVVd89AtWmj2w5/u1ESe7FdjuG+rTlt91Qz6q3j4UaJaz5Q4kVPHMaLvnE1PvQvZfQz0RGZBnfLeVf99vIw9we77bfYwVZrdAIECBAgQIAAAQIHJWBcAgQIECBAgAABAgQIECBAoP8CKtydQJfBaVmPf/NZC/H9P3M0PuZTz8TCchNthqrdLfLYiExkdzfKrp4qpUQTJQalGbV6vNgcij/9b4N4/BeeiDf88Fp0q4dyWk1EZPjbDfI4D+s0a8vD/d7qTPZ7TOMRIECAAAECBAgQIEBgrgQUS4AAAQIECBAgQIAAAQIECFxYoBsuxnBjNe58z2G84pcOxb0fdCaibNw67q0/DX3rs7Evr5pGj1qO1i7EqRuX4ud/bBCPut/74o9+cxgx3Ap/83Ic1BxzbAFwItgIECBAgAABAgQIECBAgMCEBHRLgAABAgQIECBAgAABArcnUCJKppaDhZWIaGLxyHq84EcuiSd8Wxdtc3UM27Pj1BKlRLZymy32+OpG/7ZvF9v7m7orXcSoRUSJnNRCdBsLcfW/3im+60ldPO3hH45/eXuerxOu99UQOOded/lktPlf3ecdE92ScqL96/y8Ak4SIECAAAECBAgQIECAAAEC/RdQIQECBAgQIECAAAECFy1QA9XRzXnQLUUsrcdXPHExXvazl8Rld74x2nIqA9e8oRtkMFuy7UeUmuNdcKtzrS0j124x/s9fXRKPf8iJ+IFvuzGuf2+eq/82cA2Caxv1U9PgM3m0nm1y868j5wA2AgT2TcBABAgQIECAAAECBAgQIECAQP8FVEiAAAECBAgQILB7gcxUR2lvWY9Pv+9SvPJXj8WnfPqhKM1GrK+3o/B3+9u5db/7gfb2ZMl5lsEwBrVFhtLrgxh0R+K//uyhePTnrcZrXrgWazeUGK5FvRpNLETpViIyLI48ExN6NRPqV7cECBAgcB4BpwgQIECAAAECBAgQIECAAIH+C6iQAAECBAgQ2KtA/aZsxphlI2JwIq78qIiXvbHEAx++FmXxZHSRIXC2vY6y9+dLhrnZckZRcs61ZbC7MFiK0yeX4ld/ehBf/bkn4zd+9lSsn6r3rUde3mxRX119G3tLubH3qUMCBAgQIEDg1gLOECBAgAABAgQIECBAgAABAv0XUCEBAgQIjEWgRpgL2VP9tuzRqFnvwtEz8ayXHo7n/sByLF/y/miWTmeWWqJ+CzdvPMAt59plu2kGm0FwKV103SBu+NBivPyFw3jcA2+IX/+pjVg9maFvbu2wPpCBcB7X/Lh+GhVaP29+2PX72bPZdSceJECAAAECBAgQuJCAawQIECBAgAABAgQIECBAgED/BVRIgMD4BUqMEt5B5GshSubBn/+IpfiJ/3LXuMvdM2ityXCX9+TVg91q5Frb+WZRYlCOxPv/5Xi88sVd/KcvvjZ+91fOxMZqRHRLESUPMiyO0StrKifzaG8p8G3NJDu2ESBAgAABAgQIECCwZwEdECBAgAABAgQIECBAgAABAv0XUOEEBTIUrUFvLETUoHSwGnf5uIif/J1L4v4PPxXdYD1qBtxmDlxbPY4peZUyiJKt6QYxqHPaOBzv/adL4nufcSKe+JD1eMsvZhB8cjmD4Jx8V0PfrLE9knfm53zf7dbs9kHPESBAgAABAgQIECBAgMCFBVwlQIAAAQIECBAgQIAAAQIE9ipQ48za6m8mZzA6zMA0M+HBShvPednReNGrmyiLN+QgG9kyS40apNaWH/cpDc6Rztlylmd9zrk06xEZXEfJiY/C4OPxrndsxA9825l4/BffEL/6kzfG+smSz2QNdZdHm1s+e1M99bgabF650HtzoYuuESBAgAABAgQIECBAgAABArsS8BABAgQIECBAgAABAgQIjFVg9B3aGH2VtumilBKxFHHvhwziZ3//eHzyfziRUempWMpzbXNm9J3hsQ5/Vmdd18X5W+T5vDFz3pr1ljbnWY+HgyjDxbyWc85ZRrcY7UYG2WvH493/eCRe+cJBPPb+N8Yv/9harJ7I52vOm8+13Zm8ezVP1HY69122298EwLdvNMY7dEWAAAECBAgQIECAAAECBAj0X0CFBAgQIECAAAECBAjsm0Bmqld+dBcv/anj8ZinlGiba3LojECbDE1LJqn1W8C15dnJbzmZ2G63HC3PZ36b2XEGwXkt59RlK9Fkpn04rnn3sXj1dzXxyP/4vnjtS2+Ia98X2VP9SegMiqO+6j4/R9Z0Oy2rrw9oBAhMXMAABAgQIECAAAECBAgQIECAQP8FVEiAAAECBAgQIDB5gSbD1NpylylpdG2J5SNNPO5bD8UP/vzxuPNH1pB0PefRZMutZPKau/3dtiZXJzhqkVHvrVvJuQ9KRJ3ioF2JG95/Vfzyj5d4xL0/GD/4Lavxjr/rottYiehqLW3uB7duGSHHWa3eGV4ECBAgMFkBvRMgQIAAAQIECBAgQIAAAQL9F1AhAQIECBAgcEAC9Zu+o2/8dvEJn9HFT/zXI/HFjxpEO7g+2mbjgCZVhy35VlvubmsrGU7XW5oMrUfJbYlueCy69TvGb//iQnzDF304nvmItfizN7fRruYNeXuc3Wq/Z3/O47yrntUIECBAgACBCQnolgABAgQIECBAgAABAgQIEOi/gAoJECBA4AAFShlEiaWcQYmmWY6V4xFP/+7D8bKfPhZX3u3D0UaGwE2JkiFr6UpM1ysT25xhRBOD0o5aadqcaxdNN4iF7ni8/c8H8fxvKPGY/3gmfuEVZ+KGq7OCzIu7jS66LmurAXie2t6a7QN7AgQIECBAgACBcQvojwABAgQIECBAgAABAgQIEOi/gAoJEJgOgXLzNGoCuhDxaQ8YxE/81yvjQQ/fiMHyDRFtnhys5X1dtmnZ6rzrhOt+c043H9XP+SmD4Oia+OA7V+LHX1ri4fc6Gd/5xNPxV3+0EaXLmrqsJ8PjKBsRZTWj5PAiQIAAAQIECBAgQGDsAjokQIAAAQIECBAgQIAAAQIE+i+gwukUyMx0+2eSj9xhPb71hw7Fd732UNzhLqdj2A2jLZkF58zbrZa7s7YMU8/6dBCHJafQZBtE/W8hBnliMFjPktZisVnOnPdI/MmbF+NbHn1DfM1nr8Uvv2ojPvTOJrph/fnoEAAfxKIZkwABAgQIECBAgACBfguojgABAgQIECBAgAABAgQIEDhggdE3YldzEoOIQRefef/F+Ln/fige+phhRHNjZIqaLSIyXI3RKxPXjFgj8vpoPzp5wbfJX8w5lbWI2rrFKO1SjF7Neu7aWF64PK5531L855ctxiM+54PxvK89E3/4pkUBcOrYCBAgQIAAAQIECBAgQIDAuAT0Q4AAAQIECBAgQIAAAQLTIlCWMuxtbprN4HDEU7/7aLzyTUfiYz7twxHldJQMituuRNtk0Bolz2XoGvv76rr6b/nWFpGH57Z2Mbra6oX6teAMrLt2MDrXtvlMto31Jprh5fG2P1iK7376mgB4f5bPKAQIECBAgAABAgQIECBAgED/BVRIgAABAgQIECBAgMD0CNTgNwPd0YS29/khT3/CZwziR37+ivhPz1mMhUPXRQxWIzZW8mKJGH3LNvf5af+3Ou52O3v0eu5Cn/NahthR/z3gdlkAnBw2ApMV0DsBAgQIECBAgAABAgQIECDQfwEVEiBAgAABAgQITK9AzU/PaSVWjjbxlU8exE//zh3jcx80iGZxPdbX16Npbq+M/fqG8NkTvvCc6pRv2S78hKsECBAgsGsBDxIgQIAAAQIECBAgQIAAAQL9F1AhAQIECBAgMGsCbXRlNaJt46qPGcZzXtHEC141iLt+7DBiMc9HDXm3W9a2fVi/ZRvt1oncTXyrIfDOB2l2/ognCBAgQIAAgYsQcAsBAgQIECBAgAABAgQIECDQfwEVEiBAgMBMCjRRYinKYCFn38Ty0Yj7PnQ1/vPvrMTXPqPNz2sRg2Feq8lv7tqSYXG2PJyFrZmFSZojAQIECBAgQGC2BMyWAAECBAgQIECAAAECBAgQ6L+ACgkQmG2B7UA3912NTFdi8VgbX/2UQ/Ha31qJ+37hekRzOtv1EYMMgmsgXNqIrobGZapLr9VM9QRNjgABAgQIECBAgMBMCZgsAQIECBAgQIAAAQIECBAg0H8BFfZIYBhRNiKT3Sglg91mI+58z4gXvGYlXv7Lh+KjP7mJbrAaXWmijWxN3p9333rrtk5t77c+HsBOAHwA6IYkQIAAAQIECBAgQKCfAqoiQIAAAQIECBAgQIAAAQIEZkygG0S0CxH1W8CjIDjnP6jf/m3jEz6zi9f816Px3O9fikuv+kBEWcu2GpFRcNz0qoHvVusyQI6t45uu7/+BAHj/zY1IgAABAgQIECBAgAABAv0TUBEBAgQIECBAgAABAgQIzKJAzWxrYlr3kUFwZCBcf+Y5g+GykMdNEw94ZBNv+O9XxRNfeDqWj10TZenGWO9OR9fWhzYiypm4+XVTZzef2uejOoN9HnKehlMrAQIECBAgQIAAAQIECBAg0H8BFRIgQIAAAQIECBAg0A+BGujestXK2lg+2sWXf90l8fO/f7d42KMPxeGjG1Ga9Yh2KWJ4OCID4yhd7vP50TeB63MH0wTAB+Nu1HkQUCMBAgQIECBAgAABAgQIECDQfwEVEiBAgAABAgQI9E8gM9y4qW1kfW22EmUh4vhVEU940XK87nePxxd81XosHrk22sH10Qy2wt+S95Zh3p+f8/0gNgHwQagbkwCB3gsokAABAgQIECBAgAABAgQIEOi/gAoJECBAgACBeRDI1O9MNoAAABAASURBVLf+LHRkqFu/4VtLLhFXfGTEM192OP7z79wh7v+wLtqFD0X9Reh2cGpzn/dlFBy1xejfBc4To23ywbAAeATtjQABAgQIjE1ARwQIECBAgAABAgQIECBAgED/BVRIgAABAnMlkIlv/UpwyX1NV5uMdWtb6OKqj+viea84Fq/81Svivl98YzSLaxGLN8ZG10abiXCXeW/brGYQnAejn4bOIPmcQHj8kM34u9QjAQIECBAgQGBeBdRNgAABAgQIECBAgAABAgQI9F9AhQQIzKfAWbFq5sA1D950yGC3aeLjPj3iha86Fq/+9UvigQ9bjOXjH4qu2diMettDcdP97WLEKAiOib3OmunExtAxAQIECBAgQIAAgf4LqJAAAQIECBAgQIAAAQIECBDov4AKCdxKYCsNrruFiHv+m0E85wcPx2t/68r4im+8IZpD74thORNRSnSDDIsXT+Vx7uO2Xhe6dlvPnHteAHyuh08ECBAgQIAAAQIECBDYsYAHCBAgQIAAAQIECBAgQIAAgf4LnL/CTH5rZtvm1dyXTF9L08bdP3YYT/6Oy+KX/+Qu8WWPW4/Dl5yI6LrIWzZvHB3VT7XlqZu2+rm2m07s+CCnsONnPECAAAECBAgQIECAAAECBAhsCngnQIAAAQIECBAgQIAAgbkTqBFrbRn+1trrLj/W8Ld+jBjkbjEiz93hqoinvvhY/MIfH4snveiGuOyqG2I4uD42uvpN4PWIki3y1ZYMiLNFbTUAri3P72LLYXfxlEduR8BlAgQIECBAgAABAgQIECBAoP8CKiRAgAABAgQIECBAgMDtC5TMgw9dEvGwr700fvb3rooXveJ4fNy/bfPBbGVjM/htMgguq3mubjUErq0e77wJgHdu5gkCFxZwlQABAgQIECBAgAABAgQIEOi/gAoJECBAgAABAgQIXIxAzXFrq/dmELx0rI37fslCvOa3jser3rQc9/mCU7F09JpYXT8RXddEF+vRdu2o1Ucu3Oq3hLfbzXcKgG+2cESAAIE9C+iAAAECBAgQIECAAAECBAgQ6L+ACgkQIECAAAECOxGoEW2UfG82IurvRNeEdjHiY+/VxHf8+BXxc390eTzhuYfiirudiW7xg9GVYeTd0UZkq0d5cPbWZaJc20131Xtq27ypdr955J0AAQIECBDYi4BnCRAgQIAAAQIECBAgQIAAgf4LqJAAAQIECOxYoGReW2oAHIOIPB617bw2T11yVcQjn7ESr/+DY/HiH7syPv1z2yjL1+e9wyhNG10pGQRH5EFEmx1sPxt5UNp6IdvNmwD4ZgtHBAgQIECAAIFdCniMAAECBAgQIECAAAECBAgQ6L+ACgkQILAXgRrLZnhbu6i72upxbfU4g96FoxH3+cKl+P43rsQv//ll8cin3BhX3i2ia05ENGciyjBbxChAjvoq9WIe5D7ft7c60vaxPQECBAgQIECAAAECOxVwPwECBAgQIECAAAECBAgQINB/ARUSmKhAl71vxbZlNUqzHpde2cU3PPvS+Lm3DuJ7X7cS9/vSNsryyVjvTkU32MhWvxk8iK4sZMt900TXlFHb6in7tBEgQIAAAQIECBAgQIDAjgTcTIAAAQIECBAgQIAAAQIECPRfYPIVrkfUDLi2WM7hFvJz/VZvtqaLz/i8hfjWlx2O//K24/HcH+ziEz5lIZqFUxFlI25+1YdrixAA36ziiAABAgQIECBAgAABAgQIXKyA+wgQIECAAAECBAgQIECAwJgEFmP0s84ltl5NlCYPB9maZnS8eKjEocsiHvzII/Hy31iP1//B0fj6Z6/FR3z8+2M9romNuCHashptZsBNPmYbm4COCBAgQIAAAQIECBAgQIAAgf4LqJAAAQIECBAgQIAAAQLjFLgp+b1wp/W20kaz0MSd7hHxyKcejp9+853iZ/7b5fHob+7ibh+9EF2cCQHwhRldJXDxAu4kQIAAAQIECBAgQIAAAQIE+i+gQgIECBAgQIAAAQL7LTAKfnPQ0T7j3ZIHZRhR1qMsrcfdP2k9vuG5x+Knf38hfuLNywLg8CJAgMAYBHRBgAABAgQIECBAgAABAgQI9F9AhQQIECBAgACBAxfocgZdhsDtIKJbzLaULfcxiC5z4Xt+SgiAk8hGgAABAgT2IuBZAgQIECBAgAABAgQIECBAoP8CKiRAgAABAtMhULamkRlw1OOzWlPP5cnRbus2OwIECBAgQIAAgR0JuJkAAQIECBAgQIAAAQIECBDov4AKCRAgMGUCNfQ935S2zguAz4fjHAECBAgQIECAAIHbE3CdAAECBAgQIECAAAECBAgQ6L+ACgnMoIAAeAYXzZQJECBAgAABAgQIEDhYAaMTIECAAAECBAgQIECAAAEC/ReY1QoFwLO6cuZNgAABAgQIECBAgAABAgchYEwCBAgQIECAAAECBAgQIDDVAgLgsSyPTggQIECAAAECBAgQIECAAIH+C6iQAAECBAgQIECAAAEC0y8gAJ7+NTLDaRcwPwIECBAgQIAAAQIECBAgQKD/AiokQIAAAQIECBAgMCMCAuAZWSjTJEBgOgXMigABAgQIECBAgAABAgQIEOi/gAoJECBAgAABArMkIACepdUyVwIECBCYJgFzIUCAAAECBAgQIECAAAECBPovoEICBAgQIDBzAgLgmVsyEyZAgAABAgQOXsAMCBAgQIAAAQIECBAgQIAAgf4LqJAAAQKzKSAAns11M2sCBAgQIECAAIGDEjAuAQIECBAgQIAAAQIECBAg0H8BFRKYYQEB8AwvnqkTIECAAAECBAgQILC/AkYjQIAAAQIECBAgQIAAAQIE+i8w6xUKgGd9Bc2fAAECBAgQIECAAAECBPZDwBgECBAgQIAAAQIECBAgQGAmBATAe1omDxMgQIAAAQIECBAgQIAAAQL9F1AhAQIECBAgQIAAAQIEZkdAADw7a2Wm0yZgPgQIECBAgAABAgQIECBAgED/BVRIgAABAgQIECBAYMYEBMAztmCmS4DAdAiYBQECBAgQIECAAAECBAgQINB/ARUSIECAAAECBGZRQAA8i6tmzgQIECBwkALGJkCAAAECBAgQIECAAAECBPovoEICBAgQIDCzAgLgmV06EydAgAABAgT2X8CIBAgQIECAAAECBAgQIECAQP8FVEiAAIHZFhAAz/b6mT0BAgQIECBAgMB+CRiHAAECBAgQIECAAAECBAgQ6L+ACgn0QEAA3INFVAIBAgQIECBAgAABApMV0DsBAgQIECBAgAABAgQIECDQf4G+VCgA7stKqoMAAQIECBAgQIAAAQIEJiGgTwIECBAgQIAAAQIECBAgMFMCAuBdLZeHCBAgQIAAAQIECBAgQIAAgf4LqJAAAQIECBAgQIAAAQKzJyAAnr01M+ODFjA+AQIECBAgQIAAAQIECBAg0H8BFRIgQIAAAQIECBCYUQEB8IwunGkTIHAwAkYlQIAAAQIECBAgQIAAAQIE+i+gQgIECBAgQIDALAsIgGd59cydAAECBPZTwFgECBAgQIAAAQIECBAgQIBA/wVUSIAAAQIEZl5AADzzS6gAAgQIECBAYPICRiBAgAABAgQIECBAgAABAgT6L6BCAgQI9ENAANyPdVQFAQIECBAgQIDApAT0S4AAAQIECBAgQIAAAQIECPRfQIUEeiQgAO7RYiqFAAECBAgQIECAAIHxCuiNAAECBAgQIECAAAECBAgQ6L9A3yoUAPdtRdVDgAABAgQIECBAgAABAuMQ0AcBAgQIECBAgAABAgQIEJhJAQHwjpbNzQQIECBAgAABAgQIECBAgED/BVRIgAABAgQIECBAgACB2RUQAM/u2pn5fgsYjwABAgQIECBAgAABAgQIEOi/gAoJECBAgAABAgQIzLiAAHjGF9D0CRDYHwGjECBAgAABAgQIECBAgAABAv0XUCEBAgQIECBAoA8CAuA+rKIaCBAgQGCSAvomQIAAAQIECBAgQIAAAQIE+i+gQgIECBAg0BsBAXBvllIhBAgQIECAwPgF9EiAAAECBAgQIECAAAECBAj0X0CFBAgQ6JeAALhf66kaAgQIECBAgACBcQnohwABAgQIECBAgAABAgQIEOi/gAoJ9FBAANzDRVUSAQIECBAgQIAAAQJ7E/A0AQIECBAgQIAAAQIECBAg0H+BvlYoAO7ryqqLAAECBAgQIECAAAECBHYj4BkCBAgQIECAAAECBAgQIDDTAgLgi1o+NxEgQIAAAQIECBAgQIAAAQL9F1AhAQIECBAgQIAAAQIEZl9AADz7a6iCSQvonwABAgQIECBAgAABAgQIEOi/gAoJECBAgAABAgQI9ERAANyThVQGAQKTEdArAQIECBAgQIAAAQIECBAg0H8BFRIgQIAAAQIE+iQgAO7TaqqFAAECBMYpoC8CBAgQIECAAAECBAgQIECg/wIqJECAAAECvRMQAPduSRVEgAABAgQI7F1ADwQIECBAgAABAgQIECBAgED/BVRIgACBfgoIgPu5rqoiQIAAAQIECBDYrYDnCBAgQIAAAQIECBAgQIAAgf4LqJBAjwUEwD1eXKURIECAAAECBAgQILAzAXcTIECAAAECBAgQIECAAAEC/Rfoe4UC4L6vsPoIECBAgAABAgQIECBA4GIE3EOAAAECBAgQIECAAAECBHohIAC+4DK6SIAAAQIECBAgQIAAAQIECPRfQIUECBAgQIAAAQIECBDoj4AAuD9rqZJxC+iPAAECBAgQIECAAAECBAgQ6L+ACgkQIECAAAECBAj0TEAA3LMFVQ4BAuMR0AsBAgQIECBAgAABAgQIECDQfwEVEiBAgAABAgT6KCAA7uOqqokAAQIE9iLgWQIECBAgQIAAAQIECBAgQKD/AiokQIAAAQK9FRAA93ZpFUaAAAECBAjsXMATBAgQIECAAAECBAgQIECAQP8FVEiAAIF+CwiA+72+qiNAgAABAgQIELhYAfcRIECAAAECBAgQIECAAAEC/RdQIYE5EBAAz8EiK5EAAQIECBAgQIAAgQsLuEqAAAECBAgQIECAAAECBAj0X2BeKhQAz8tKq5MAAQIECBAgQIAAAQIEzifgHAECBAgQIECAAAECBAgQ6JWAAPi8y+kkAQIECBAgQIAAAQIECBAg0H8BFRIgQIAAAQIECBAgQKB/AgLg/q2pivYq4HkCBAgQIECAAAECBAgQIECg/wIqJECAAAECBAgQINBTAQFwTxdWWQQI7E7AUwQIECBAgAABAgQIECBAgED/BVRIgAABAgQIEOizgAC4z6urNgIECBDYiYB7CRAgQIAAAQIECBAgQIAAgf4LqJAAAQIECPReQADc+yVWIAECBAgQIHD7Au4gQIAAAQIECBAgQIAAAQIE+i+gQgIECMyHgAB4PtZZlQQIECBAgAABArcl4DwBAgQIECBAgAABAgQIECDQfwEVEpgjAQHwHC22UgkQIECAAAF4Yo6jAAAQAElEQVQCBAgQOFfAJwIECBAgQIAAAQIECBAgQKD/AvNWoQB43lZcvQQIECBAgAABAgQIECBQBTQCBAgQIECAAAECBAgQINBLAQHwOcvqAwECBAgQIECAAAECBAgQINB/ARUSIECAAAECBAgQIECgvwIC4P6urcp2KuB+AgQIECBAgAABAgQIECBAoP8CKiRAgAABAgQIECDQcwEBcM8XWHkECFycgLsIECBAgAABAgQIECBAgACB/guokAABAgQIECAwDwIC4HlYZTUSIECAwIUEXCNAgAABAgQIECBAgAABAgT6L6BCAgQIECAwNwIC4LlZaoUSIECAAAECtxZwhgABAgQIECBAgAABAgQIEOi/gAoJECAwXwIC4Plab9USIECAAAECBAhsC9gTIECAAAECBAgQIECAAAEC/RdQIYE5FBAAz+GiK5kAAQIECBAgQIDAvAuonwABAgQIECBAgAABAgQIEOi/wLxWKACe15VXNwECBAgQIECAAAECBOZTQNUECBAgQIAAAQIECBAgQKDXAgLg0fJ6I0CAAAECBAgQIECAAAECBPovoEICBAgQIECAAAECBAj0X0AA3P81VuHtCbhOgAABAgQIECBAgAABAgQI9F9AhQQIECBAgAABAgTmREAAPCcLrUwCBM4v4CwBAgQIECBAgAABAgQIECDQfwEVEiBAgAABAgTmSUAAPE+rrVYCBAgQOFvAMQECBAgQIECAAAECBAgQINB/ARUSIECAAIG5ExAAz92SK5gAAQIECBCIYECAAAECBAgQIECAAAECBAj0X0CFBAgQmE8BAfB8rruqCRAgQIAAAQLzK6ByAgQIECBAgAABAgQIECBAoP8CKiQwxwIC4DlefKUTIECAAAECBAgQmDcB9RIgQIAAAQIECBAgQIAAAQL9F5j3CgXA8/4XoH4CBAgQIECAAAECBAjMh4AqCRAgQIAAAQIECBAgQIDAXAjMeQA8F2usSAIECBAgQIAAAQIECBAgMOcCyidAgAABAgQIECBAgMD8CAiA52etVXpLAZ8JECBAgAABAgQIECBAgACB/guokAABAgQIECBAgMCcCQiA52zBlUuAwKaAdwIECBAgQIAAAQIECBAgQKD/AiokQIAAAQIECMyjgAB4HlddzQQIEJhvAdUTIECAAAECBAgQIECAAAEC/RdQIQECBAgQmFsBAfDcLr3CCRAgQIDAPAqomQABAgQIECBAgAABAgQIEOi/gAoJECAw3wIC4Plef9UTIECAAAECBOZHQKUECBAgQIAAAQIECBAgQIBA/wVUSIBACID9ERAgQIAAAQIECBAg0HsBBRIgQIAAAQIECBAgQIAAAQL9F1DhpoAAeNPBOwECBAgQIECAAAECBAj0U0BVBAgQIECAAAECBAgQIEBgrgTmNACeqzVWLAECBAgQIECAAAECBAgQmFMBZRMgQIAAAQIECBAgQGD+BATA87fmKiZAgAABAgQIECBAgAABAgQI9F9AhQQIECBAgAABAgTmVEAAPKcLr2wC8yqgbgIECBAgQIAAAQIECBAgQKD/AiokQIAAAQIECMyzgAB4nldf7QQIEJgvAdUSIECAAAECBAgQIECAAAEC/RdQIQECBAgQmHsBAfDc/wkAIECAAAEC8yCgRgIECBAgQIAAAQIECBAgQKD/AiokQIAAgSogAK4KGgECBAgQIECAQH8FVEaAAAECBAgQIECAAAECBAj0X0CFBAjcJCAAvonCAQECBAgQIECAAAECfRNQDwECBAgQIECAAAECBAgQINB/ARWeKyAAPtfDJwIECBAgQIAAAQIECBDoh4AqCBAgQIAAAQIECBAgQIDAXArMWQA8l2usaAIECBAgQIAAAQIECBAgMGcCyiVAgAABAgQIECBAgMD8CgiA53ft569yFRMgQIAAAQIECBAgQIAAAQL9F1AhAQIECBAgQIAAgTkXEADP+R+A8gnMi4A6CRAgQIAAAQIECBAgQIAAgf4LqJAAAQIECBAgQCBCAOyvgAABAgT6LqA+AgQIECBAgAABAgQIECBAoP8CKiRAgAABAgS2BATAWxB2BAgQIECAQB8F1ESAAAECBAgQIECAAAECBAj0X0CFBAgQIHC2gAD4bA3HBAgQIECAAAEC/RFQCQECBAgQIECAAAECBAgQINB/ARUSIHArAQHwrUicIECAAAECBAgQIEBg1gXMnwABAgQIECBAgAABAgQIEOi/gArPLyAAPr+LswQIECBAgAABAgQIECAwmwJmTYAAAQIECBAgQIAAAQIE5lpgTgLguV5jxRMgQIAAAQIECBAgQIAAgTkRUCYBAgQIECBAgAABAgQICID9DfRfQIUECBAgQIAAAQIECBAgQIBA/wVUSIAAAQIECBAgQIDASEAAPGLwRoBAXwXURYAAAQIECBAgQIAAAQIECPRfQIUECBAgQIAAAQI3CwiAb7ZwRIAAAQL9ElANAQIECBAgQIAAAQIECBAg0H8BFRIgQIAAAQK3EBAA3wLERwIECBAgQKAPAmogQIAAAQIECBAgQIAAAQIE+i+gQgIECBA4n4AA+HwqzhEgQIAAAQIECMyugJkTIECAAAECBAgQIECAAAEC/RdQIQECtykgAL5NGhcIECBAgAABAgQIEJg1AfMlQIAAAQIECBAgQIAAAQIE+i+gwgsLCIAv7OMqAQIECBAgQIAAAQIECMyGgFkSIECAAAECBAgQIECAAAECKdDzADgrtBEgQIAAAQIECBAgQIAAAQI9F1AeAQIECBAgQIAAAQIECGwLCIC3Jez7J6AiAgQIECBAgAABAgQIECBAoP8CKiRAgAABAgQIECBA4BwBAfA5HD4QINAXAXUQIECAAAECBAgQIECAAAEC/RdQIQECBAgQIECAwK0FBMC3NnGGAAECBGZbwOwJECBAgAABAgQIECBAgACB/guokAABAgQIELgNAQHwbcA4TYAAAQIECMyigDkTIECAAAECBAgQIECAAAEC/RdQIQECBAhcSEAAfCEd1wgQIECAAAECBGZHwEwJECBAgAABAgQIECBAgACB/guokACB2xUQAN8ukRsIECBAgAABAgQIEJh2AfMjQIAAAQIECBAgQIAAAQIE+i+gwosTEABfnJO7CBAgQIAAAQIECBAgQGA6BcyKAAECBAgQIECAAAECBAgQOEugpwHwWRU6JECAAAECBAgQIECAAAECBHoqoCwCBAgQIECAAAECBAgQuKWAAPiWIj7PvoAKCBAgQIAAAQIECBAgQIAAgf4LqJAAAQIECBAgQIAAgfMKCIDPy+IkAQKzKmDeBAgQIECAAAECBAgQIECAQP8FVEiAAAECBAgQIHDbAgLg27ZxhQABAgRmS8BsCRAgQIAAAQIECBAgQIAAgf4LqJAAAQIECBC4HQEB8O0AuUyAAAECBAjMgoA5EiBAgAABAgQIECBAgAABAv0XUCEBAgQIXIyAAPhilNxDgAABAgQIECAwvQJmRoAAAQIECBAgQIAAAQIECPRfQIUECFy0gAD4oqncSIAAAQIECBAgQIDAtAmYDwECBAgQIECAAAECBAgQINB/ARXuTEAAvDMvdxMgQIAAAQIECBAgQIDAdAiYBQECBAgQIECAAAECBAgQIHAegZ4FwOep0CkCBAgQIECAAAECBAgQIECgZwLKIUCAAAECBAgQIECAAIHbEhAA35aM87MnYMYECBAgQIAAAQIECBAgQIBA/wVUSIAAAQIECBAgQIDABQUEwBfkcZEAgVkRME8CBAgQIECAAAECBAgQIECg/wIqJECAAAECBAgQuH0BAfDtG7mDAAECBKZbwOwIECBAgAABAgQIECBAgACB/guokAABAgQIELhIAQHwRUK5jQABAgQIEJhGAXMiQIAAAQIECBAgQIAAAQIE+i+gQgIECBDYiYAAeCda7iVAgAABAgQIEJgeATMhQIAAAQIECBAgQIAAAQIE+i+gQgIEdiwgAN4xmQcIECBAgAABAgQIEDhoAeMTIECAAAECBAgQIECAAAEC/RdQ4e4EBMC7c/MUAQIECBAgQIAAAQIECByMgFEJECBAgAABAgQIECBAgACBCwj0JAC+QIUuESBAgAABAgQIECBAgAABAj0RUAYBAgQIECBAgAABAgQI3J6AAPj2hFyffgEzJECAAAECBAgQIECAAAECBPovoEICBAgQIECAAAECBC5KQAB8UUxuIkBgWgXMiwABAgQIECBAgAABAgQIEOi/gAoJECBAgAABAgQuXkAAfPFW7iRAgACB6RIwGwIECBAgQIAAAQIECBAgQKD/AiokQIAAAQIEdiggAN4hmNsJECBAgACBaRAwBwIECBAgQIAAAQIECBAgQKD/AiokQIAAgd0ICIB3o+YZAgQIECBAgACBgxMwMgECBAgQIECAAAECBAgQINB/ARUSILBrAQHwruk8SIAAAQIECBAgQIDAfgsYjwABAgQIECBAgAABAgQIEOi/gAr3JiAA3pufpwkQIECAAAECBAgQIEBgfwSMQoAAAQIECBAgQIAAAQIECFyEwIwHwBdRoVsIECBAgAABAgQIECBAgACBGRcwfQIECBAgQIAAAQIECBC4WAEB8MVKuW/6BMyIAAECBAgQIECAAAECBAgQ6L+ACgkQIECAAAECBAgQ2JGAAHhHXG4mQGBaBMyDAAECBAgQIECAAAECBAgQ6L+ACgkQIECAAAECBHYuIADeuZknCBAgQOBgBYxOgAABAgQIECBAgAABAgQI9F9AhQQIECBAgMAuBQTAu4TzGAECBAgQIHAQAsYkQIAAAQIECBAgQIAAAQIE+i+gQgIECBDYi4AAeC96niVAgAABAgQIENg/ASMRIECAAAECBAgQIECAAAEC/RdQIQECexYQAO+ZUAcECBAgQIAAAQIECExaQP8ECBAgQIAAAQIECBAgQIBA/wVUOB4BAfB4HPVCgAABAgQIECBAgAABApMR0CsBAgQIECBAgAABAgQIECCwA4EZDYB3UKFbCRAgQIAAAQIECBAgQIAAgRkVMG0CBAgQIECAAAECBAgQ2KmAAHinYu4/eAEzIECAAAECBAgQIECAAAECBPovoEICBAgQIECAAAECBHYlIADeFZuHCBA4KAHjEiBAgAABAgQIECBAgAABAv0XUCEBAgQIECBAgMDuBQTAu7fzJAECBAjsr4DRCBAgQIAAAQIECBAgQIAAgf4LqJAAAQIECBDYo4AAeI+AHidAgAABAgT2Q8AYBAgQIECAAAECBAgQIECAQP8FVEiAAAEC4xAQAI9DUR8ECBAgQIAAAQKTE9AzAQIECBAgQIAAAQIECBAg0H8BFRIgMDYBAfDYKHVEgAABAgQIECBAgMC4BfRHgAABAgQIECBAgAABAgQI9F9AheMVEACP11NvBAgQIECAAAECBAgQIDAeAb0QIECAAAECBAgQIECAAAECuxCYsQB4FxV6hAABAgQIECBAq+aLigAAEABJREFUgAABAgQIEJgxAdMlQIAAAQIECBAgQIAAgd0KCIB3K+e5/RcwIgECBAgQIECAAAECBAgQINB/ARUSIECAAAECBAgQILAnAQHwnvg8TIDAfgkYhwABAgQIECBAgAABAgQIEOi/gAoJECBAgAABAgT2LiAA3ruhHggQIEBgsgJ6J0CAAAECBAgQIECAAAECBPovoEICBAgQIEBgTAIC4DFB6oYAAQIECBCYhIA+CRAgQIAAAQIECBAgQIAAgf4LqJAAAQIExikgAB6npr4IECBAgAABAgTGJ6AnAgQIECBAgAABAgQIECBAoP8CKiRAYOwCAuCxk+qQAAECBAgQIECAAIG9CnieAAECBAgQIECAAAECBAgQ6L+ACicjIACejKteCRAgQIAAAQIECBAgQGB3Ap4iQIAAAQIECBAgQIAAAQIE9iAwIwHwHir0KAECBAgQIECAAAECBAgQIDAjAqZJgAABAgQIECBAgAABAnsVEADvVdDzkxcwAgECBAgQIECAAAECBAgQINB/ARUSIECAAAECBAgQIDAWAQHwWBh1QoDApAT0S4AAAQIECBAgQIAAAQIECPRfQIUECBAgQIAAAQLjExAAj89STwQIECAwXgG9ESBAgAABAgQIECBAgAABAv0XUCEBAgQIECAwZgEB8JhBdUeAAAECBAiMQ0AfBAgQIECAAAECBAgQIECAQP8FVEiAAAECkxAQAE9CVZ8ECBAgQIAAAQK7F/AkAQIECBAgQIAAAQIECBAg0H8BFRIgMDEBAfDEaHVMgAABAgQIECBAgMBOBdxPgAABAgQIECBAgAABAgQI9F9AhZMVEABP1lfvBAgQIECAAAECBAgQIHBxAu4iQIAAAQIECBAgQIAAAQIExiAw5QHwGCrUBQECBAgQIECAAAECBAgQIDDlAqZHgAABAgQIECBAgAABAuMSEACPS1I/4xfQIwECBAgQIECAAAECBAgQINB/ARUSIECAAAECBAgQIDBWAQHwWDl1RoDAuAT0Q4AAAQIECBAgQIAAAQIECPRfQIUECBAgQIAAAQLjFxAAj99UjwQIECCwNwFPEyBAgAABAgQIECBAgAABAv0XUCEBAgQIECAwIQEB8IRgdUuAAAECBAjsRsAzBAgQIECAAAECBAgQIECAQP8FVEiAAAECkxQQAE9SV98ECBAgQIAAAQIXL+BOAgQIECBAgAABAgQIECBAoP8CKiRAYOICAuCJExuAAAECBAgQIECAAIHbE3CdAAECBAgQIECAAAECBAgQ6L+ACvdHQAC8P85GIUCAAAECBAgQIECAAIHzCzhLgAABAgQIECBAgAABAgQIjFFgSgPgMVaoKwIECBAgQIAAAQIECBAgQGBKBUyLAAECBAgQIECAAAECBMYtIAAet6j+9i6gBwIECBAgQIAAAQIECBAgQKD/AiokQIAAAQIECBAgQGAiAgLgibDqlACB3Qp4jgABAgQIECBAgAABAgQIEOi/gAoJECBAgAABAgQmJyAAnpytngkQIEBgZwLuJkCAAAECBAgQIECAAAECBPovoEICBAgQIEBgwgIC4AkD654AAQIECBC4GAH3ECBAgAABAgQIECBAgAABAv0XUCEBAgQI7IeAAHg/lI1BgAABAgQIECBw2wKuECBAgAABAgQIECBAgAABAv0XUCEBAvsmIADeN2oDESBAgAABAgQIECBwSwGfCRAgQIAAAQIECBAgQIAAgf4LqHB/BQTA++ttNAIECBAgQIAAAQIECBDYFPBOgAABAgQIECBAgAABAgQITEBgygLgCVSoSwIECBAgQIAAAQIECBAgQGDKBEyHAAECBAgQIECAAAECBCYlIACelKx+dy7gCQIECBAgQIAAAQIECBAgQKD/AiokQIAAAQIECBAgQGCiAgLgifLqnACBixVwHwECBAgQIECAAAECBAgQINB/ARUSIECAAAECBAhMXkAAPHljIxAgQIDAhQVcJUCAAAECBAgQIECAAAECBPovoEICBAgQIEBgnwQEwPsEbRgCBAgQIEDgfALOESBAgAABAgQIECBAgAABAv0XUCEBAgQI7KeAAHg/tY1FgAABAgQIECBws4AjAgQIECBAgAABAgQIECBAoP8CKiRAYN8FBMD7Tm5AAgQIECBAgAABAgQIECBAgAABAgQIECBAgAABAv0XUOHBCAiAD8bdqAQIECBAgAABAgQIEJhXAXUTIECAAAECBAgQIECAAAECExSYkgB4ghXqmgABAgQIECBAgAABAgQIEJgSAdMgQIAAAQIECBAgQIAAgUkLCIAnLaz/2xdwBwECBAgQIECAAAECBAgQINB/ARUSIECAAAECBAgQILAvAgLgfWE2CAECtyXgPAECBAgQIECAAAECBAgQINB/ARUSIECAAAECBAjsn4AAeP+sjUSAAAEC5wr4RIAAAQIECBAgQIAAAQIECPRfQIUECBAgQIDAPgsIgPcZ3HAECBAgQIBAFdAIECBAgAABAgQIECBAgACB/guokAABAgQOQkAAfBDqxiRAgAABAgQIzLOA2gkQIECAAAECBAgQIECAAIH+C6iQAIEDExAAHxi9gQkQIECAAAECBAjMn4CKCRAgQIAAAQIECBAgQIAAgf4LqPBgBQTAB+tvdAIECBAgQIAAAQIECMyLgDoJECBAgAABAgQIECBAgACBfRA44AB4Hyo0BAECBAgQIECAAAECBAgQIHDAAoYnQIAAAQIECBAgQIAAgf0SEADvl7Rxbi3gDAECBAgQIECAAAECBAgQINB/ARUSIECAAAECBAgQILCvAgLgfeU2GAEC2wL2BAgQIECAAAECBAgQIECAQP8FVEiAAAECBAgQILD/AgLg/Tc3IgECBOZdQP0ECBAgQIAAAQIECBAgQIBA/wVUSIAAAQIECByQgAD4gOANS4AAAQIE5lNA1QQIECBAgAABAgQIECBAgED/BVRIgAABAgcpIAA+SH1jEyBAgAABAgTmSUCtBAgQIECAAAECBAgQIECAQP8FVEiAwIELCIAPfAlMgAABAgQIECBAgED/BVRIgAABAgQIECBAgAABAgQI9F9AhdMhIACejnUwCwIECBAgQIAAAQIECPRVQF0ECBAgQIAAAQIECBAgQIDAPgocUAC8jxUaigABAgQIECBAgAABAgQIEDggAcMSIECAAAECBAgQIECAwH4LCID3W9x4EQwIECBAgAABAgQIECBAgACB/guokAABAgQIECBAgACBAxEQAB8Iu0EJzK+AygkQIECAAAECBAgQIECAAIH+C6iQAAECBAgQIEDg4AQEwAdnb2QCBAjMm4B6CRAgQIAAAQIECBAgQIAAgf4LqJAAAQIECBA4YAEB8AEvgOEJECBAgMB8CKiSAAECBAgQIECAAAECBAgQ6L+ACgkQIEBgGgQEwNOwCuZAgAABAgQIEOizgNoIECBAgAABAgQIECBAgACB/guokACBqREQAE/NUpgIAQIECBAgQIAAgf4JqIgAAQIECBAgQIAAAQIECBDov4AKp0tAADxd62E2BAgQIECAAAECBAgQ6IuAOggQIECAAAECBAgQIECAAIEDENjnAPgAKjQkAQIECBAgQIAAAQIECBAgsM8ChiNAgAABAgQIECBAgACBgxIQAB+U/DyOq2YCBAgQIECAAAECBAgQIECg/wIqJECAAAECBAgQIEDgQAUEwAfKb3AC8yOgUgIECBAgQIAAAQIECBAgQKD/AiokQIAAAQIECBA4eAEB8MGvgRkQIECg7wLqI0CAAAECBAgQIECAAAECBPovoEICBAgQIEBgSgQEwFOyEKZBgAABAgT6KaAqAgQIECBAgAABAgQIECBAoP8CKiRAgACBaRIQAE/TapgLAQIECBAgQKBPAmohQIAAAQIECBAgQIAAAQIE+i+gQgIEpk5AADx1S2JCBAgQIECAAAECBGZfQAUECBAgQIAAAQIECBAgQIBA/wVUOJ0CAuDpXBezIkCAAAECBAgQIECAwKwKmDcBAgQIECBAgAABAgQIECBwgAL7FAAfYIWGJkCAAAECBAgQIECAAAECBPZJwDAECBAgQIAAAQIECBAgcNACAuCDXoF5GF+NBAgQIECAAAECBAgQIECAQP8FVEiAAAECBAgQIECAwFQICICnYhlMgkB/BVRGgAABAgQIECBAgAABAgQI9F9AhQQIECBAgAABAtMjIACenrUwEwIECPRNQD0ECBAgQIAAAQIECBAgQIBA/wVUSIAAAQIECEyZgAB4yhbEdAgQIECAQD8EVEGAAAECBAgQIECAAAECBAj0X0CFBAgQIDCNAgLgaVwVcyJAgAABAgQIzLKAuRMgQIAAAQIECBAgQIAAAQL9F1AhAQJTKyAAntqlMTECBAgQIECAAAECsydgxgQIECBAgAABAgQIECBAgED/BVQ43QIC4OleH7MjQIAAAQIECBAgQIDArAiYJwECBAgQIECAAAECBAgQIDAFAhMOgKegQlMgQIAAAQIECBAgQIAAAQIEJiygewIECBAgQIAAAQIECBCYFgEB8LSsRB/noSYCBAgQIECAAAECBAgQIECg/wIqJECAAAECBAgQIEBgqgQEwFO1HCZDoD8CKiFAgAABAgQIECBAgAABAgT6L6BCAgQIECBAgACB6RMQAE/fmpgRAQIEZl3A/AkQIECAAAECBAgQIECAAIH+C6iQAAECBAgQmFIBAfCULoxpESBAgACB2RQwawIECBAgQIAAAQIECBAgQKD/AiokQIAAgWkWEABP8+qYGwECBAgQIEBglgTMlQABAgQIECBAgAABAgQIEOi/gAoJEJh6AQHw1C+RCRIgQIAAAQIECBCYfgEzJECAAAECBAgQIECAAAECBPovoMLZEBAAz8Y6mSUBAgQIECBAgAABAgSmVcC8CBAgQIAAAQIECBAgQIAAgSkSmFAAPEUVmgoBAgQIECBAgAABAgQIECAwIQHdEiBAgAABAgQIECBAgMC0CQiAp21F+jAfNRAgQIAAAQIECBAgQIAAAQL9F1AhAQIECBAgQIAAAQJTKSAAnsplMSkCsytg5gQIECBAgAABAgQIECBAgED/BVRIgAABAgQIECAwvQIC4OldGzMjQIDArAmYLwECBAgQIECAAAECBAgQINB/ARUSIECAAAECUy4gAJ7yBTI9AgQIECAwGwJmSYAAAQIECBAgQIAAAQIECPRfQIUECBAgMAsCAuBZWCVzJECAAAECBAhMs4C5ESBAgAABAgQIECBAgAABAv0XUCEBAjMjIACemaUyUQIECBAgQIAAAQLTJ2BGBAgQIECAAAECBAgQIECAQP8FVDhbAgLg2VovsyVAgAABAgQIECBAgMC0CJgHAQIECBAgQIAAAQIECBAgMIUCYw6Ap7BCUyJAgAABAgQIECBAgAABAgTGLKA7AgQIECBAgAABAgQIEJhWAQHwtK7MLM7LnAkQIECAAAECBILapsAAABAASURBVAgQIECAAIH+C6iQAAECBAgQIECAAIGpFhAAT/XymByB2REwUwIECBAgQIAAAQIECBAgQKD/AiokQIAAAQIECBCYfgEB8PSvkRkSIEBg2gXMjwABAgQIECBAgAABAgQIEOi/gAoJECBAgACBGREQAM/IQpkmAQIECBCYTgGzIkCAAAECBAgQIECAAAECBPovoEICBAgQmCUBAfAsrZa5EiBAgAABAgSmScBcCBAgQIAAAQIECBAgQIAAgf4LqJAAgZkTEADP3JKZMAECBAgQIECAAIGDFzADAgQIECBAgAABAgQIECBAoP8CKpxNAQHwbK6bWRMgQIAAAQIECBAgQOCgBIxLgAABAgQIECBAgAABAgQITLHAmALgKa7Q1AgQIECAAAECBAgQIECAAIExCeiGAAECBAgQIECAAAECBKZdQAA87Ss0C/MzRwIECBAgQIAAAQIECBAgQKD/AiokQIAAAQIECBAgQGAmBATAM7FMJklgegXMjAABAgQIECBAgAABAgQIEOi/gAoJECBAgAABAgRmR0AAPDtrZaYECBCYNgHzIUCAAAECBAgQIECAAAECBPovoEICBAgQIEBgxgQEwDO2YKZLgAABAgSmQ8AsCBAgQIAAAQIECBAgQIAAgf4LqJAAAQIEZlFAADyLq2bOBAgQIECAAIGDFDA2AQIECBAgQIAAAQIECBAg0H8BFRIgMLMCAuCZXToTJ0CAAAECBAgQILD/AkYkQIAAAQIECBAgQIAAAQIE+i+gwtkWEADP9vqZPQECBAgQIECAAAECBPZLwDgECBAgQIAAAQIECBAgQIDADAjsMQCegQpNkQABAgQIECBAgAABAgQIENijgMcJECBAgAABAgQIECBAYFYEBMCzslLTOE9zIkCAAAECBAgQIECAAAECBPovoEICBAgQIECAAAECBGZKQAA8U8tlsgSmR8BMCBAgQIAAAQIECBAgQIAAgf4LqJAAAQIECBAgQGD2BATAs7dmZkyAAIGDFjA+AQIECBAgQIAAAQIECBAg0H8BFRIgQIAAAQIzKiAAntGFM20CBAgQIHAwAkYlQIAAAQIECBAgQIAAAQIE+i+gQgIECBCYZQEB8CyvnrkTIECAAAECBPZTwFgECBAgQIAAAQIECBAgQIBA/wVUSIDAzAsIgGd+CRVAgAABAgQIECBAYPICRiBAgAABAgQIECBAgAABAgT6L6DCfggIgPuxjqogQIAAAQIECBAgQIDApAT0S4AAAQIECBAgQIAAAQIECMyQwC4D4Bmq0FQJECBAgAABAgQIECBAgACBXQp4jAABAgQIECBAgAABAgRmTUAAPGsrNg3zNQcCBAgQIECAAAECBAgQIECg/wIqJECAAAECBAgQIEBgJgUEwDO5bCZN4OAEjEyAAAECBAgQIECAAAECBAj0X0CFBAgQIECAAAECsysgAJ7dtTNzAgQI7LeA8QgQIECAAAECBAgQIECAAIH+C6iQAAECBAgQmHEBAfCML6DpEyBAgACB/REwCgECBAgQIECAAAECBAgQINB/ARUSIECAQB8EBMB9WEU1ECBAgAABAgQmKaBvAgQIECBAgAABAgQIECBAoP8CKiRAoDcCAuDeLKVCCBAgQIAAAQIECIxfQI8ECBAgQIAAAQIECBAgQIBA/wVU2C8BAXC/1lM1BAgQIECAAAECBAgQGJeAfggQIECAAAECBAgQIECAAIEZFNhhADyDFZoyAQIECBAgQIAAAQIECBAgsEMBtxMgQIAAAQIECBAgQIDArAoIgGd15Q5i3sYkQIAAAQIECBAgQIAAAQIE+i+gQgIECBAgQIAAAQIEZlpAADzTy2fyBPZPwEgE/j/27jzMtrWuD/zvXbuqznDPHRguGpVoGzqPjwafqNEnbTt0ko79GBKnSIw28CgiAoLtBUXEB5A4Ig6AomkQNS2IYosJimk1rW3EIQYkbTdxQkVUFNB7OfeeqYa9V961q+qcOnMNe+/a67c+ddfaa++113rX+/2897/vU3UIECBAgAABAgQIECBAgAABAvkFJCRAgAABAgT6L6AA7v8aSkCAAAECBOYtYHwCBAgQIECAAAECBAgQIEAgv4CEBAgQIJBEQAGcZCHFIECAAAECBAjMR8CoBAgQIECAAAECBAgQIECAQH4BCQkQyCSgAM60mrIQIECAAAECBAgQmKWAsQgQIECAAAECBAgQIECAAIH8AhKmE1AAp1tSgQgQIECAAAECBAgQIHB0ASMQIECAAAECBAgQIECAAAEC/RQ4SAHcz4RmTYAAAQIECBAgQIAAAQIECBxEwLUECBAgQIAAAQIECBAg0GMBBXCPF2+xU/c0AgQIECBAgAABAgQIECBAIL+AhAQIECBAgAABAgQI9F1AAdz3FTR/AosQ8AwCBAgQIECAAAECBAgQIEAgv4CEBAgQIECAAAECKQQUwCmWUQgCBAjMT8DIBAgQIECAAAECBAgQIECAQH4BCQkQIECAAIE8AgrgPGspCQECBAgQmLWA8QgQIECAAAECBAgQIECAAIH8AhISIECAQDIBBXCyBRWHAAECBAgQIDAbAaMQIECAAAECBAgQIECAAAEC+QUkJEAgo4ACOOOqykSAAAECBAgQIEDgKALuJUCAAAECBAgQIECAAAECBPILSJhWQAGcdmkFI0CAAAECBAgQIECAwMEF3EGAAAECBAgQIECAAAECBAj0W2A/BXC/E5o9AQIECBAgQIAAAQIECBAgsB8B1xAgQIAAAQIECBAgQIBAAgEFcIJFnG8EoxMgQIAAAQIECBAgQIAAAQL5BSQkQIAAAQIECBAgQCCLgAI4y0rKQWAeAsYkQIAAAQIECBAgQIAAAQIE8gtISIAAAQIECBAgkEpAAZxqOYUhQIDA7ASMRIAAAQIECBAgQIAAAQIECOQXkJAAAQIECBDIJ6AAzremEhEgQIAAgaMKuJ8AAQIECBAgQIAAAQIECBDILyAhAQIECCQVUAAnXVixCBAgQIAAAQKHE3AXAQIECBAgQIAAAQIECBAgkF9AQgIEMgsogDOvrmwECBAgQIAAAQIEDiLgWgIECBAgQIAAAQIECBAgQCC/gITpBRTA6ZdYQAIECBAgQIAAAQIECNxewBUECBAgQIAAAQIECBAgQIBADoFbFcA5EkpBgAABAgQIECBAgAABAgQI3ErAdwQIECBAgAABAgQIECCQSEABnGgxZxvFaAQIECBAgAABAgQIECBAgEB+AQkJECBAgAABAgQIEMgmoADOtqLyEJiFgDEIECBAgAABAgQIECBAgACB/AISEiBAgAABAgQIpBRQAKdcVqEIECBweAF3EiBAgAABAgQIECBAgAABAvkFJCRAgAABAgTyCiiA866tZAQIECBA4KACridAgAABAgQIECBAgAABAgTyC0hIgAABAskFFMDJF1g8AgQIECBAgMD+BFxFgAABAgQIECBAgAABAgQI5BeQkACBIQgogIewyjISIECAAAECBAgQuJWA7wgQIECAAAECBAgQIECAAIH8AhIORkABPJilFpQAAQIECBAgQIAAAQLXCzhDgAABAgQIECBAgAABAgQI5BK4UQGcK6E0BAgQIECAAAECBAgQIECAwI0EnCNAgAABAgQIECBAgACBhAIK4ISLerRI7iZAgAABAgQIECBAgAABAgTyC0hIgAABAgQIECBAgEBWAQVw1pWVi8BhBNxDgAABAgQIECBAgAABAgQI5BeQkAABAgQIECBAILWAAjj18gpHgACB/Qu4kgABAgQIECBAgAABAgQIEMgvICEBAgQIECCQX0ABnH+NJSRAgAABArcT8D0BAgQIECBAgAABAgQIECCQX0BCAgQIEBiIgAJ4IAstJgECBAgQIEDgxgLOEiBAgAABAgQIECBAgAABAvkFJCRAYEgCCuAhrbasBAgQIECAAAECBPYKeE+AAAECBAgQIECAAAECBAjkF5BwcAIK4MEtucAECBAgQIAAAQIECBCIYECAAAECBAgQIECAAAECBAjkFNhbAOdMKBUBAgQIECBAgAABAgQIECCwV8B7AgQIECBAgAABAgQIEEgsoABOvLgHi+ZqAgQIECBAgAABAgQIECBAIL+AhAQIECBAgAABAgQIZBdQAGdfYfkI7EfANQQIECBAgAABAgQIECBAgEB+AQkJECBAgAABAgQGIaAAHsQyC0mAAIGbC/iGAAECBAgQIECAAAECBAgQyC8gIQECBAgQIDAcAQXwcNZaUgIECBAgcK2AzwQIECBAgAABAgQIECBAgEB+AQkJECBAYGACCuCBLbi4BAgQIECAAIFtAa8ECBAgQIAAAQIECBAgQIBAfgEJCRAYooACeIirLjMBAgQIECBAgMCwBaQnQIAAAQIECBAgQIAAAQIE8gtIOFgBBfBgl15wAgQIECBAgAABAgSGKCAzAQIECBAgQIAAAQIECBAgkFugK4BzJ5SOAAECBAgQIECAAAECBAgQ6ATsBAgQIECAAAECBAgQIDAAAQXwABb51hF9S4AAAQIECBAgQIAAAQIECOQXkJAAAQIECBAgQIAAgaEIKICHstJyEriRgHMECBAgQIAAAQIECBAgQIBAfgEJCRAgQIAAAQIEBiWgAB7UcgtLgACBKwLeESBAgAABAgQIECBAgAABAvkFJCRAgAABAgSGJ6AAHt6aS0yAAAECBAgQIECAAAECBAgQIECAAAEC+QUkJECAAIGBCiiAB7rwYhMgQIAAAQJDFZCbAAECBAgQIECAAAECBAgQyC8gIQECQxZQAA959WUnQIAAAQIECBAYloC0BAgQIECAAAECBAgQIECAQH4BCQcvoAAe/P8CAAgQIECAAAECBAgQGIKAjAQIECBAgAABAgQIECBAgEB+gS6hArhTsBMgQIAAAQIECBAgQIAAgbwCkhEgQIAAAQIECBAgQIDAgAQUwANa7Kuj+kSAAAECBAgQIECAAAECBAjkF5CQAAECBAgQIECAAIGhCSiAh7bi8hLoBOwECBAgQIAAAQIECBAgQIBAfgEJCRAgQIAAAQIEBimgAB7ksgtNgMCQBWQnQIAAAQIECBAgQIAAAQIE8gtISIAAAQIECAxXQAE83LWXnAABAgSGJyAxAQIECBAgQIAAAQIECBAgkF9AQgIECBAYuIACeOD/A4hPgAABAgQIDEVATgIECBAgQIAAAQIECBAgQCC/gIQECBCIUAD7v4AAAQIECBAgQIBAdgH5CBAgQIAAAQIECBAgQIAAgfwCEhLYEVAA70A4ECBAgAABAgQIECBAIKOATAQIECBAgAABAgQIECBAgEB+gb0JFcB7NbwnQIAAAQIECBAgQIAAAQJ5BCQhQIAAAQIECBAgQIAAgQEKKIAHt+gCEyBAgAABAgQIECBAgAABAvkFJCRAgAABAgQIECBAYKgCCuChrrzcwxSQmgABAgQIECBAgAABAgQIEMgvICEBAgQ8PUazAAAQAElEQVQIECBAgMCgBRTAg15+4QkQGJKArAQIECBAgAABAgQIECBAgEB+AQkJECBAgAABAgpg/w8QIECAAIH8AhISIECAAAECBAgQIECAAAEC+QUkJECAAAECUwEF8JTBCwECBAgQIEAgq4BcBAgQIECAAAECBAgQIECAQH4BCQkQIHBFQAF8xcI7AgQIECBAgAABArkEpCFAgAABAgQIECBAgAABAgTyC0hI4BoBBfA1ID4SIECAAAECBAgQIEAgg4AMBAgQIECAAAECBAgQIECAQH6BGyVUAN9IxTkCBAgQIECAAAECBAgQINBfATMnQIAAAQIECBAgQIAAgQELKIAHs/iCEiBAgAABAgQIECBAgAABAvkFJCRAgAABAgQIECBAYOgCCuCh/x8g/zAEpCRAgAABAgQIECBAgAABAgTyC0hIgAABAgQIECBAoAoogCuCjQABApkFZCNAgAABAgQIECBAgAABAgTyC0hIgAABAgQIENgVUADvSjgSIECAAIF8AhIRIECAAAECBAgQIECAAAEC+QUkJECAAAECVwkogK/i8IEAAQIECBAgkEVADgIECBAgQIAAAQIECBAgQCC/gIQECBC4XkABfL2JMwQIECBAgAABAgT6LWD2BAgQIECAAAECBAgQIECAQH4BCQncREABfBMYpwkQIECAAAECBAgQINBHAXMmQIAAAQIECBAgQIAAAQIE8gvcKqEC+FY6viNAgAABAgQIECBAgAABAv0RMFMCBAgQIECAAAECBAgQIBAK4PT/EwhIgAABAgQIECBAgAABAgQI5BeQkAABAgQIECBAgAABAtsCCuBtB68EcgpIRYAAAQIECBAgQIAAAQIECOQXkJAAAQIECBAgQIDAHgEF8B4MbwkQIJBJQBYCBAgQIECAAAECBAgQIEAgv4CEBAgQIECAAIFrBRTA14r4TIAAAQIE+i8gAQECBAgQIECAAAECBAgQIJBfQEICBAgQIHBDAQXwDVmcJECAAAECBAj0VcC8CRAgQIAAAQIECBAgQIAAgfwCEhIgQODmAgrgm9v4hgABAgQIECBAgEC/BMyWAAECBAgQIECAAAECBAgQyC8gIYHbCCiAbwPkawIECBAgQIAAAQIECPRBwBwJECBAgAABAgQIECBAgACB/AL7SagA3o+SawgQIECAAAECBAgQIECAwPIKmBkBAgQIECBAgAABAgQIELgsoAC+TJHtjTwECBAgQIAAAQIECBAgQIBAfgEJCRAgQIAAAQIECBAgcLWAAvhqD58I5BCQggABAgQIECBAgAABAgQIEMgvICEBAgQIECBAgACBGwgogG+A4hQBAgT6LGDuBAgQIECAAAECBAgQIECAQH4BCQkQIECAAAECNxNQAN9MxnkCBAgQINA/ATMmQIAAAQIECBAgQIAAAQIE8gtISIAAAQIEbimgAL4ljy8JECBAgAABAn0RME8CBAgQIECAAAECBAgQIEAgv4CEBAgQuL2AAvj2Rq4gQIAAAQIECBAgsNwCZkeAAAECBAgQIECAAAECBAjkF5CQwD4FFMD7hHIZAQIECBAgQIAAAQIEllHAnAgQIECAAAECBAgQIECAAIH8AgdJqAA+iJZrCRAgQIAAAQIECBAgQIDA8giYCQECBAgQIECAAAECBAgQuE5AAXwdSd9PmD8BAgQIECBAgAABAgQIECCQX0BCAgQIECBAgAABAgQI3FhAAXxjF2cJ9FPArAkQIECAAAECBAgQIECAAIH8AhISIECAAAECBAgQuIWAAvgWOL4iQIBAnwTMlQABAgQIECBAgAABAgQIEMgvICEBAgQIECBA4HYCCuDbCfmeAAECBAgsv4AZEiBAgAABAgQIECBAgAABAvkFJCRAgAABAvsSUADvi8lFBAgQIECAAIFlFTAvAgQIECBAgAABAgQIECBAIL+AhAQIENi/gAJ4/1auJECAAAECBAgQILBcAmZDgAABAgQIECBAgAABAgQI5BeQkMABBRTABwRzOQECBAgQIECAAAECBJZBwBwIECBAgAABAgQIECBAgACB/AKHSagAPoyaewgQIECAAAECBAgQIECAwPEJeDIBAgQIECBAgAABAgQIELipgAL4pjR9+8J8CRAgQIAAAQIECBAgQIAAgfwCEhIgQIAAAQIECBAgQODWAgrgW/v4lkA/BMySAAECBAgQIECAAAECBAgQyC8gIQECBAgQIECAAIF9CCiA94HkEgIECCyzgLkRIECAAAECBAgQIECAAAEC+QUkJECAAAECBAjsV0ABvF8p1xEgQIAAgeUTMCMCBAgQIECAAAECBAgQIEAgv4CEBAgQIEDgQAIK4ANxuZgAAQIECBAgsCwC5kGAAAECBAgQIECAAAECBAjkF5CQAAECBxdQAB/czB0ECBAgQIAAAQIEjlfA0wkQIECAAAECBAgQIECAAIH8AhISOKSAAviQcG4jQIAAAQIECBAgQIDAcQh4JgECBAgQIECAAAECBAgQIJBf4CgJFcBH0XMvAQIECBAgQIAAAQIECBBYnIAnESBAgAABAgQIECBAgACB2woogG9LtOwXmB8BAgQIECBAgAABAgQIECCQX0BCAgQIECBAgAABAgQI7E9AAbw/J1cRWE4BsyJAgAABAgQIECBAgAABAgTyC0hIgAABAgQIECBA4AACCuADYLmUAAECyyRgLgQIECBAgAABAgQIECBAgEB+AQkJECBAgAABAgcVUAAfVMz1BAgQIEDg+AXMgAABAgQIECBAgAABAgQIEMgvICEBAgQIEDiUgAL4UGxuIkCAAAECBAgcl4DnEiBAgAABAgQIECBAgAABAvkFJCRAgMDhBRTAh7dzJwECBAgQIECAAIHFCngaAQIECBAgQIAAAQIECBAgkF9AQgJHFFAAHxHQ7QQIECBAgAABAgQIEFiEgGcQIECAAAECBAgQIECAAAEC+QVmkVABPAtFYxAgQIAAAQIECBAgQIAAgfkJGJkAAQIECBAgQIAAAQIECOxbQAG8b6plu9B8CBAgQIAAAQIECBAgQIAAgfwCEhIgQIAAAQIECBAgQOBgAgrgg3m5msByCJgFAQIECBAgQIAAAQIECBAgkF9AQgIECBAgQIAAAQKHEFAAHwLNLQQIEDhOAc8mQIAAAQIECBAgQIAAAQIE8gtISIAAAQIECBA4rIAC+LBy7iNAgAABAosX8EQCBAgQIECAAAECBAgQIEAgv4CEBAgQIEDgSAIK4CPxuZkAAQIECBAgsCgBzyFAgAABAgQIECBAgAABAgTyC0hIgACBowsogI9uaAQCBAgQIECAAAEC8xUwOgECBAgQIECAAAECBAgQIJBfQEICMxJQAM8I0jAECBAgQIAAAQIECBCYh4AxCRAgQIAAAQIECBAgQIAAgfwCs0yoAJ6lprEIECBAgAABAgQIECBAgMDsBIxEgAABAgQIECBAgAABAgQOLKAAPjDZcd/g+QQIECBAgAABAgQIECBAgEB+AQkJECBAgAABAgQIECBwOAEF8OHc3EXgeAQ8lQABAgQIECBAgAABAgQIEMgvICEBAgQIECBAgACBIwgogI+A51YCBAgsUsCzCBAgQIAAAQIECBAgQIAAgfwCEhIgQIAAAQIEjiqgAD6qoPsJECBAgMD8BTyBAAECBAgQIECAAAECBAgQyC8gIQECBAgQmImAAngmjAYhQIAAAQIECMxLwLgECBAgQIAAAQIECBAgQIBAfgEJCRAgMDsBBfDsLI1EgAABAgQIECBAYLYCRiNAgAABAgQIECBAgAABAgTyC0hIYMYCCuAZgxqOAAECBAgQIECAAAECsxAwBgECBAgQIECAAAECBAgQIJBfYB4JFcDzUDUmAQIECBAgQIAAAQIECBA4vIA7CRAgQIAAAQIECBAgQIDAoQUUwIemW/SNnkeAAAECBAgQIECAAAECBAjkF5CQAAECBAgQIECAAAECRxNQAB/Nz90EFiPgKQQIECBAgAABAgQIECBAgEB+AQkJECBAgAABAgQIzEBAATwDREMQIEBgngLGJkCAAAECBAgQIECAAAECBPILSEiAAAECBAgQmJWAAnhWksYhQIAAAQKzFzAiAQIECBAgQIAAAQIECBAgkF9AQgIECBAgMFMBBfBMOQ1GgAABAgQIEJiVgHEIECBAgAABAgQIECBAgACB/AISEiBAYPYCCuDZmxqRAAECBAgQIECAwNEE3E2AAAECBAgQIECAAAECBAjkF5CQwJwEFMBzgjUsAQIECBAgQIAAAQIEDiPgHgIECBAgQIAAAQIECBAgQCC/wDwTKoDnqWtsAgQIECBAgAABAgQIECCwfwFXEiBAgAABAgQIECBAgACBIwsogI9MOO8BjE+AAAECBAgQIECAAAECBAjkF5CQAAECBAgQIECAAAECsxFQAM/G0SgE5iNgVAIECBAgQIAAAQIECBAgQCC/gIQECBAgQIAAAQIEZiigAJ4hpqEIECAwSwFjESBAgAABAgQIECBAgAABAvkFJCRAgAABAgQIzFpAATxrUeMRIECAAIGjCxiBAAECBAgQIECAAAECBAgQyC8gIQECBAgQmIuAAngurAYlQIAAAQIECBxWwH0ECBAgQIAAAQIECBAgQIBAfgEJCRAgMD8BBfD8bI1MgAABAgQIECBA4GACriZAgAABAgQIECBAgAABAgTyC0hIYM4CCuA5AxueAAECBAgQIECAAAEC+xFwDQECBAgQIECAAAECBAgQIJBfYBEJFcCLUPYMAgQIECBAgAABAgQIECBwcwHfECBAgAABAgQIECBAgACBmQkogGdGOeuBjEeAAAECBAgQIECAAAECBAjkF5CQAAECBAgQIECAAAECsxVQAM/W02gEZiNgFAIECBAgQIAAAQIECBAgQCC/gIQECBAgQIAAAQIE5iCgAJ4DqiEJECBwFAH3EiBAgAABAgQIECBAgAABAvkFJCRAgAABAgQIzEtAATwvWeMSIECAAIGDC7iDAAECBAgQIECAAAECBAgQyC8gIQECBAgQmKuAAniuvAYnQIAAAQIECOxXwHUECBAgQIAAAQIECBAgQIBAfgEJCRAgMH8BBfD8jT2BAAECBAgQIECAwK0FfEuAAAECBAgQIECAAAECBAjkF5CQwIIEFMALgvYYAgQIECBAgAABAgQI3EjAOQIECBAgQIAAAQIECBAgQCC/wCITKoAXqe1ZBAgQIECAAAECBAgQIEDgioB3BAgQIECAAAECBAgQIEBg5gIK4JmTHnVA9xMgQIAAAQIECBAgQIAAAQL5BSQkQIAAAQIECBAgQIDAfAQUwPNxNSqBwwm4iwABAgQIECBAgAABAgQIEMgvICEBAgQIECBAgACBOQoogOeIa2gCBAgcRMC1BAgQIECAAAECBAgQIECAQH4BCQkQIECAAAEC8xZQAM9b2PgECBAgQOD2Aq4gQIAAAQIECBAgQIAAAQIE8gtIoTTKFQAAEABJREFUSIAAAQIEFiKgAF4Is4cQIECAAAECBG4m4DwBAgQIECBAgAABAgQIECCQX0BCAgQILE5AAbw4a08iQIAAAQIECBAgcLWATwQIECBAgAABAgQIECBAgEB+AQkJLFhAAbxgcI8jQIAAAQIECBAgQIBAJ2AnQIAAAQIECBAgQIAAAQIE8gscR0IF8HGoeyYBAgQIECBAgAABAgQIDFlAdgIECBAgQIAAAQIECBAgMDcBBfDcaA86sOsJECBAgAABAgQIECBAgACB/AISEiBAgAABAgQIECBAYL4CCuD5+hqdwP4EXEWAAAECBAgQIECAAAECBAjkF5CQAAECBAgQIECAwAIEFMALQPYIAgQI3ErAdwQIECBAgAABAgQIECBAgEB+AQkJECBAgAABAosSUAAvStpzCBAgQIDA9QLOECBAgAABAgQIECBAgAABAvkFJCRAgAABAgsVUAAvlNvDCBAgQIAAAQK7Ao4ECBAgQIAAAQIECBAgQIBAfgEJCRAgsHgBBfDizT2RAAECBAgQIEBg6ALyEyBAgAABAgQIECBAgAABAvkFJCRwTAIK4GOC91gCBAgQIECAAAECBIYpIDUBAgQIECBAgAABAgQIECCQX+A4EyqAj1PfswkQIECAAAECBAgQIEBgSAKyEiBAgAABAgQIECBAgACBuQsogOdOfLsH+J4AAQIECBAgQIAAAQIECBDILyAhAQIECBAgQIAAAQIEFiOgAF6Ms6cQuLGAswQIECBAgAABAgQIECBAgEB+AQkJECBAgAABAgQILFBAAbxAbI8iQIDAXgHvCRAgQIAAAQIECBAgQIAAgfwCEhIgQIAAAQIEFi2gAF60uOcRIECAAIEIBgQIECBAgAABAgQIECBAgEB+AQkJECBAgMCxCCiAj4XdQwkQIECAAIHhCkhOgAABAgQIECBAgAABAgQI5BeQkAABAscnoAA+PntPJkCAAAECBAgQGJqAvAQIECBAgAABAgQIECBAgEB+AQkJHLOAAviYF8DjCRAgQIAAAQIECBAYhoCUBAgQIECAAAECBAgQIECAQH6BZUioAF6GVTAHAgQIECBAgAABAgQIEMgsIBsBAgQIECBAgAABAgQIEFiYgAJ4YdTXPshnAgQIECBAgAABAgQIECBAIL+AhAQIECBAgAABAgQIEFisgAJ4sd6eRmBbwCsBAgQIECBAgAABAgQIECCQX0BCAgQIECBAgAABAscgoAA+BnSPJEBg2ALSEyBAgAABAgQIECBAgAABAvkFJCRAgAABAgQIHJeAAvi45D2XAAECBIYoIDMBAgQIECBAgAABAgQIECCQX0BCAgQIECBwrAIK4GPl93ACBAgQIEBgOAKSEiBAgAABAgQIECBAgAABAvkFJCRAgMDxCyiAj38NzIAAAQIECBAgQCC7gHwECBAgQIAAAQIECBAgQIBAfgEJCSyJgAJ4SRbCNAgQIECAAAECBAgQyCkgFQECBAgQIECAAAECBAgQIJBfYJkSKoCXaTXMhQABAgQIECBAgAABAgQyCchCgAABAgQIECBAgAABAgQWLqAAXji5BxIgQIAAAQIECBAgQIAAAQL5BSQkQIAAAQIECBAgQIDA8QgogI/H3VOHKiA3AQIECBAgQIAAAQIECBAgkF9AQgIECBAgQIAAAQLHKKAAPkZ8jyZAYFgC0hIgQIAAAQIECBAgQIAAAQL5BSQkQIAAAQIECBy3gAL4uFfA8wkQIEBgCAIyEiBAgAABAgQIECBAgAABAvkFJCRAgAABAkshoABeimUwCQIECBAgQCCvgGQECBAgQIAAAQIECBAgQIBAfgEJCRAgsDwCCuDlWQszIUCAAAECBAgQyCYgDwECBAgQIECAAAECBAgQIJBfQEICSyagAF6yBTEdAgQIECBAgAABAgRyCEhBgAABAgQIECBAgAABAgQI5BdYxoQK4GVcFXMiQIAAAQIECBAgQIAAgT4LmDsBAgQIECBAgAABAgQIEDg2AQXwwug9iAABAgQIECBAgAABAgQIEMgvICEBAgQIECBAgAABAgSOV0ABfLz+nj4UATkJECBAgAABAgQIECBAgACB/AISEiBAgAABAgQIEFgCAQXwEiyCKRAgkFtAOgIECBAgQIAAAQIECBAgQCC/gIQECBAgQIAAgWURUAAvy0qYBwECBAhkFJCJAAECBAgQIECAAAECBAgQyC8gIQECBAgQWCoBBfBSLYfJECBAgAABAnkEJCFAgAABAgQIECBAgAABAgTyC0hIgACB5RNQAC/fmpgRAQIECBAgQIBA3wXMnwABAgQIECBAgAABAgQIEMgvICGBJRVQAC/pwpgWAQIECBAgQIAAAQL9FDBrAgQIECBAgAABAgQIECBAIL/AMidUAC/z6pgbAQIECBAgQIAAAQIECPRJwFwJECBAgAABAgQIECBAgMCxCyiA574EHkCAAAECBAgQIECAAAECBAjkF5CQAAECBAgQIECAAAECyyGgAF6OdTCLrAJyESBAgAABAgQIECBAgAABAvkFJCRAgAABAgQIECCwRAIK4CVaDFMhQCCXgDQECBAgQIAAAQIECBAgQIBAfgEJCRAgQIAAAQLLJqAAXrYVMR8CBAgQyCAgAwECBAgQIECAAAECBAgQIJBfQEICBAgQILCUAgrgpVwWkyJAgAABAgT6K2DmBAgQIECAAAECBAgQIECAQH4BCQkQILC8Agrg5V0bMyNAgAABAgQIEOibgPkSIECAAAECBAgQIECAAAEC+QUkJLDkAgrgJV8g0yNAgAABAgQIECBAoB8CZkmAAAECBAgQIECAAAECBAjkF+hDQgVwH1bJHAkQIECAAAECBAgQIEBgmQXMjQABAgQIECBAgAABAgQILI2AAnhuS2FgAgQIECBAgAABAgQIECBAIL+AhAQIECBAgAABAgQIEFguAQXwcq2H2WQRkIMAAQIECBAgQIAAAQIECBDILyAhAQIECBAgQIAAgSUUUAAv4aKYEgEC/RYwewIECBAgQIAAAQIECBAgQCC/gIQECBAgQIAAgWUVUAAv68qYFwECBAj0UcCcCRAgQIAAAQIECBAgQIAAgfwCEhIgQIAAgaUWUAAv9fKYHAECBAgQINAfATMlQIAAAQIECBAgQIAAAQIE8gtISIAAgeUXUAAv/xqZIQECBAgQIECAwLILmB8BAgQIECBAgAABAgQIECCQX0BCAj0RUAD3ZKFMkwABAgQIECBAgACB5RQwKwIECBAgQIAAAQIECBAgQCC/QJ8SKoD7tFrmSoAAAQIECBAgQIAAAQLLJGAuBAgQIECAAAECBAgQIEBg6QQUwDNfEgMSIECAAAECBAgQIECAAAEC+QUkJECAAAECBAgQIECAwHIKKICXc13Mqq8C5k2AAAECBAgQIECAAAECBAjkF5CQAAECBAgQIECAwBILKICXeHFMjQCBfgmYLQECBAgQIECAAAECBAgQIJBfQEICBAgQIECAwLILKICXfYXMjwABAgT6IGCOBAgQIECAAAECBAgQIECAQH4BCQkQIECAQC8EFMC9WCaTJECAAAECBJZXwMwIECBAgAABAgQIECBAgACB/AISEiBAoD8CCuD+rJWZEiBAgAABAgQILJuA+RAgQIAAAQIECBAgQIAAAQL5BSQk0DMBBXDPFsx0CRAgQIAAAQIECBBYDgGzIECAAAECBAgQIECAAAECBPIL9DGhAriPq2bOBAgQIECAAAECBAgQIHCcAp5NgAABAgQIECBAgAABAgSWVkABPLOlMRABAgQIECBAgAABAgQIECCQX0BCAgQIECBAgAABAgQILLeAAni518fs+iJgngQIECBAgAABAgQIECBAgEB+AQkJECBAgAABAgQI9EBAAdyDRTJFAgSWW8DsCBAgQIAAAQIECBAgQIAAgfwCEhIgQIAAAQIE+iKgAO7LSpknAQIECCyjgDkRIECAAAECBAgQIECAAAEC+QUkJECAAAECvRJQAPdquUyWAAECBAgQWB4BMyFAgAABAgQIECBAgAABAgTyC0hIgACB/gkogPu3ZmZMgAABAgQIECBw3AKeT4AAAQIECBAgQIAAAQIECOQXkJBATwUUwD1dONMmQIAAAQIECBAgQOB4BDyVAAECBAgQIECAAAECBAgQyC/Q54QK4D6vnrkTIECAAAECBAgQIECAwCIFPIsAAQIECBAgQIAAAQIECCy9gAL4yEtkAAIECBAgQIAAAQIECBAgQCC/gIQECBAgQIAAAQIECBDoh4ACuB/rZJbLKmBeBAgQIECAAAECBAgQIECAQH4BCQkQIECAAAECBAj0SEAB3KPFMlUCBJZLwGwIECBAgAABAgQIECBAgACB/AISEiBAgAABAgT6JqAA7tuKmS8BAgQILIOAORAgQIAAAQIECBAgQIAAAQL5BSQkQIAAAQK9FFAA93LZTJoAAQIECBA4PgFPJkCAAAECBAgQIECAAAECBPILSEiAAIH+CiiA+7t2Zk6AAAECBAgQILBoAc8jQIAAAQIECBAgQIAAAQIE8gtISKDnAgrgni+g6RMgQIAAAQIECBAgsBgBTyFAgAABAgQIECBAgAABAgTyC2RIqADOsIoyECBAgAABAgQIECBAgMA8BYxNgAABAgQIECBAgAABAgR6I6AAPvRSuZEAAQIECBAgQIAAAQIECBDILyAhAQIECBAgQIAAAQIE+iWgAO7XepntsgiYBwECBAgQIECAAAECBAgQIJBfQEICBAgQIECAAAECPRRQAPdw0UyZAIHjFfB0AgQIECBAgAABAgQIECBAIL+AhAQIECBAgACBvgoogPu6cuZNgAABAsch4JkECBAgQIAAAQIECBAgQIBAfgEJCRAgQIBArwUUwL1ePpMnQIAAAQIEFifgSQQIECBAgAABAgQIECBAgEB+AQkJECDQfwEFcP/XUAICBAgQIECAAIF5CxifAAECBAgQIECAAAECBAgQyC8gIYEkAgrgJAspBgECBAgQIECAAAEC8xEwKgECBAgQIECAAAECBAgQIJBfIFNCBXCm1ZSFAAECBAgQIECAAAECBGYpYCwCBAgQIECAAAECBAgQINA7AQXwgZfMDQQIECBAgAABAgQIECBAgEB+AQkJECBAgAABAgQIECDQTwEFcD/XzayPS8BzCRAgQIAAAQIECBAgQIAAgfwCEhIgQIAAAQIECBDosYACuMeLZ+oECCxWwNMIECBAgAABAgQIECBAgACB/AISEiBAgAABAgT6LqAA7vsKmj8BAgQILELAMwgQIECAAAECBAgQIECAAIH8AhISIECAAIEUAgrgFMsoBAECBAgQIDA/ASMTIECAAAECBAgQIECAAAEC+QUkJECAQB4BBXCetZSEAAECBAgQIEBg1gLGI0CAAAECBAgQIECAAAECBPILSEggmYACONmCikOAAAECBAgQIECAwGwEjEKAAAECBAgQIECAAPvjZ8kAABAASURBVAECBAjkF8iYUAGccVVlIkCAAAECBAgQIECAAIGjCLiXAAECBAgQIECAAAECBAj0VkABvO+lcyEBAgQIECBAgAABAgQIECCQX0BCAgQIECBAgAABAgQI9FtAAdzv9TP7RQl4DgECBAgQIECAAAECBAgQIJBfQEICBAgQIECAAAECCQQUwAkWUQQCBOYrYHQCBAgQIECAAAECBAgQIEAgv4CEBAgQIECAAIEsAgrgLCspBwECBAjMQ8CYBAgQIECAAAECBAgQIECAQH4BCQkQIECAQCoBBXCq5RSGAAECBAgQmJ2AkQgQIECAAAECBAgQIECAAIH8AhISIEAgn4ACON+aSkSAAAECBAgQIHBUAfcTIECAAAECBAgQIECAAAEC+QUkJJBUQAGcdGHFIkCAAAECBAgQIEDgcALuIkCAAAECBAgQIECAAAECBPILZE6oAM68urIRIECAAAECBAgQIECAwEEEXEuAAAECBAgQIECAAAECBHovoAC+7RK6gAABAgQIECBAgAABAgQIEMgvICEBAgQIECBAgAABAgRyCCiAc6yjFPMSMC4BAgQIECBAgAABAgQIECCQX0BCAgQIECBAgAABAokEFMCJFlMUAgRmK2A0AgQIECBAgAABAgQIECBAIL+AhAQIECBAgACBbAIK4GwrKg8BAgQIzELAGAQIECBAgAABAgQIECBAgEB+AQkJECBAgEBKAQVwymUVigABAgQIEDi8gDsJECBAgAABAgQIECBAgACB/AISEiBAIK+AAjjv2kpGgAABAgQIECBwUAHXEyBAgAABAgQIECBAgAABAvkFJCSQXEABnHyBxSNAgAABAgQIECBAYH8CriJAgAABAgQIECBAgAABAgTyCwwhoQJ4CKssIwECBAgQIECAAAECBAjcSsB3BAgQIECAAAECBAgQIEAgjYAC+KZL6QsCBAgQIECAAAECBAgQIEAgv4CEBAgQIECAAAECBAgQyCWgAM61ntLMSsA4BAgQIECAAAECBAgQIECAQH4BCQkQIECAAAECBAgkFFAAJ1xUkQgQOJqAuwkQIECAAAECBAgQIECAAIH8AhISIECAAAECBLIKKICzrqxcBAgQIHAYAfcQIECAAAECBAgQIECAAAEC+QUkJECAAAECqQUUwKmXVzgCBAgQIEBg/wKuJECAAAECBAgQIECAAAECBPILSEiAAIH8Agrg/GssIQECBAgQIECAwO0EfE+AAAECBAgQIECAAAECBAjkF5CQwEAEFMADWWgxCRAgQIAAAQIECBC4sYCzBAgQIECAAAECBAgQIECAQH6BISVUAA9ptWUlQIAAAQIECBAgQIAAgb0C3hMgQIAAAQIECBAgQIAAgXQCCuDrltQJAgQIECBAgAABAgQIECBAIL+AhAQIECBAgAABAgQIEMgpoADOua5SHVbAfQQIECBAgAABAgQIECBAgEB+AQkJECBAgAABAgQIJBZQACdeXNEIEDiYgKsJECBAgAABAgQIECBAgACB/AISEiBAgAABAgSyCyiAs6+wfAQIECCwHwHXECBAgAABAgQIECBAgAABAvkFJCRAgAABAoMQUAAPYpmFJECAAAECBG4u4BsCBAgQIECAAAECBAgQIEAgv4CEBAgQGI6AAng4ay0pAQIECBAgQIDAtQI+EyBAgAABAgQIECBAgAABAvkFJCQwMAEF8MAWXFwCBAgQIECAAAECBLYFvBIgQIAAAQIECBAgQIAAAQL5BYaYUAE8xFWXmQABAgQIECBAgAABAsMWkJ4AAQIECBAgQIAAAQIECKQVUABfXlpvCBAgQIAAAQIECBAgQIAAgfwCEhIgQIAAAQIECBAgQCC3gAI49/pKt18B1xEgQIAAAQIECBAgQIAAAQL5BSQkQIAAAQIECBAgMAABBfAAFllEAgRuLeBbAgQIECBAgAABAgQIECBAIL+AhAQIECBAgACBoQgogIey0nISIECAwI0EnCNAgAABAgQIECBAgAABAgTyC0hIgAABAgQGJaAAHtRyC0uAAAECBAhcEfCOAAECBAgQIECAAAECBAgQyC8gIQECBIYnoAAe3ppLTIAAAQIECBAgQIAAAQIECBAgQIAAAQIECBDILyAhgYEKKIAHuvBiEyBAgAABAgQIEBiqgNwECBAgQIAAAQIECBAgQIBAfoEhJ1QAD3n1ZSdAgAABAgQIECBAgMCwBKQlQIAAAQIECBAgQIAAAQLpBRTAkX6NBSRAgAABAgQIECBAgAABAgQCAQECBAgQIECAAAECBIYhoAAexjpLeTMB5wkQIECAAAECBAgQIECAAIH8AhISIECAAAECBAgQGJCAAnhAiy0qAQJXC/hEgAABAgQIECBAgAABAgQI5BeQkAABAgQIECAwNAEF8NBWXF4CBAgQ6ATsBAgQIECAAAECBAgQIECAQH4BCQkQIECAwCAFFMCDXHahCRAgQIDAkAVkJ0CAAAECBAgQIECAAAECBPILSEiAAIHhCiiAh7v2khMgQIAAAQIEhicgMQECBAgQIECAAAECBAgQIJBfQEICAxdQAA/8fwDxCRAgQIAAAQIECAxFQE4CBAgQIECAAAECBAgQIEAgv4CEEQpg/xcQIECAAAECBAgQIECAQHYB+QgQIECAAAECBAgQIECAwGAEBlwAD2aNBSVAgAABAgQIECBAgAABAgMWEJ0AAQIECBAgQIAAAQLDElAAD2u9pd0VcCRAgAABAgQIECBAgAABAgTyC0hIgAABAgQIECBAYIACCuABLrrIBIYuID8BAgQIECBAgAABAgQIECCQX0BCAgQIECBAgMBQBRTAQ115uQkQIDBMAakJECBAgAABAgQIECBAgACB/AISEiBAgACBQQsogAe9/MITIECAAIEhCchKgAABAgQIECBAgAABAgQI5BeQkAABAgQUwP4fIECAAAECBAgQyC8gIQECBAgQIECAAAECBAgQIJBfQEICBKYCCuApgxcCBAgQIECAAAECBLIKyEWAAAECBAgQIECAAAECBAjkF5DwioAC+IqFdwQIECBAgAABAgQIECCQS0AaAgQIECBAgAABAgQIECAwOIEBFsCDW2OBCRAgQIAAAQIECBAgQIDAAAVEJkCAAAECBAgQIECAwDAFFMDDXPfhppacAAECBAgQIECAAAECBAgQyC8gIQECBAgQIECAAIEBCyiAB7z4ohMYmoC8BAgQIECAAAECBAgQIECAQH4BCQkQIECAAAECQxdQAA/9/wD5CRAgMAwBKQkQIECAAAECBAgQIECAAIH8AhISIECAAAECVUABXBFsBAgQIECAQGYB2QgQIECAAAECBAgQIECAAIH8AhISIECAwK6AAnhXwpEAAQIECBAgQCCfgEQECBAgQIAAAQIECBAgQIBAfgEJCRC4SkABfBWHDwQIECBAgAABAgQIZBGQgwABAgQIECBAgAABAgQIEMgvIOH1Agrg602cIUCAAAECBAgQIECAAIF+C5g9AQIECBAgQIAAAQIECBAYrMCACuDBrrHgBAgQIECAAAECBAgQIEBgQAKiEiBAgAABAgQIECBAYNgCCuBhr/9w0ktKgAABAgQIECBAgAABAgQI5BeQkAABAgQIECBAgACBUAD7n4AAgfQCAhIgQIAAAQIECBAgQIAAAQL5BSQkQIAAAQIECBDYFlAAbzt4JUCAAIGcAlIRIECAAAECBAgQIECAAAEC+QUkJECAAAECBPYIKID3YHhLgAABAgQIZBKQhQABAgQIECBAgAABAgQIEMgvICEBAgQIXCugAL5WxGcCBAgQIECAAIH+C0hAgAABAgQIECBAgAABAgQI5BeQkACBGwoogG/I4iQBAgQIECBAgAABAn0VMG8CBAgQIECAAAECBAgQIEAgv4CENxdQAN/cxjcECBAgQIAAAQIECBAg0C8BsyVAgAABAgQIECBAgAABAoMXGEABPPg1BkCAAAECBAgQIECAAAECBAYgICIBAgQIECBAgAABAgQIdAIK4E7BnldAMgIECBAgQIAAAQIECBAgQCC/gIQECBAgQIAAAQIECFwWUABfpvCGAIFsAvIQIECAAAECBAgQIECAAAEC+QUkJECAAAECBAgQuFpAAXy1h08ECBAgkENACgIECBAgQIAAAQIECBAgQCC/gIQECBAgQIDADQQUwDdAcYoAAQIECBDos4C5EyBAgAABAgQIECBAgAABAvkFJCRAgACBmwkogG8m4zwBAgQIECBAgED/BMyYAAECBAgQIECAAAECBAgQyC8gIQECtxRQAN+Sx5cECBAgQIAAAQIECPRFwDwJECBAgAABAgQIECBAgACB/AIS3l5AAXx7I1cQIECAAAECBAgQIECAwHILmB0BAgQIECBAgAABAgQIECCwI5C4AN5J6ECAAAECBAgQIECAAAECBAgkFhCNAAECBAgQIECAAAECBPYKKID3anifR0ASAgQIECBAgAABAgQIECBAIL+AhAQIECBAgAABAgQIXCegAL6OxAkCBPouYP4ECBAgQIAAAQIECBAgQIBAfgEJCRAgQIAAAQIEbiygAL6xi7MECBAg0E8BsyZAgAABAgQIECBAgAABAgTyC0hIgAABAgQI3EJAAXwLHF8RIECAAAECfRIwVwIECBAgQIAAAQIECBAgQCC/gIQECBAgcDsBBfDthHxPgAABAgQIECCw/AJmSIAAAQIECBAgQIAAAQIECOQXkJAAgX0JKID3xeQiAgQIECBAgAABAgSWVcC8CBAgQIAAAQIECBAgQIAAgfwCEu5fQAG8fytXEiBAgAABAgQIECBAgMByCZgNAQIECBAgQIAAAQIECBAgcI1AwgL4moQ+EiBAgAABAgQIECBAgAABAgkFRCJAgAABAgQIECBAgACBGwkogG+k4lx/BcycAAECBAgQIECAAAECBAgQyC8gIQECBAgQIECAAAECNxVQAN+UxhcECPRNwHwJECBAgAABAgQIECBAgACB/AISEiBAgAABAgQI3FpAAXxrH98SIECAQD8EzJIAAQIECBAgQIAAAQIECBDILyAhAQIECBAgsA8BBfA+kFxCgAABAgQILLOAuREgQIAAAQIECBAgQIAAAQL5BSQkQIAAgf0KKID3K+U6AgQIECBAgACB5RMwIwIECBAgQIAAAQIECBAgQCC/gIQECBxIQAF8IC4XEyBAgAABAgQIECCwLALmQYAAAQIECBAgQIAAAQIECOQXkPDgAgrgg5u5gwABAgQIECBAgAABAgSOV8DTCRAgQIAAAQIECBAgQIAAgZsIJCqAb5LQaQIECBAgQIAAAQIECBAgQCCRgCgECBAgQIAAAQIECBAgcCsBBfCtdHzXHwEzJUCAAAECBAgQIECAAAECBPILSEiAAAECBAgQIECAwG0FFMC3JXIBAQLLLmB+BAgQIECAAAECBAgQIECAQH4BCQkQIECAAAECBPYnoADen5OrCBCK1tttAAAQAElEQVQgQGA5BcyKAAECBAgQIECAAAECBAgQyC8gIQECBAgQIHAAAQXwAbBcSoAAAQIECCyTgLkQIECAAAECBAgQIECAAAEC+QUkJECAAIGDCiiADyrmegIECBAgQIAAgeMXMAMCBAgQIECAAAECBAgQIEAgv4CEBAgcSkABfCg2NxEgQIAAAQIECBAgcFwCnkuAAAECBAgQIECAAAECBAjkF5Dw8AIK4MPbuZMAAQIECBAgQIAAAQIEFivgaQQIECBAgAABAgQIECBAgMBtBBIUwLdJ6GsCBAgQIECAAAECBAgQIEAggYAIBAgQIECAAAECBAgQILAfAQXwfpRcs7wCZkaAAAECBAgQIECAAAECBAjkF5CQAAECBAgQIECAAIF9CyiA903lQgIElk3AfAgQIECAAAECBAgQIECAAIH8AhISIECAAAECBAgcTEABfDAvVxMgQIDAcgiYBQECBAgQIECAAAECBAgQIJBfQEICBAgQIEDgEAIK4EOguYUAAQIECBA4TgHPJkCAAAECBAgQIECAAAECBPILSEiAAAEChxVQAB9Wzn0ECBAgQIAAAQKLF/BEAgQIECBAgAABAgQIECBAIL+AhAQIHElAAXwkPjcTIECAAAECBAgQILAoAc8hQIAAAQIECBAgQIAAAQIE8gtIeHQBBfDRDY1AgAABAgQIECBAgAABAvMVMDoBAgQIECBAgAABAgQIECCwT4EeF8D7TOgyAgQIECBAgAABAgQIECBAoMcCpk6AAAECBAgQIECAAAECBxFQAB9Ey7XLI2AmBAgQIECAAAECBAgQIECAQH4BCQkQIECAAAECBAgQOLCAAvjAZG4gQOC4BTyfAAECBAgQIECAAAECBAgQyC8gIQECBAgQIECAwOEEFMCHc3MXAQIECByPgKcSIECAAAECBAgQIECAAAEC+QUkJECAAAECBI4goAA+Ap5bCRAgQIAAgUUKeBYBAgQIECBAgAABAgQIECCQX0BCAgQIEDiqgAL4qILuJ0CAAAECBAgQmL+AJxAgQIAAAQIECBAgQIAAAQL5BSQkQGAmAgrgmTAahAABAgQIECBAgACBeQkYlwABAgQIECBAgAABAgQIEMgvIOHsBBTAs7M0EgECBAgQIECAAAECBAjMVsBoBAgQIECAAAECBAgQIECAwAEFelgAHzChywkQIECAAAECBAgQIECAAIEeCpgyAQIECBAgQIAAAQIECBxGQAF8GDX3HJ+AJxMgQIAAAQIECBAgQIAAAQL5BSQkQIAAAQIECBAgQODQAgrgQ9O5kQCBRQt4HgECBAgQIECAAAECBAgQIJBfQEICBAgQIECAAIGjCSiAj+bnbgIECBBYjICnECBAgAABAgQIECBAgAABAvkFJCRAgAABAgRmIKAAngGiIQgQIECAAIF5ChibAAECBAgQIECAAAECBAgQyC8gIQECBAjMSkABPCtJ4xAgQIAAAQIECMxewIgECBAgQIAAAQIECBAgQIBAfgEJCRCYqYACeKacBiNAgAABAgQIECBAYFYCxiFAgAABAgQIECBAgAABAgTyC0g4ewEF8OxNjUiAAAECBAgQIECAAAECRxNwNwECBAgQIECAAAECBAgQIHBIgR4VwIdM6DYCBAgQIECAAAECBAgQIECgRwKmSoAAAQIECBAgQIAAAQJHEVAAH0XPvYsT8CQCBAgQIECAAAECBAgQIEAgv4CEBAgQIECAAAECBAgcWUABfGRCAxAgMG8B4xMgQIAAAQIECBAgQIAAAQL5BSQkQIAAAQIECBCYjYACeDaORiFAgACB+QgYlQABAgQIECBAgAABAgQIEMgvICEBAgQIECAwQwEF8AwxDUWAAAECBAjMUsBYBAgQIECAAAECBAgQIECAQH4BCQkQIEBg1gIK4FmLGo8AAQIECBAgQODoAkYgQIAAAQIECBAgQIAAAQIE8gtISIDAXAQUwHNhNSgBAgQIECBAgAABAocVcB8BAgQIECBAgAABAgQIECCQX0DC+QkogOdna2QCBAgQIECAAAECBAgQOJiAqwkQIECAAAECBAgQIECAAIEjCvSgAD5iQrcTIECAAAECBAgQIECAAAECPRAwRQIECBAgQIAAAQIECBCYhYACeBaKxpifgJEJECBAgAABAgQIECBAgACB/AISEiBAgAABAgQIECAwMwEF8MwoDUSAwKwFjEeAAAECBAgQIECAAAECBAjkF5CQAAECBAgQIEBgtgIK4Nl6Go0AAQIEZiNgFAIECBAgQIAAAQIECBAgQCC/gIQECBAgQIDAHAQUwHNANSQBAgQIECBwFAH3EiBAgAABAgQIECBAgAABAvkFJCRAgACBeQkogOcla1wCBAgQIECAAIGDC7iDAAECBAgQIECAAAECBAgQyC8gIQECcxVQAM+V1+AECBAgQIAAAQIECOxXwHUECBAgQIAAAQIECBAgQIBAfgEJ5y+gAJ6/sScQIECAAAECBAgQIECAwK0FfEuAAAECBAgQIECAAAECBAjMSGCJC+AZJTQMAQIECBAgQIAAAQIECBAgsMQCpkaAAAECBAgQIECAAAECsxRQAM9S01izEzASAQIECBAgQIAAAQIECBAgkF9AQgIECBAgQIAAAQIEZi6gAJ45qQEJEDiqgPsJECBAgAABAgQIECBAgACB/AISEiBAgAABAgQIzEdAATwfV6MSIECAwOEE3EWAAAECBAgQIECAAAECBAjkF5CQAAECBAgQmKOAAniOuIYmQIAAAQIEDiLgWgIECBAgQIAAAQIECBAgQCC/gIQECBAgMG8BBfC8hY1PgAABAgQIECBwewFXECBAgAABAgQIECBAgAABAvkFJCRAYCECCuCFMHsIAQIECBAgQIAAAQI3E3CeAAECBAgQIECAAAECBAgQyC8g4eIEFMCLs/YkAgQIECBAgAABAgQIELhawCcCBAgQIECAAAECBAgQIEBgxgJLWADPOKHhCBAgQIAAAQIECBAgQIAAgSUUMCUCBAgQIECAAAECBAgQmIeAAngeqsY8vIA7CRAgQIAAAQIECBAgQIAAgfwCEhIgQIAAAQIECBAgMDeBWgC3Nxl8cpPzThMgQGA+AkYlQIAAAQIECBAgQIAAAQIE8gtISIAAAQIECBAgMF+BZjyexGS885Cu8532wVv1xO5e39oIECBAgMB8BYxOgAABAgQIECBAgAABAgQI5BeQkAABAgQIEFiAQPP2X45oJ7X5bWvz29QnlrP1pWuESz1u1r2er682AgQIECBAgMB8BIxKgAABAgQIECBAgAABAgQI5BeQkAABAgQWJdB8zRMvxTP+6Tje8ubNmFyqj53cXV9W6r5Vm+Hu2BXB9aONAAECBAgQIECAwKwFjEeAAAECBAgQIECAAAECBAjkF5CQAIGFCjQro9Pxu/9lEi94+oPxFY9/f/zmL4yjXR/V8ncSMVm9yWTqdzf5xmkCBAgQIECAAAECBAjsR8A1BAgQIECAAAECBAgQIECAQH4BCRcv0Gyur8eoKdGM747ff9ud8TVPuhBP/+xz8atvPhlt7Xnb8STa7peB6/vw16DDDwECBAgQIECAAAECBAgcWcAABAgQIECAAAECBAgQIECAwJwEmqYZxcrKapT6X8RKrDSn452/fSpe/JXn4xmfcz7+83+orW/XBJeuAa6zqB8jmvqm+9z9W8HdsX488mYAAgQIECBAgAABAgQIECBAIL+AhAQIECBAgAABAgQIECAwT4FmbWUlYlxL3LaNUvdRM4mmHUW7flctgkfx/CdvxDM/q41f+9lxTNYjJht1OvXyaDfrm0t17z7Ug43AUQTcS4AAAQIECBAgQIAAAQIECOQXkJAAAQIECBAgQIAAgbkLNJNa/rbtZPr7v6X7G8/NuYgynn5uJ0207Ur817dPpv9G8DM+/y/i995xsbbAUX9K3bs2uPtt4PrWRoAAgUMKuI0AAQIECBAgQIAAAQIECBDILyAhAQIECBAgQIDAYgSatm13ntQVuaOIrXvq52ZaAI9iNUoZxWjURNm6K/7g7ffE//bZJZ7/xRfij95Rr20fVq/diq43nr7sDlXP2ggQIECAwD4EXEKAAAECBAgQIECAAAECBAjkF5CQAAECBAgQWKBAs/2ssn2Yvl7zfm+p267EeONk/KdfKvHkz3goXnLfQ/HgX67Vu8Z1r/eV7s9C772hnrYRIECAAAECBG4o4CQBAgQIECBAgAABAgQIECCQX0BCAgQIEFi0QC2A6xa1vL3Jk0eliVH9fhRNPdZ9FDGanIqVcmf8whtOxxd++l/FD3zzxbh4NqLdWq0vpe51sK4H7vb61kaAAAECBAgQIEDgKgEfCBAgQIAAAQIECBAgQIAAgfwCEhIgcCwCzdVPreXt1Seu+VS/3y11y0ZEKTHeuDNe/8oT8cR/cDZ+7se3or3lLwFPwg8BAgQIECBAgAABAsMWkJ4AAQIECBAgQIAAAQIECBDILyDh8Qk0pZTa4zZRYhSllIjSNbyTaNtuH+8co/7U76Lu3fd1byYnoqmXjjfXohmtxtn33Rnf+bzNePpnPRTv+LVaBI/HMenK4K7z3aq3R724O0R3YvrGCwECBAgQIECAAAECBAgMS0BaAgQIECBAgAABAgQIECBAYM4CzfXj7xa1e7+pxW9X/u49Nf1c6mvZOVuHak/GO///lXjm4y/Ei59+Me7/y/pVLZLrRfVNd1231+vqpyubdwQIECBAgAABAgQIECBAgEB+AQkJECBAgAABAgQIECBAYBECTbS1lO32y0+rn6eN7d7j5S+ve1NqX9z9JvD2XqKZrMVquTN++U0n44mfvhmvfcVDMV6vF42j/lyKaOv7usXuXs/aBiwgOgECBAgQIECAAAECBAgQIJBfQEICBAgQIECAAAECBBYmcJNfx+3K324Ou8fu/T73dlRL3hKjZiU2Lq3Gj7y8iS/5jIfiN39xPSJO1u/q4fK2twX2p6Evs3hDYCACYhIgQIAAAQIECBAgQIAAAQL5BSQkQIAAAQIECBBYrMDVBXD3m8DdfoQ5lDpit4/qcaVpYzJp4i/+6K74uic/GN/0jAfigT8v0W7UB3R9b+neXNgpheuJutVvbAQIECCQX0BCAgQIECBAgAABAgQIECBAIL+AhAQIECBAgMAxCNSadp5PLVHGp6P7i9Kr5d74xX/bxBd+2oPxhu/fjEvnImJ8ImJyR31jI0CAAAECBIYjICkBAgQIECBAgAABAgQIECCQX0BCAgQIEDgugSZKG9M99vx0vwW8u+85fZi3pY7TdDeOI1bbe2Kyfle85js24r4vOBd//P/W/ndzI9rJekS7EtFcrFe2dbcRIECAAAECBAikFBCKAAECBAgQIECAAAECBAgQyC8gIQECxyrQzP3ppT6hdrpt1JfRpSjNZu2b74g/+q8r8ZTP+qv4/m+8EOOLJ+pFtSFuT9Vjd0M9TDd/E3rK4IUAqgS5vAAAEABJREFUAQIECBAgQIBAAgERCBAgQIAAAQIECBAgQIAAgfwCEh6/wJUCuNSCdu++z7m1ba12b7fX8rdeEu1kre6jmN6ztRajycPjp37odHz54ybx1p/feeBWPdapRNRCOK5Mr561ESBAgAABAgQIECBAgEA/BcyaAAECBAgQIECAAAECBAgQWJDAghvW7rd7u71L1x3rXkvhP3lnxNc8MeJbnnUpzt4f0Xbd72RU33TX2QkQIECAAAECBAgQIECAAIH+Cpg5AQIECBAgQIAAAQIECCxSYMEF8DXR2rJd9o6bWFndiF/8qYgv/8yL8R9/pvs14IhJVwR3vw28dw8/KQSEIECAAAECBAgQIECAAAECBPILSEiAAAECBAgQIECAwMIFblIA18Z1989Bz3NKZRxNM4laA8f0T0TXl/e+Zz2+4Znn48XPeDA+8L768DqV+lq3y2+ueV8/2ggQ6JWAyRIgQIAAAQIECBAgQIAAAQL5BSQkQIAAAQIECBA4HoErBXBbdmbQFa17953TczmUKE1b94gmTsQoVqMpp6JpT8Qv/3SJZz++jbf+0qWI8TiibES0UfdJfdmqx3qop+urjQABAgT6I2CmBAgQIECAAAECBAgQIECAQH4BCQkQIECAAIFjFLhSAF83iWnbWs92x3qYy1bqqN1eD3u37pHtSvzpuy7F1z/lYnzPC8/HpQ+c2L6idAXwKKI7jtZjuwmuBxsBAgQIECCw5AKmR4AAAQIECBAgQIAAAQIECOQXkJAAAQIEjltg+geYJ3GDEnZhM9v77BKj7r8yiqZtotQieLJ+Kt70w6fiaY97KN7x61sRk5WYbE0iut9YnnSl8N77ww8BAgQIECBAgMAyCpgTAQIECBAgQIAAAQIECBAgkF9AQgIElkKgmc6iFq11m75dlpeu1i1dMV2L4Jisxnv+ZC3u+6Kz8fpXXIx2cyWinK97LYKjm3m3Ry2F624jQIAAAQIECBAgQGCpBEyGAAECBAgQIECAAAECBAgQyC8g4fIINFE2ojQ7BWqplWuJKKVEs7OXUi+p70spUcr1e8zsp9SRdva21GeNosRKlFL3Or92vBKTjXvi1d+2El/9hRfjL37/TLRbTb2n+zPQDyp/q4SNAAECBAgQIECAAAECSyZgOgQIECBAgAABAgQIECBAgMCCBZqP+Xtb0ZZaojaT2KmB5zyF/Qxf6kXd3hW83bF+rFuJUoveJt7x9kl8yePeH7/80+OI8cn6zamIsln37jeCww8BAgQIECBAgAABAgQIECBw7AImQIAAAQIECBAgQIAAAQLHIdC8/MdPx7961Sge89hLsTm+PyZtLVWPYybTZ9aCtyt5r9qnX0Qppe5trK6MomzcEeML98Y3f9XF+K6vfTDG59ZisrEabVu2L/a6vAJmRoAAAQIECBAgQIAAAQIECOQXkJAAAQIECBAgQIAAgWMTaLaajfjkz2zi+950Op7/3Sfi9N2bMY5L0e78d2Vm3e8Hd/vkyqm5vOtK3N197wN2zjXnIurb0k1l80y8+cc340sf90C8513jqA1w1Je62wgQWEYBcyJAgAABAgQIECBAgAABAgTyC0hIgAABAgQIECBwvALNyspaRBl1W3zG4++In/zN0/Hlz48YnX4otsoDEbUOnpaqpRas3Z+KrsVwPXlMW4mY3BHTAri+bZr6dnJ3/Nk7z8RT/+n98XOvr3MctzEeb9RZboYfAgQIEFgaARMhQIAAAQIECBAgQIAAAQIE8gtISIAAAQIECCyBQBO1RK1taXSlalvaKKcuxeOfcTJ+9D/eFf/L552MycpDMWm2ItqVunf/3u4ojvenNr9XTaB+rnO79OC98a1ffS6+5b7zMVlfq3Hq+auu84EAAQIECBA4HgFPJUCAAAECBAgQIECAAAECBPILSEiAAAECyyLQ1b+X51JKiVE5GW3bxD2PauK53306Xv0z98RHfuxfxTjOR1m9GJP637htYzl+2jrfSYyazVhdezDWVs7Ef/g/Szz1n2zF+95VC+tJnWV7zV4/2ggQIECAAAECBBYk4DEECBAgQIAAAQIECBAgQIBAfgEJCRBYKoHtAvhyoTuO6H7bt5tiV5yWNj78oyL+9b/9G/GC712Nh33QerRlM6Kej8s/3YX1Q1vqy6K3+uzmXMRkre6nokxWayF8Jt79zogn/KP3xq/9+616/mZz6trhm33nPAECBAgQIECAAAECRxVwPwECBAgQIECAAAECBAgQIJBfQMLlE2iidqhRanlbt2jqS1mJ0tXC3V96bkZRP0ZZjfj0z12LH/qFe+JffGnEiTseiM3JRkzKVrTl0kJTtbWsvrKXaLfuirb7bzKK2PmutKOYXLo3Xvi0C/GD37YeUTvry5PU+16m8IYAAQIECBAgQIAAAQJzEjAsAQIECBAgQIAAAQIECBAgcEwCXdW759F7PtYuePrF7rEWxSfvjHjqC0fxfW+8J/7ep12KNjbqJfWeUkvWMq4FbL34pr8JXC+dy1afPx23Pnt6rC91rlHnUSZn4vWvuhRf/YWb8dd/Vs93W3O+vnaNcHd9nXNohCuIjQABAgQIECBAgAABAgQIzEjAMAQIECBAgAABAgQIECBwnAK77elVc+j606tOdB+6vrTbRxfjw//OKL79R+6KF33PibjzYQ9GO/0V252hrvrz0N2Ni927WezupSuBN++K3/71UTz7C9bjD99W57J5R7Tj7reFt2phXY/RXV3P2+YrYHQCBAgQIECAAAECBAgQIEAgv4CEBAgQIECAAAECBAgcu0ATpc6h2+thf9taveyhiLU2PvWzR/HaX3pUfPaTmpiMzsZk998PrlfUdrW+3rBKrucXtNUCOLq9lrx/8Sdt3PfEB+M//fwkStNEdP+W8STqNI95jnUKNgLZBeQjQIAAAQIECBAgQIAAAQIE8gtISIAAAQIECBAgsBwCtQndmcieErjc6M8idz1pt8eJesOdda831LtP3xvxzG++I17xo3fHf/dR69H9u8BlFFFGF6M0kyj1slJKPd54j3n+lDrhbo96bE/EpbNn4vlPvRD/5qXrEZOT0TYXIkr3J6Ensf2zVQ+77+tbGwECBAgcVcD9BAgQIECAAAECBAgQIECAQH4BCQkQIECAAIElEqgVbXT16A2m1BWhe/cbXLJ7qhbBH/2pJb7v390RT/iKiObE+yMmd9Rva/HavbZttHWvb495K3Fi9Uz8yMvbeOFT1mPz3Mk6nyZqE1z3+ja6vKV7YydAgAABAgSOLGAAAgQIECBAgAABAgQIECBAIL+AhAQIECCwbAK1/dzpPmcws9Uz4/ji5zXxsh97VHzkR7cxbiexVYvfca2Yp3t9P4PHHGmIrfWIpj0Rv/ELq/HMf/5gvPePT9RyehxRNiIm3Z+3LuGHAAECBAgQIEDgiAJuJ0CAAAECBAgQIECAAAECBPILSEiAwFIKTAvgo1ee3W/6btaA07/9HH/7E9p45ZtKPOmr2jhx6lI9vxXTZ5Tuum6vp45lq89u6nzGJTY3SvzB/7caz33ihfi936wMk9WoPfWVWdVLr3zwjgABAgQIECBAgACB/Qq4jgABAgQIECBAgAABAgQIEMgvIOHyCjS1+twuZ6+aY3f2mr1rcLt973WXS9Luzcrlb0odsTkZ8aRnn4zv/alT8ZiPuz9W1jZjZaWNSbO+3bN2t9S9lHr1LfbLg87kTakl71pE08bqqInVcjre/Qd3xLP+5f3xGz/bTSYixnW/vHV/EvryB28IECBAgAABAgQIECBA4NYCviVAgAABAgQIECBAgAABAgSOWaBreQ8/hbJ7azfM5Q+7JyPq6Y98bMR3vvbeeMIz2yirD9TvRtE2mxEltn/a7cPiXuuD67b7vFEtgtutU/H1TzsXP/ryrejK4e2Guruim9xVjXB30k6AAAECBAgQIECAAAECBAhcJ+AEAQIECBAgQIAAAQIECCyDQK1oZzyNUse7ai9x5p5RPOE5J+K7f+yeuPdD12NlZfs3a7t69XIRXG9b+NaWad/bjE/HaHJH/OB3RLzqm89GuxkxLYHbUX3T7fVgO5yAuwgQIECAAAECBAgQIECAAIH8AhISIECAAAECBAgQILA0ArMvgK+LVsveshHtZBwf9fER/+bnz8T//M+3Ytw8GJP63/bl0yp4++0iX8ue55ZxRNmKn3j1OF78zPPX/Cno2P7Zc/n2Ca8ECNxKwHcECBAgQIAAAQIECBAgQIBAfgEJCRAgQIAAAQIElktgAQVw94jViGY03VfvinjOS+6IF33P6bjngx6IGE1iq93YUeka1loY73xayGG3BG5XopmsRTs+FW9580o850l/Gefv72bQzafOr5ta6T7bCRAgQGAfAi4hQIAAAQIECBAgQIAAAQIE8gtISIAAAQIECCyhQLOYOZUopdRHdXstVJs2PvWfrcT//qZHxN/5xEtRRlvRrFyI0mxGW4vWtnupVy9sm5bA3dzqPjkR0Z6It/3ymXjG5z0U7/mjjmgton4VfggQIECAAIF9CLiEAAECBAgQIECAAAECBAgQyC8gIQECBAgsq0DXbi5wbuP6rFoAl9qm1u0RHxrxnT92Op7xgtVYOdnGJJrorhhHG+NaAnd7vWGhWzMZ1VlsxMqoxJ+/82R83ZMuxZ/9bhsxmUTb7XVeCy+oFyrgYQQIECBAgACBIwi4lQABAgQIECBAgAABAgQIEMgvICEBAkst0Cx2dqP6uG7fjJj+1m1ErER83petxbe85kR88Ee+N6Jcitq01mPE5Wti56f2sDvv5nNoaytdt4g6x0mdWJT40z8ax3O+aBK/99YSpTR7njvvyex5lLcECBAgQIAAAQIEeiBgigQIECBAgAABAgQIECBAgEB+AQmXX2Bvo7mg2Zb6nFqudr8FvOfpj/2UlXjNv//Q+MR//IFoTp6t13TbVkzGJSZRug8Rk3qc9q7Tl+1zs36dFtMlmna17qO63xF//f5z8ewn3B9v/cWNiK0SpZSIqCX2pB5sBAgQIECAAAECBAgQIECAAAECBAgQIECAAAECBAgQWBKBZn7zuNXIXYF6zfe10109FfFtP/Ah8WXPvSNO31kL1ljdvqh+V5vXiNFWROn+SHR3ottjtj/T8rcbstSXnb3pWt4mLp27M174tK14+1vq87tTk7Vo6xS6vV5sI0CAAAECBAgQIECAAAECAxUQmwABAgQIECBAgAABAgSWSeCYCuA9BDs9a+weVybxL778ZHzTa0rc+ciz0axtxaQdRymjKE1b94hSmijTvbsp5vTTRpSN6b8H3GzdGaP6qI1Lk3jek8/Gr/5sLaK7Eji6l0ktguu14ecqAR8IECBAgAABAgQIECBAgACB/AISEiBAgAABAgQIECCwdALN0s2orVNqJvGxf381XvUz98RHf9KliNVztQRuatG6GtGu7Ey5K1933s7lUBvfyVrE5OT26N37+uxm/PB48Zg3tOwAABAASURBVFeei594zflaRnfFb71u+4r62n2uBxuBgQuIT4AAAQIECBAgQIAAAQIECOQXkJAAAQIECBAgQGA5BZqlm9a0T63TGkXc++iI7/zRM/H4L12LcZyrBXBEV7G23Z+BLlt16t2nepjXtvsnoXeOzeREbG1GTC7eE6/61q14w/eNIzZLTLbqcTqHD9TXOc+pPsFGgACBJRYwNQIECBAgQIAAAQIECBAgQCC/gIQECBAgQIDAEgvUpnWJZ1enVlYn8fQXnYoXfM+pKKffdaUArpVwxLQtjrn+7JS/MT1OIppaPNd9vHF3vPqll+J1r9yIppQ6hQt1f1jdu/f1YCNAgAABAoMTEJgAAQIECBAgQIAAAQIECBDILyAhAQIECCy7wNIXwE1TC9Uyjn/wOaP4gX/3EfGID7sQbS1cJ3Eq2uZi9d37G7d739evZr21o2gmK9N91NQyePOu+KHv2IjXfXd97vhkdL+i3LZtPdTPs3628QgQIECAAAECyyxgbgQIECBAgAABAgQIECBAgEB+AQkJEOiFQLPcs+yK1Lq3pZaqEY/+7yNe+ZOn4+M+5WxEuVQL4I3Y/qnXxN59++zMX0stfVfunw5bor6v70p7R/zQyy7Fj7xsK2KrltX1XG2Cp6+xc83OBwcCBAgQIECAAAECKQWEIkCAAAECBAgQIECAAAECBPILSNgfgR4UwLVULU2UUURZi3jEh23ES3/43vgn/3IrmmYSk7aJSanl67QAbiLm+meh61zGd9dH1LJ50kRp2+mff27iTPzwy87HT7x6sz69ROmK4uh+mu7FToAAAQIECBAgQIAAgawCchEgQIAAAQIECBAgQIAAAQJLJjCHhnKWCbvple0Bdw4RK9PtvpeciS//2tMRq+/f/n4yinZcop3UC9u6b5+dw2uzZ8xJRBlP92bysPjhl2/Er//cRky26hzDDwECBAgQIECAAAECBAgQyCwgGwECBAgQIECAAAECBAgso8DeNnMZ53eDOdXCtWkj6sw/72kr8e0/+PBYO302xnEp2nq6jUm09dP2jfXE9ps5vJaIdhSlFs9N3Ut95sa5O+L7vnEz1s/X59ZuOLp9Dk9e6iFNjgABAgQIECBAgAABAgQIEMgvICEBAgQIECBAgAABAksrUGvUpZ3bTSbW/XZtLYFrx9oVsB/3P0V8/xvvjQ97TGz3rV0vO/2uu/3ym+7D7PfuTz2vfGA6bn1sdPt7/qSNn//JizH90J0IPwSGIyApAQIECBAgQIAAAQIECBAgkF9AQgIECBAgQIAAgeUW6GEB3LWqo9gtWMtKEx/+2HF8x4+cjI987IPRrIxjPKnF76S7rh5jnj/1GdN/E7h7RplOKcan442vORHjjXG07VZEN4Vu7y6xEyBAIK+AZAQIECBAgAABAgQIECBAgEB+AQkJECBAgACBHgj0sADuVEv3Uvdx3WvJGk088iM241VvPhOf8GlbsbpWv6/J2rYWxdu1bL1uXlt91nTo+sB6bEoTf/7us/Gu3yv1yaWe0f5WBBsBAgQIpBYQjgABAgQIECBAgAABAgQIEMgvICEBAgQI9EVgu7Xsy2yvm2dX8K7Ws1u1bF2J5uQkvuH7T8U//NytaFfPx2RSol10/1qf17Sn4h3/+WK0XT9dZ1YnaCNAgAABAgQI5BSQigABAgQIECBAgAABAgQIEMgvICEBAr0S6HkBvGu9GjHuftt2PU7cdS6+9mVr8aRnrcToxPkopTayl/8Oc/d+9575HLtZxGQ13vvuJspKV1DP5zlGJUCAAAECBAgQIHDcAp5PgAABAgQIECBAgAABAgQI5BeQsH8CTf+mfJMZr3TnT9eXM1Fq7/rE+9biqc8bRVk7HyunLkSUSd0vRUzL4HqY01aqaKkv58/VN+P5F85zimFYAgQIECBAgAABAgQI3ErAdwQIECBAgAABAgQIECBAgMCSCtSWclYzW4Zxyk6/W48rJT7/qSfjRd97Isbtej1fo467grh+N++pdmXzqD6zLOBZ885ifAIECBAgQIAAAQIECBAgcJWADwQIECBAgAABAgQIECCwzAK1FV3m6R10bm1E6X7LdyOmPysRn/yZa/Gtr747RiceiEn9rutkSylRyvY+vW6mL91vGm/EnffUeYxmOvByD2Z2BAgQIECAAAECBAgQIECAQH4BCQkQIECAAAECBAgQWHqBZAVwqeAn6z6Oy3/puZawf/fT23jpa++JOx9Wy9nLX9TLrnrffT7q3kbbbNWieSv+9mPvieged9Qh3U+gBwKmSIAAAQIECBAgQIAAAQIECOQXkJAAAQIECBAgQKAfAskK4F30UxFdFxz1p41oRqvxMZ/UxMvfWOJhH3IhNsdbMe1+m0vbF9TXWWxtKXXYcUzKOD7649di+98djrg8l/BDgACBdAICESBAgAABAgQIECBAgAABAvkFJCRAgAABAgR6JJC0AN6zAmX7fVkt8ejHnIyXvf5MfMjfejC6crYdd78tXGJWP7VrrkOdir/7KW084kPaaMt6/bx9tr6xESBAgACBZALiECBAgAABAgQIECBAgAABAvkFJCRAgACBvgnkL4C7Fek63trDllGJD/5bES993Zl4+N/882hXLsSktNH9pebdvbv8KHtZOR+f+8RT0yG6x07feCFAgAABAgQIZBOQhwABAgQIECBAgAABAgQIEMgvICEBAr0UGEYBvLs0tQSejCfxNz5iNb73DR8Wj/yQs/WbrvqtX0S314/Xbd35vfu1F2x/13b3l834xE9r4pP/YS2AJ139u1Yv7o71YCNAgAABAgQIECCQREAMAgQIECBAgAABAgQIECBAIL+AhP0VGE4B3PWwNW1T6pva+T7i0SW+/bV31xK4fljZikk7ibbukyjR7dtLul3uRlfuXrXXb9s6Tv26bS7FpO7dn5R++IfeH/e95GRE7X0no+6u+lIvtREgQIAAAQIECBAgQCCJgBgECBAgQIAAAQIECBAgQIDAkgvUSvSoM+zZ/bW3ja4ErtN+9GPuiFe8YS0eWYvb0mxEV+LGAX9qB1zvWInTd1+KF77sEfHIR5Uo9YyNAAECBAgQIECAAAECBAjkEpCGAAECBAgQIECAAAECBPogMLwCuKn1bN12F+feR0e8/Mc/OD76E9poV/56+lvAu9/t5zhuL8QHf/jZeNmPn4yP+aTKWceuW9R3wyiC94PkGgIECBAgQIAAAQIECBAgQKDfAmZPgAABAgQIECBAgEBvBLqesjeTnf1Eu9L3Ytz76EvxXW84HV/8lQ+PlVPrMSndPqnHuPEebUyazZisPBj/7ItW41U//cj4m48ZRTSVs8x+lkYksKwC5kWAAAECBAgQIECAAAECBAjkF5CQAAECBAgQIECgXwK1sezXhGc72xJNnIwSazFaa+OJz16LH/uVU/GlX7MRj/6o8zFuHoj18UMRo40Yx6XYai/U4vfB+KCPmMTnfNmFeN2v3hX3veSuOHlPRLMW2z/bfxM6ake8vW+f9UqAAIFsAvIQIECAAAECBAgQIECAAAEC+QUkJECAAAECBHoo0PRwzjOecqnjlSil1GPE3R8U8b9+1Z3xA//XnfHGtz0iXvnGe+LrXrFV9834ztefite95Z547a9GPPMbTsa9HxaxOZnEuJa+7fbt0zGm5e/2O68ECBAgQCChgEgECBAgQIAAAQIECBAgQIBAfgEJCRAgQKCvAk1fJz7LeZdSpgVwPUSz0o28GaPV9XjYoyI+9u9H/KPPujP+8WffEx//P67EBz+6+7775d42SrMZzahEUxVLie2f7rh3b+vpbq8HGwECBAgQIECg9wICECBAgAABAgQIECBAgAABAvkFJCRAoNcCtbrs9fxnO/kyqeN1+2o9dn/T+XzEbpnbSXX7tMzdPlliNZp6QRN+CBAgQIAAAQIECOQXkJAAAQIECBAgQIAAAQIECBDILyBh/wV0l1etYcfR7d3J7ng6ar873Uv9ON1H9WMZ1dNdQVzqMW79U+rX3V4PNgIECBAgQIAAAQIECPRUwLQJECBAgAABAgQIECBAgACBngjUWvOwMx3Cfbdqbm/13RBsZCRAgAABAgQIECBAgACBYQhISYAAAQIECBAgQIAAAQJ9ElAA92m1lmmu5kKAAAECBAgQIECAAAECBAjkF5CQAAECBAgQIECAAIHeCSiAe7dkJkzg+AXMgAABAgQIECBAgAABAgQIEMgvICEBAgQIECBAgEA/BRTA/Vw3syZAgMBxCXguAQIECBAgQIAAAQIECBAgkF9AQgIECBAgQKDHAgrgHi+eqRMgQIAAgcUKeBoBAgQIECBAgAABAgQIECCQX0BCAgQIEOi7gAK47yto/gQIECBAgACBRQh4BgECBAgQIECAAAECBAgQIJBfQEICBFIIKIBTLKMQBAgQIECAAAECBOYnYGQCBAgQIECAAAECBAgQIEAgv4CEeQQUwHnWUhICBAgQIECAAAECBAjMWsB4BAgQIECAAAECBAgQIECAQM8EDlEA9yyh6RIgQIAAAQIECBAgQIAAAQKHEHALAQIECBAgQIAAAQIECPRRQAHcx1U7zjl7NgECBAgQIECAAAECBAgQIJBfQEICBAgQIECAAAECBHoroADu7dKZOIHFC3giAQIECBAgQIAAAQIECBAgkF9AQgIECBAgQIAAgX4LKID7vX5mT4AAgUUJeA4BAgQIECBAgAABAgQIECCQX0BCAgQIECBAIIGAAjjBIopAgAABAgTmK2B0AgQIECBAgAABAgQIECBAIL+AhAQIECCQRUABnGUl5SBAgAABAgQIzEPAmAQIECBAgAABAgQIECBAgEB+AQkJEEgloABOtZzCECBAgAABAgQIEJidgJEIECBAgAABAgQIECBAgACB/AIS5hNQAOdbU4kIECBAgAABAgQIECBwVAH3EyBAgAABAgQIECBAgAABAj0VOEAB3NOEpk2AAAECBAgQIECAAAECBAgcQMClBAgQIECAAAECBAgQINBnAQVwn1dvkXP3LAIECBAgQIAAAQIECBAgQCC/gIQECBAgQIAAAQIECPReQAHc+yUUgMD8BTyBAAECBAgQIECAAAECBAgQyC8gIQECBAgQIECAQA4BBXCOdZSCAAEC8xIwLgECBAgQIECAAAECBAgQIJBfQEICBAgQIEAgkYACONFiikKAAAECBGYrYDQCBAgQIECAAAECBAgQIEAgv4CEBAgQIJBNQAGcbUXlIUCAAAECBAjMQsAYBAgQIECAAAECBAgQIECAQH4BCQkQSCmgAE65rEIRIECAAAECBAgQOLyAOwkQIECAAAECBAgQIECAAIH8AhLmFVAA511byQgQIECAAAECBAgQIHBQAdcTIECAAAECBAgQIECAAAECPRfYRwHc84SmT4AAAQIECBAgQIAAAQIECOxDwCUECBAgQIAAAQIECBAgkEFAAZxhFeeZwdgECBAgQIAAAQLtmJC4AAAQAElEQVQECBAgQIBAfgEJCRAgQIAAAQIECBBII6AATrOUghCYvYARCRAgQIAAAQIECBAgQIAAgfwCEhIgQIAAAQIECOQSUADnWk9pCBAgMCsB4xAgQIAAAQIECBAgQIAAAQL5BSQkQIAAAQIEEgoogBMuqkgECBAgQOBoAu4mQIAAAQIECBAgQIAAAQIE8gtISIAAAQJZBRTAWVdWLgIECBAgQIDAYQTcQ4AAAQIECBAgQIAAAQIECOQXkJAAgdQCCuDUyyscAQIECBAgQIAAgf0LuJIAAQIECBAgQIAAAQIECBDILyBhfgEFcP41lpAAAQIECBAgQIAAAQK3E/A9AQIECBAgQIAAAQIECBAgkETgFgVwkoRiECBAgAABAgQIECBAgAABArcQ8BUBAgQIECBAgAABAgQIZBJQAGdazVlmMRYBAgQIECBAgAABAgQIECCQX0BCAgQIECBAgAABAgTSCSiA0y2pQASOLmAEAgQIECBAgAABAgQIECBAIL+AhAQIECBAgAABAjkFFMA511UqAgQIHFbAfQQIECBAgAABAgQIECBAgEB+AQkJECBAgACBxAIK4MSLKxoBAgQIEDiYgKsJECBAgAABAgQIECBAgACB/AISEiBAgEB2AQVw9hWWjwABAgQIECCwHwHXECBAgAABAgQIECBAgAABAvkFJCRAYBACTUxqzrbu1203PHndVU4QIECAAAECBAgQINBvAbMnQIAAAQIECBAgQIAAAQIE8gtIOByB5gVf9kCcfV9EO94J3R277rct9eTOOQcCBAgQIECAAAECBAgQyCggEwECBAgQIECAAAECBAgQIJBMoPm1nzsTz/r8C/GePx5vl8Cj9YjSNcCx89P9ivDOWwcCBAgQIECAAAECBAgQIEAgiYAYBAgQIECAAAECBAgQIJBRoGknW/GeP1yLpz7ur+Ltv7QVsXkiYlL2ZPXPBO/ByP9WQgIECBAgQIAAAQIECBAgQCC/gIQECBAgQIAAAQIECKQVqO3uOKJsxsb5u+OFT1+PN79+I8aXIqJs1CI4InZ/GXj3WE/ZCBDIKSAVAQIECBAgQIAAAQIECBAgkF9AQgIECBAgQIAAgdwCTTNZi9KuRrvVxMXza/E9L4h43StrKTxei7ZZj7ZcjMv/PnBuC+kIECAwZAHZCRAgQIAAAQIECBAgQIAAgfwCEhIgQIAAAQIDEGi6jNt/8LlEiSbGW2vxA9/1YDzvSx6IrXMnItq6jzbCDwECBAgQIJBVQC4CBAgQIECAAAECBAgQIEAgv4CEBAgQIDAUgaaptW9pI7o92km0sR6rcVe89f++I178FRfi/AP1u5jUIjjqz8V6rBfXrV5Y39dTNgIECBAgQIAAgf4KmDkBAgQIECBAgAABAgQIECCQX0BCAgQGJdBELYCj/pRSX2qr25YL9c0oJu2leOuvtPGcL9qM9/7xyXqu207Ul+mF9WgjQIAAAQIECBAgQKDPAuZOgAABAgQIECBAgAABAgQI5BeQcHgCTVv73La2v93elFGMJndGacbRlNOxtXEi3vmOEs/6gg/Ee98V0Y4r0KTuZat+qMfuN4O7g50AAQIECBAgQIAAAQIE+iRgrgQIECBAgAABAgQIECBAgEBSgabUArjLVsrOm53fCI56LNHE1vpq3P8Xd8R9T3gg3v07zXbx2462j6Vrg7u/Bx1+CBAgQIAAAQIECBAgQIAAgV4ImCQBAgQIECBAgAABAgQIZBaoje5u8XslZlM73W4vbRtrJybTfx/4/e++K579RRfjd966WcvfcURX/o5X6vt6f70+/PRbwOwJECBAgAABAgQIECBAgACB/AISEiBAgAABAgQIECCQXqAWwLfJOBlFjC5GKSUeeuBEPO+Lt+J3fqPe1nb73nsnez94T4BAjwRMlQABAgQIECBAgAABAgQIEMgvICEBAgQIECBAgMAwBGqLe03Q6Z93rqXv7rH7enxntNPf8i2xfuFUfM2T/zre8ZttTOJixPR8d9HlN90HOwECBAj0Q8AsCRAgQIAAAQIECBAgQIAAgfwCEhIgQIAAAQIDEri+AL42fOlOTF9qCVxL30nExvl747lfci7e/ivdn4Duvq97VxjHuL6pF9RXGwECBAgQILDsAuZHgAABAgQIECBAgAABAgQI5BeQkAABAgSGJlAL4K7c3d33xC9tRLfH1T/dbwK3WxGb587E85/yvvj9t29FOzlX91r8TkvgOuTVt/hEgAABAgQIECCwbALmQ4AAAQIECBAgQIAAAQIECOQXkJAAgUEK1Lb2BuXvHoru2ysfa8lbNiPqXW2UmFz60HjuEyfx+791Ksqknux+AfjKxd4RIECAAAECBAgQILCEAqZEgAABAgQIECBAgAABAgQI5BeQcLgCtbXdDV/qm52Pe3/zd1Kr3uketeQtdR9Fadto67m2Hs8/NIqv+sKH4rfeshHR1IK4Xa/fRURbdxsBAgQIECBAgAABAgQILJOAuRAgQIAAAQIECBAgQIAAAQLJBZqI/SYs9cLdvb7ttloUdyXw5sUz8dLnPRTv/r16cnJiu/ytXbASuHrYCBAgQIAAAQIECBAgQIDAUgiYBAECBAgQIECAAAECBAgMQaCJtpa6u3uXuJa6ETdrb+u13TV1735XuGkjmnIhuuN733UmXvCUjXj/n9Yvy0ZECT99EDBHAgQIECBAgAABAgQIECBAIL+AhAQIECBAgAABAgQIDEagia7w7fbLkWure/n9bd60TcT4rmhrgdy0J+Ldf9jGV37Be2sJvBbTArhshR8CBJZXwMwIECBAgAABAgQIECBAgACB/AISEiBAgAABAgQIDEugNrhd4Vv3Uvdp9u5Xd3f36Ymbv3T31L3Uy0szidXmZLz3XffG1z95PR54T8RkYyViOuzGzcfwDQECBAgch4BnEiBAgAABAgQIECBAgAABAvkFJCRAgAABAgQGKHClAN5uancIaqO78+72h2nDG6WO1F3bNE384TtG8aKvOBfjrvcd17OTtfrSfagHGwECBAgQIHDMAh5PgAABAgQIECBAgAABAgQI5BeQkAABAgSGKrBT294gfltL4G6/wVdXn6rXbf+953q6jWb0UKyUlfjdt63FC592NtbPdwVxt3cl8Nl6jY0AAQIECBAgQODYBDyYAAECBAgQIECAAAECBAgQyC8gIQECgxa4eQF8IJauBN65YXIq2rIR4621+C+/vhIvf9G5aMe1AK5bxOrORQ4ECBAgQIAAAQIECCxawPMIECBAgAABAgQIECBAgACB/AISEmji8m/v7ilxo/6U2th2e327/60bo6kjrsSo3ju+eCp+4SdLvO7lk4itiHbjdER9u//xXEmAAAECBAgQIECAAAECMxAwBAECBAgQIECAAAECBAgQIJBfYJqwiVrXbu8xo5+uBO72iLZt617i/3jFevzsj25EW7bb33p6Rs8yDAECBAgQIECAAAECBAgQIHBrAd8SIECAAAECBAgQIECAwJAEagE8v7il1OG3TsVk41S88hvPxm/9P9sFcNnuh+f3YCPfXsAVBAgQIECAAAECBAgQIECAQH4BCQkQIECAAAECBAgQGJxAbWjnm7nresvowdi4cHf8q2etxx/+7rlot3vg+T7Y6AQI3FTAFwQIECBAgAABAgQIECBAgEB+AQkJECBAgAABAgSGKTD/ArgpUdq7om1Hcf7sWrzwKREPvC+iVQIP8/84qQkQOG4BzydAgAABAgQIECBAgAABAgTyC0hIgAABAgQIDFhg7gXwtm3ZPkQT73lXE9903/0xGdcGuN057UCAAAECBAgsQMAjCBAgQIAAAQIECBAgQIAAgfwCEhIgQIDA0AUWVABHNKWJUkqMylr89lvujpd89QMRCuDwQ4AAAQIECBBYiICHECBAgAABAgQIECBAgAABAvkFJCRAgEAVaOq+Z5vseT+vtyXaSYlffNNm/Ni/fjBiEY+cVxTjEiBAgAABAgQIEOiBgCkSIECAAAECBAgQIECAAAEC+QUkJLArsF0At6V+rk3syvu2j/V1HlsT3XNKfa0l8Ma98epva+NtvzSJduxXgefhbUwCBAgQIECAAAECBAYvAIAAAQIECBAgQIAAAQIECBDIL3BVwtrJno8omxHtKGLrURHR1H2O27Rs7savzxnfGd/8nEvx/j8t9cTWzl4PNgIECBAgQIAAAQIECBAgQOCIAm4nQIAAAQIECBAgQIAAgSEKNN/wvSdjtHYhLpfAsfvT/Vbu3n33/NGOtfaNpg7bVb4lSpz7q5Px9U8ex/jiynYJ7R8GPhrw7e72PQECBAgQIECAAAECBAgQIJBfQEICBAgQIECAAAECBAYr0PwPj2viuS+9IyajczEptZmdUnTHSX3X7d373b2emtU2HbKN9fVJ/Mk7N+I7vu5cHbk7Weqxbt3berARIDA7ASMRIECAAAECBAgQIECAAAEC+QUkJECAAAECBAj8N/buLcauqgDj+LfWPufMpaWlECFi8BZRoomoDwomJpAQH7wk3gKJIUrFoE9AQxoJRKRcA6hcCoqRCCHEB4QYBRJtEB8ImsCLD7yoiVq8BJSaMtPO7Zy9l9/aM6cztMP0THtOhD3/07X2Xnvtvdfl9/plTxHY2AIxxKjzvlDo0p1bFGJPKQUHwT0plK5dSTmQ7VcN7Vd/Ceyx2+2WqrLQnkcrPfGQ58zBb655ypw/D21GBkIAAQQ2tACbRwABBBBAAAEEEEAAAQQQQACB5guwQwQQQAABBBBAQNF5r1II+uI3gy663Knr2D4pdUyTI9qcxLrpoDYfh189fliQ4oxitUU/uHlaL/yuUun8Wb6lOOspc8MnCgIIIIAAAggcowCvIYAAAggggAACCCCAAAIIIIBA8wXYIQIIIIAAAosC0cmrFJKKIuqrOwpdcMmYYntaKUhVKDTSX4qKqa1YTThiTlo4sFW3X3VQ81Oetc5960P/wmcKAggggAACCCCAwLoEeBgBBBBAAAEEEEAAAQQQQAABBJovwA4RQACBFQL5M19fOmh1kWPY7Vds1tnnjktxxrnwmOQ+9X8p9FvDOYdKKvZ5rODqtsd/ae+4bt2ZPwHOtXB/Lm7X68ttKgIIIIAAAggggAACCAwiwDMIIIAAAggggAACCCCAAAIIINB8AXaIwOECMah0xFtK0SGra2tSuu6+tj740UJl/beYfa9+y+ehh7BBKrdJqeUZgmJeSa+tZ/f09IsHPV/pALqesz5IzojFDwEEEEAAAQQQQAABBBBA4GgC3EcAAQQQQAABBBBAAAEEEEAAgeYLrLrDeKg3OGTN1R2xI11/z2adfsa0r9xfTEnBAfHSfQ31Fz2ag2CHv5LnirNSNa57b5zXn//gWzn1TV5Qnt8BtW/mTioCCCCAAAIIIIAAAggggAACCKwqQCcCCCCAAAIIIIAAAggggMBGFohKDmAP1eJQvrrpVOnm+7dp6yldEodT8gAACzFJREFUKW11PNtWKOYVnNWGEHxerMPFC4rlhKJz4KobdNOOKc1NF0rJa1DL63CV1yt+6xbgBQQQQAABBBBAAAEEEEAAAQQQaL4AO0QAAQQQQAABBBBAAIENL3BYmpqUWpXkHFhhXm97r3TdD9vqTB5UFedVpXGDBdcRFoe/SZWqstJLL05q9w37FHLo636FGTkFdqUggMB6BHgWAQQQQAABBBBAAAEEEEAAAQSaL8AOEUAAAQQQQAABBBDIAg6AXXLA6prqbLeOXx3BOgUOpT5wTls7bx9XUk/KIXBIWnwuvz6CGpNCCCriFpW9lvY8sknP/ybHvg6mNamU3M4H8UMAAQQQGECARxBAAAEEEEAAAQQQQAABBBBAoPkC7BABBBBAAAEEEDgkkNPfQxe5UQUHrI5/czspKLnxic8UunjHhHt77lnsc/eIS70QdefGdMu3XtHL/4hey7znzCvyqS45FK4bHBBAAAEEEEDgCAE6EEAAAQQQQAABBBBAAAEEEECg+QLsEAEEEEAAgdcKOAB20OpYV3X1pfIv9+XAtVrsLaSLLm/rvM8mVaHrIDaplyqVo/4S18toxaCpl7fp7mv3KaQxpdd8flzlxVIRQAABBBBAAAEEDhfgGgEEEEAAAQQQQAABBBBAAAEEmi/ADhFAAIFVBPqJ7yq3+l29xYbD2Ku/t1nvObOtuflZheCOsPJr3MXHhnX06B7K47empdTRc0939NRjc24v3vFNF993HO0GBQEEEEAAAQQQQAABBJYEOCGAAAIIIIAAAggggAACCCCAQPMF2CECrycQlSPgpRpCUOF/UWGpO0pqubpEKU5INz0gnfaOpJQcvoauKofAI/kOt0oKeeBqk5TnWJjUvbtaeuXvWhECB1/k6hMFAQQQQAABBBBAAAEEEEAAAQQQQAABBBBAAAEEEEAAAQQQaL7Amjt0rLvW/SNvn/xW6Zo7O4rtA1LV9ssjDmDzn3xOUoxRr/631O7rDzie9rR18Y36zAEBBBBAAAEEEEAAAQQQQACBjS7A/hFAAAEEEEAAAQQQQAABBBBwrroaQlj6/ler/Yqksz7e1iU7HQKP7/cTow1hcwRdV08TU0fPPBn11KM9Lf7l58LzU9YU4CYCCCCAAAIIIIAAAggggAACCDRfgB0igAACCCCAAAIIIIAAAksCOVtdag56ClJMuvDScZ1zfqUQu1rxSa5G/et0JnTndw7oX38tHQIfw/JHvUDGR+ANJMBSEEAAAQQQQAABBBBAAAEEEECg+QLsEAEEEEAAAQQQQACBlQLHmKAGhZZ05S0n6dTTDyjGnlQFKf+55pWjD7ldL9bzzB/YpB/f7KvKEyTXflnZ7vdxRgABBDamALtGAAEEEEAAAQQQQAABBBBAAIHmC7BDBBBAAAEEEEDgCAGnqEf0DdbhN7ecGLVr98mK7YNS/hJ4sDeP4yknvHFOKtt6+slZPfOEg2d3LQ7oNDhMuXmow20KAggggAACG1GAPSOAAAIIIIAAAggggAACCCCAQPMF2CECCCCAAAKrCzjGXf3GQL2F9O4PdXXZrklVxbTKMKfkf8vv5jA21+We422FqqMYkkLV0v23VZp/1SOWM1KVtzLmi+BKQQABBBBAAAEENqgA20YAAQQQQAABBBBAAAEEEEAAgeYLsEMEEEBgDYGcmq5x+2i3khRn9akvd3TupycUQlD+t/iW74Wum5Wr2z4eX/EYebxcU56l0It/mdWPbt3vYSflRFjSnKuf85GCAAIIIIAAAggggMBGE2C/CCCAAAIIIIAAAggggAACCCDQfAF2iMDRBI4zAJZCCFIxoytuGNcpp88oKahylY8a6i9Iqa1UuXqWdhHVDifoVz8L+uNzkkpXTeSDa1pR3aQggAACCCCAAAIIIIAAAs0WYHcIIIAAAggggAACCCCAAAIIINB8gYF2eJwBsENZbXIwO6nNb5GuveNEFWPTUnAaW3+p25KUpwg+D6PkcXJdHmv2YKHv7/q3erOeJ3WWb9BCAAEEEEAAAQQQQAABBBBAYEMIsEkEEEAAAQQQQAABBBBAAAEElgWcmi5fHFurP0RXZ35M+tLXCpVpn4dKDoYLn18b2LpjqKVTTOpvL2zVrx/pLX0FPNTh37yDsXIEEEAAAQQQQAABBBBAAAEEEGi+ADtEAAEEEEAAAQQQQAABBA4T6Ke3h3Wv57JS/cVv/vo2BW3fOan3f2SzqhBVxVJOgV1HWOovjdv6yXeD5qdWztMPnr2+ld20EdgAAmwRAQQQQAABBBBAAAEEEEAAAQSaL8AOEUAAAQQQQAABBBBYTWAIAfDSsDlvLaRivKtr7phUa2xKIVQOgqXRRrDJE0Tt3z+te26cXlpMntH99cxhqY8TAgggsCEE2CQCCCCAAAIIIIAAAggggAACCDRfgB0igAACCCCAAAKvKzCEADgP4eR3aYqqijrtjKTtO7apm+bdO6oANge8rqmj4CWMdU7Unp8v6IXf5768njx3z/NTEEAAAQQQ2CgC7BMBBBBAAAEEEEAAAQQQQAABBJovwA4RQAABBBBYW8DR6doPrO+uw9fg0LUKuuAbbZ119oKq1F3fEAM/7WA55aA3yrOq9DRp4WQ9cHupqpf/9LTvpTGP5ud8pCCAAAIIIIAAAo0WYHMIIIAAAggggAACCCCAAAIIINB8AXaIAAIIDCAw5AA4KIa25FFDq9LVt52kznj+EjdHtJJS8GFYxWOGHPQujRd8Xczo+Wen9eyTnqfyOty1dJcTAggggAACCCCAAAKNFWBjCCCAAAIIIIAAAggggAACCCDQfAF2iMCgAo5qB3100Of6Q0ad+k5p+5VOYVOpKlVKroOOsv7nkkI5oU7cpgfvXtDslEdIrpUPubpJQQABBBBAAAEEEEAAAQQaJsB2EEAAAQQQQAABBBBAAAEEEECg+QLr2mE/rV3XSwM/7NEv/PoWnfnhUkpRKXT9qgNZH4+/BA+Rq0918WTydQja+6dKjz/suaKrhjVfPQkHBBBAAAEEEEAAAQQQQAABBN4gAiwDAQQQQAABBBBAAAEEEEAAgSMFcmp6ZO8Qe6pK+vZd49q8bb9CcEBbj90PZfM517rzGA798ZZfjSoVe5N67IFKB1/Jfwb6yGeWn25giy0hgAACCCCAAAIIIIAAAggggEDzBdghAggggAACCCCAAAIIIPA6AiMPgEM76ZS3S5//yrh66YCXkQPffnU6XH+hm699a1jFme++l4N+ep/nG+r/OzysBTIOAqMRYFQEEEAAAQQQQAABBBBAAAEEEGi+ADtEAAEEEEAAAQQQQGAtgdEFwA5h5RpipdDp6aLLJvSu9xWq4oyqUC6uKVQ++6H8oFvDKCEEBe8qqqNfPlzon3u7Ugyqc2bl+XIdxkyMgQACCLyhBFgMAggggAACCCCAAAIIIIAAAgg0X4AdIoAAAggggAACRxVwVHrUZ47jgaQUu0qppWJCuvSqzb6e93iFFHpS1ZGGGP6q/i1uKX9TPD/T1kN3zaoqHQLX9zzn0OerB+aAAAIIIIDA/1GAqRFAAAEEEEAAAQQQQAABBBBAoPkC7BABBBBAAIHBBBbT0sGePYankuPWjkLwq65nn1/ok58bU9Kc+wpX94+w5OD5t4+39Z+9bc+ZJ/Ii8omKAAIIIIAAAgg0RYB9IIAAAggggAACCCCAAAIIIIBA8wXYIQIIILAOgdEGwMnD5xqS6gTW+evFl52gE7a6vyokX2ukv6SFhZ4e3D3l+b0GtTzbyCf1HBQEEEAAAQQQQAABBEYvwAwIIIAAAggggAACCCCAAAIIINB8AXaIwHoF/gcAAP//Zi5EBgAAAAZJREFUAwDB2PPr80APCwAAAABJRU5ErkJggg=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69836" y="137882"/>
            <a:ext cx="9982454" cy="111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5400" dirty="0" smtClean="0">
                <a:solidFill>
                  <a:srgbClr val="4518FC"/>
                </a:solidFill>
                <a:latin typeface="Arial Black" panose="020B0A04020102020204" pitchFamily="34" charset="0"/>
                <a:ea typeface="Golos Text" pitchFamily="34" charset="-122"/>
              </a:rPr>
              <a:t>Основной функционал</a:t>
            </a:r>
            <a:endParaRPr lang="en-US" sz="5400" dirty="0">
              <a:latin typeface="Arial Black" panose="020B0A04020102020204" pitchFamily="34" charset="0"/>
            </a:endParaRPr>
          </a:p>
        </p:txBody>
      </p:sp>
      <p:sp>
        <p:nvSpPr>
          <p:cNvPr id="12" name="Text 0"/>
          <p:cNvSpPr/>
          <p:nvPr/>
        </p:nvSpPr>
        <p:spPr>
          <a:xfrm>
            <a:off x="3787013" y="8536473"/>
            <a:ext cx="9982454" cy="111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Golos Text" pitchFamily="34" charset="-122"/>
                <a:cs typeface="Times New Roman" panose="02020603050405020304" pitchFamily="18" charset="0"/>
              </a:rPr>
              <a:t>(Рекомендации на основе поведения)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0844" y="1255018"/>
            <a:ext cx="9991446" cy="723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5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bright-minimalism/title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B5gl610e+LfqdPekG5WQBNgEh2W9LDYyxphgDCYYLAOLAIEQQUIIgYWIIkhCJCEEEmgJQhI5CwzIYMDk5MUS2XhtMLBESUi6CjfMndTdp2r/3+numZ65M3MndPf0VP/q1neq6quvvvCrw/PYz6vT03/QI8fxbHnUfPygR62NH/To1Y3jo9bruFXavaGu91OZjx/4tifHD3z0mfGp/+Z148l7h3Ec5+NQZbxwG85VzOt0q9TpVeztqbVqf3oc1sdx/cw4/tt/eGZ874edqjkM58qjhgc4ffAjh3F7+aCLtNlet9V2e91BOP/gR5fd254YX/Wzpwq4qIfNUocd3Tf7Xb13HD/q/7h//JC3Pz1+yKPH88oH1/VBMLfG4QH/98qEie+A74DvgO+A74DvgO+A78AEvwP+370P8v8P9879373vgO+A74DvgO+A74DvgO+A74DvwFS+A30uto0Xq9yPdV0yP5LM7ssXf93b5Mht3VVN8upat64b11KdrKTrx7zyu0/k+H1rWVpqdVV90+37b8Lra8ntDz2dd//nh5PZLs+vvud/+FvrOX7vPPP1PvN5fZ2Gc2Wo812ege4JECBAgAABAgQIECBAgMAeCBiCAAECBAgQIECAAIGDJNASzQvW29X1VqnTbJ23Y7veZ6U7nac/59a8w7vUvMbV+mjzvMiy6s7WvtWiHbfqrvjYQsF5l/vunue7vmE9S92RLPXnksrKhbN99K5CxlauuP8D17CAFmvePPbzfPjHzbJye5LNqjrbnX0c89OvOJNuOJZxWF6M174T28vuDLxPejUNAgQIECBAgAABAgQIECBAYPoCVkiAAAECBAgQIHDgBPpKv7JRtqdtLQLLtu3C6223bsjpxlzHbj3v+s/P5N99yqGaxSzjuFLH3ZxrjdufrjGSlz7veM5snC6uFx91e3HcgY+xltHKDnS1j7sosG6t5leLXaS9Y2aHTubDHt/S36relX2oXqtU+Hvf3UNe9aunsr5+LsBPS+u7ur9VqrWdwBQFrIkAAQIECBAgQIAAAQIECBCYvoAVEiBAgAABAgdToE8q7NoM37I4tjCuYbTjVmnX+6C0RLTK0M2TfsyRO07k2d96LN1SCxJb2VhBnS1W1VbWSrtOd27+207PVZ531p46r2Kz4y7z04fz//335Bd/rE+/fls12uitpnPeL3/rxmKv6eZiZZEz1sS2HxcP1MdFRq/aqe71LtvbGmdp7/Wfvu9yHvF3aq39WlI+i/e2QVyVO7h3XX7z59YyrN2WvvqvPV39X8PGoG3gC8sOjq0rAgQI3FgBoxMgQIAAAQIECBAgQIAAAQLTF7BCAgQIEDjAAv3iF49pkWMLvLZLLCKx7RU3/rylpYtZjJmPZ/LM59+ah77NrHLCIS1kHer+hatozS9W1+ovX5rJVjnXcraSvPgr3pwMR6uyGdXh2gaoBy+9D9V1G/3SLaZwpxY5Hk669aQZ1kv8v55U73OprrOU9C0czg5vffXXZ6whfubHTmYcZovgdxH+1vdnYyJNvk2omm5MrE62ruvUToAAAQIEbloBEydAgAABAgQIECBAgAABAgSmL2CFBAgcdIFKwroyaKUOZ/cKySqMSytn627UyfnBWwt5M1vLR3xSn/f+0Fk2Auxc/da6beVqnqz2v/rKM/mj3z5S2eRy+osE5y1D3F6upvsD2Xao71rGRQj76Hdcz2Per95p1oqifSdbqdOd3MfqrPLdt/xN8v/+1nq6tPGSrobquq6Orczq2FfpYiNAgAABAgQITEbAQggQIECAAAECBAgQIECAAIHpC1ghgRLokxZytZJ9uLW0bp60ILqVmmHXn847/8OjedqzDmXxq83WpOovt1/f6iot3Oq8pvKtzzue2azYWl3Xgsp2sgvlCta1C6PufZft5YyzrK2fzv/1SRW8zsb6Ri7VPAp73HSuq53b16urMT/7H05lpX9onafGi40AAQIECBAgQIDApAUsjgABAgQIECBAgAABAgQIEJi+wNYKtyVsLYnbKnV762esdXpj9jGLPw3cnQtgh6HL0uHjefY3J8tHx4yzCgn7Ll03S9d1qc/0yQNKV3UP2FtlKw+40Sq2etlqMGRcW8+3POdMjt91a/qxwueM6SqU7scsxmtPtVJV2V5a3cXK9jZb51vttkZvx626SR8rSD9265gPetxy0rXwt47t19Vddm6r95QqY32Hhvra/OJPLmU+n9c7bJVjxnGrZPO8HdvwbRJbpV0rBAgQIECAAAECBAgQuKkETJYAAQIECBAgQIAAAQIEDpjABRljC7r2i0DNZVipFK5Kt96yu2TpRL706x+at/v7da+lphUc7v5sW0DY5W/+eCn/8YfurflUQFlVlRzW0HVenzffvo9m3CzH5fyrj1jNsdu2z2vcfrFj510/y+/9l7W89m/uTdfNHqTf+p5lqzxIU7cJECBAgAABAgQIECBAgMC+EzAhAgQIECBAgAABAgQOokCfswFXC7qyv7auQsAW9Fb8u7RyIv/uE5P3/Xd9utl60qdmfiipz+za1iXDctZPdHnRs08n6w+rkaquPu3XLzDW650Pydgfz8c++dYsXmXVVU12bavX93M/cibL4x2V4deX6AEDVYPFRNrxATenUWEVBAgQIECAAAECBAgQIECAwPQFrJAAAQIECBAgQODAClQC1oKuVvaLwbg5kXYcM9TUhq7PP3rMkXzmc44lswpiU6lhV/fHbrPtTh+q/wqdt4LIX/ixtfz331lLX/NoI7Vha/RFi3atXJtA197h0un8k/c6nLf7h3vzVbznDWt51S+v1atdqvd5qe/PpeqvbZ2eIrCfBMyFAAECBAgQIECAAAECBAgQmL6AFRIgQIAAAQIHW6BSt/0EULFqdyap1HfoT9VhnrE7nTve5p58yTf1WTq2muRwlaUq1bY+d3xfZL8tAKyQMKt5y18n3/Tlq1npa9yxzSdpI9cU04LgHR//gHTYmIeuSzeb598+sUuWTiVn/yJztzMK7UW10npb/FvSQ37xx8/k9Imj6foh3Q4N07pXCBAgcBMImCIBAgQIECBAgAABAgQIECAwfQErJECAAAEC6feXQSVy8yNJHTIuV9K6lMO33Z3nvuSWPPTtWpK3kixutmlXae2yk9uQhUhLdscKmddX8rVffHfW1yqZbPOpodos2u06TTsfuqSeapfKVQvM807v0uV9/02F6+fS381e6v1unl3zod7N4uvSXlQq0K8X9RPft56Mh9L+hwXtT1Bfc98eJECAAAECN5WAyRIgQIAAAQIECBAgQIAAAQLTF7BCAgQIbAjsQMq20dHOfI4Zlk5l6Feztrac9e6+fOHXPDTv+s+XK7RraV6Fdzsz0CV6aWNUUFh3xzN9fu6HV/Pf/+ttFU0eqprau0oQK+5tf7m4ruzXITCfr2esUPbDP75LtzzPWIH7uUB2kdheR+/bH62+umS+3uX3fyN502tuqUy4yziMGbuNd729tXMCBAgQIECAwOQELIgAAQIECBAgQIAAAQIECBCYvoAVEtgmsM8C4KRrv7QdV7J8+FQ++elH8/6PbeFvTbOr8HdYyu5ulRRW3NvGuOt1yYu//HiGYZZxXvX96apeW4SHdWK/HoGxy2w2y50PXcmHf+yRjOMs2fjpdR239nrnW6fXc6yxknlm3Up+4nta6Fxhc9aT+o4lZ6rnCojr006AAAECBAgQIEBgigLWRIAAAQIECBAgQIAAAQIECExf4MIV7lDKdmG313Y9pMvaWrK0MuZffPCZfOrnV/g761LVqdosMsI625W95YCL0iVD8qIvPpPuzEMrkJ4nfZWxwucWGta9cRzTDRulH+v2rkxoip0WVuEW4eLXt098xnqWjrZ1Vn1Xx6591HER2lZd7XV1fXvrY22WN/xl8lu/en99hZYqDE4dZ1WWr69vTxMgQIAAAQIECBAgQGD/CpgZAQIECBAgQIAAAQIECBxQgX5/rXvM8qEh//h9Tue533xnUpnrRvi7h7Os8PGnv281v/+qMevz9W0Dd3XeSh1u2n0fTLz92eVivPWOM/nAx278ae2uq4oHTO1idQ9o9OAV/ZBKevOff2Q1fbfx55+7rq/nuqT92jx1rCs7AQIECBAgQIAAAQIECBCYjoCVECBAgAABAgQIECBwkAVaErYv1j+fz7O2vpa3f+elfPE3HMns8A2Y1pi87o+TlzxvLX3mGRcB4QPn0Ve7LILDFh62EtvVCPSn8uEfN8stDyvITb52aOVsN3Xr7Pl1nLR/6/fM/ckrf2CtAt+V6qmN0kqdLt5hOx6QYpkECBAgQIAAAQIECBAgQIDA9AWskAABAgQIECBA4MAL7IMAeCPpW17u87Z/dzlf9e19bn9ovZduPekqucvG/ezWdrb7OhmSL/vsN2V9tdLnCn/79uvRy467FSRetpGb2wSGzDJWAPxxn34sqWOlstvubj+91q/muK2TMV3X5edfeSJnTi5lvj5uu+eUwMESsFoCBAgQIECAAAECBAgQIEBg+gJWSIAAAQIECBBoAteasrVnd6BUINedrpBuzG0Pf1O+/vu6vO3fG9PNKolNm9qRGqOrshf7er75uSfy139yJMPQxm/jzmvgsUrb2/WFpdUrVyrQVIes5vGffiS3PayeGmf10UzrsLVvcW9dX9WxPXy8nmgj1aHGytDnZ39kzDBfqu9Z94DSWikECBCYuIDlESBAgAABAgQIECBAgAABAtMXsEICBAgQIHBWoKWsZy/2/qRLhqNZOfbWPP/bH563/Yc1g66FeHVc7HV/cdzFjzbEOOT/+ek+P/F99yZj+zPBm+O1e5unG4dWsVU2anxejUCXw0dnedynVci+xThuf99X09fF2rZOb6kb7WvdQuClvPqXT+XP/tdbqq5LV592AgQIECBwsASslgABAgQIECBAgAABAgQIEJi+gBUSIEDgfIGWlJ1fs0dXfd9lPl/LeOh1+Ypvuz3v/O7rNXL7xW0d9nKv/PENf9HnG790Pf3ao2rkzV+ljhUXtnKp2LDda6WesF+hQLeWD/u4ee54m7X0i195l3F7tN7B4i99t2O7vq7SvtIt/O0zX53lZ394TD/cmX7s600OZ3tur66VsxVOCBAgQIAAAQJTE7AeAgQIECBAgAABAgQIECBAYPoCVkjgIgL9Rep2tarrNkK/tbW1rBw5nRd81yPy7u+/nLRf3o5Luzr22c5b0NhKVazdn3zdM4/nnjcvp5ttVlZUmLMltusRWKSs5dpee38iT/j3R9N1y9Vjq9g61uWO7DVOzlRPa/V9Sv76z+b5zV9azbB2pOq29nMh8FaNIwECBAgQIECAAIGpCVgPAQIECBAgQIAAAQIECBAgMH2BS61wTwPgrmV+GTOvULA/8pZ8+UuP5d3/ZYWAbRattB/fpq8WfYbN46Umfl31Yz3dyjDkJV99Mn/8B31mY5++O5l+YurIYwAAEABJREFU808SDzXXVpI6OVtybmt/qrqVczXOLiLQDIduPUN/PB/95KXc+fDm2Rq2Y5Xaz/Je7Lw1vYYyX1/LT37PqXTD0fSZZaz3ulXm43D2+hq69ggBAgQIECBAgAABAgT2s4C5ESBAgAABAgQIECBAgMABF2ix654RVAaXYd7l0NFTed5LH573/JBZFuFfzt9aNttqto7tfOfKPFtj/ubPzPPTrziV9dNHNuoqLNw4yQVbSyYvqLqpLm/kZOstjitZOXIyn/AZt6ay2F2ezOlkOJR737ycX/2Z1WRcqtfd1Zg1j/pMXW2U2AgQIECAAAECBAgQIECAwMQELIcAAQIECBAgQIAAAQJJv5cI4zikO/SGfOVLVvLPPrhLulNVKpir05bL1VmG7PI2VuhcQ7z+z4c873PuzXj6oRmHvoYf0419BYZ1vx2rJmdLbNcj0K3mwz7mUG57RPvzzNnlrULmccwrvvVETty9sviCtx9qd2NX77ersVtJFr9MrqsDsVskAQIECBAgQIAAAQIECBAgMH0BKyRAgAABAgQIECCwKVCJ5+bZLh1a6JuMacdDR0/na17+8PzTD6qQtT9dIy4lG38Xulq0VtmlbTyv3xNvSZ75KffnzP13JrP7awrzGr/L2M1TKWGV1NbVhKrUmf16BMp+5W/zhKfdWc6HrqejK3i23leF98ff3OXnf2I1S8v1Puupyn7r3bbXWffrOpuHdqoQmLqA9REgQIAAAQIECBAgQIAAAQLTF7BCAgQIECBAgMB2gV0OgMfMlioA7NZy5JYz+YqXL+ef/usW/o41hxYG1nmdtb3VtOPulPXqtso4ZFhNvuoZp/O3f9XGbv827JGcG7tf/DK0Gtt3RKBk+1P5hE9/SO58RHXYFX4ddmWvoRYvssLdn/mR0zl1sssw3FLvsyq2Ddh++bvt0ikBAgSmLGBtBAgQIECAAAECBAgQIECAwPQFrJAAAQIECDxAYAcC4Ja8PaDfzYoua6tjbn/IWl7w3YfymPdfSWatfSvdok07GxZnu/TRBhiXq/M2ypjvfvE9+a+/el8yHM7WL0Fbk6EbKyyMbUcFxjz8UUOe8LTbsvFv/9b7X6S0TXyr7OiAWT+R/PgPvCmZH8uwPss4bLzX9vaFvztrrTcCBAgQ2M8C5kaAAAECBAgQIECAAAECBAhMX8AKCRAgcHGB6wyAt0K8dtwYYBG01enQgr4Ke9/2783zbf/plrzLP58lfbvb1Z0+QzbKWG3bfp0TaV1cvHRV3QYZVvJLPzbPK156Moe6h2fWzTLrx3Rdn67vk9YutusXGBdd9H295241j3vqeg7dXlWz9u5badDbS93bqX1M/vMrzuTeNzw8mS+l3mq6NlTrf+vYzhUCBAgQIECAwJQFrI0AAQIECBAgQIAAAQIECBCYvoAVEriMQMvILnP7Km5V+LbRukK+Ctv6Cvze/h37fMP3H87D3q7q+nZ38VEBcDs/V6r54mLruLi45o8aa/FsO7ZJnU4q6P2fv7ea53/BiWT10XW9Vi3mVdr9zUM7vbDULfvVCGwBJsMwzyMeeSgf8fg7k249SStdHXd6b++5+mxD1+kPv3SWtTNLGccxXV/vuBs3bm4eFl++rfO6YydAgAABAgQIECAwJQFrIUCAAAECBAgQIECAAAECBKYv8GAr3EhkH6zVZe9X6pYqQ1ehX5exvzvd0lre9b2P51t/KnnYO9TD/fnDtBiw1WyVdl2t0o6trp1fW6l55M31aDvWIS10PJzX/3mXr/j0pJ/flnR1b5zVPCsFrMH6SgTrsPi16MWOsV2FQFdtu/o2dOlWTuYpX7aWpaNVlaX6aH/+uavjLuz1SmvQ/MfvPp633lVjzoZ6n0N9n+pYQXA/pq4vXnZhNrokQIAAAQIECBAgQIDAjRAwJgECBAgQIECAAAECBAgQWAi0zHNxcvUflaplvvHYWAFfhb5ZOlXXS/lXH3EqX/e9d2b5ltN1vZd7W87DasAhlfBWWc7xtyTP/OT7c/ddNcdhVvfa3tVHa1uHSe97v7hxKNf+ZN7+763m/R97KJXCZte3bp55ffV++GWrGdbrHbevZht0bO+5lXahECBAgAABAgQIECBAgACBqQpYFwECBAgQIECAAAECBM4JVFp37uLqzlqwtlyPVBez+9P3FbxlPZ/6+UfzJd94e2aH5pktHc55P73sqnntm4c627ZvhXbbqq7+tILf9tBQYW/NZfXUmOc9/f684a+OZBiHjFlLN4yL0o99uirZk4QyB2Abz66xXzqdL/jq9qefq2rbyz7bop1slWpyXXt7h1V+5kdO5+7X15jjLF3XV5dt4O2lqg7abr0ECBAgQIAAAQIECBAgQIDA9AWskAABAgQIECBAgMAFAi0pu6DqQS4Xv6rcajNk6NYz9KfSrRzPc7/tcJ7wjArgZu3+4qOdXFlpWd2VtbxIq/XNuraceVJ9rZ3q81WftZ7f/pVDWVs7k2TM2H6p3G7WlX0HBRbfiZboJmfW1/Ne/3qWf/BP+szrVVx0lHo/i9fQjhdtcDWVNe5alx962XrW5qfbW66Hd6Tj6sdO4OYVMHMCBAgQIECAAAECBAgQIEBg+gJWSIAAAQIECBC4mEBLTC9Wf/m69u/9dkPGfshstpK3efShvOynbs/7/Js+XX8lwe9Y/W+Ujc+6rL2db/6Gt66udG/hb3uqjnVYP73Ust581wvW86pfGDNbWsry8qH09d9skQu2jy5dDdbKlY6i3UUEWvBb34WNO12Guj5y68l81pfenn45ZX+qbg2bJYvMt9izVdPOc11b9TAO+YnvPZO33jVP3x2p3voq3QWlLu0ECBA4OAJWSoAAAQIECBAgQIAAAQIECExfwAoJECBAgMAlBVpadsmbD7xRgVuqzE4n3emM45h3e6+1fNOP3ZZH/r0hQ7+WB9/q+dbH2YZDXQ2LULDdOVt9RSfr1arFiS3wq/P+eJaWu/zAN67nFS9fq0CwUsjqPRU9dlVyduvOnjm5HoF6Y7Wnm2fxb/92Qz7207s84h2rz75Kmn97P+dKa95Ku9uO7U47tuurLhU4r5+Y5Ye+/S0Z5jVgt7b5ltv73SpX3asHCBAgQIDATSxg6gQIECBAgAABAgQIECBAgMD0BayQAAEClxeo1OzyDc6/21XQ18pyBW3L+fjPmOfrfng5D33bZOVQl1m/ksXPb+vz8nsL5zZatLOrnMTGg4vPpfpsT7e/NbyccfWW/Mi3Hc/3v7jm0x2rXLL1Xk1q77o+XdelPhel3VmUSh/9EjjXti0A26MNMbnjUa/NJ/37W7P4efUi0p8lpb1R6vQSez19iTuXrm7/44N292d+aJ57Xv/QeteHsviF99jXV7C+o9korY1CgAABAgQIEDgQAhZJgAABAgQIECBAgAABAgQITF/ACglcgUClZZdrdS6aGxe/pK3rfsidD1/Pl33zLE/+osOV7XVJt5rk/greWnd1XVdXu1/sqYvVZREstt+Nbo4wthB4LZnP8tu/MuS7Xriesa/59BUKVwddBZB1yIVbrWSxogvrXV+lQMNt76A/kad90aOyfGvJjq3yyr8LrfXVjVpj1AMn7hvyQy8/k/XV9n1YTto8uo17ddtOgAABAgQIECBA4MAIWCgBAgQIECBAgAABAgQIECAwfYErXWFL6S7RtgVp40bcWoHeMM4z74/nXd7jVL75xw7lfR87S5YraB2r3VjhW25JrijJa43qmUXjdt4nmyHtxlm72ihd3Tl/b0Hf3VVVz7dxcyLjfMz8zK35rZ+f58s+43Tma7dmWF+pcLfLWGF1hnqm9rHatzLUne2llpZWqlP7NQgM9ZKGCtv/j/e6Px/wUe17UO6trvqqt1SfW3ufsd5zu6rb7bAo7Z1vv15UXu5jaDdPpeu6/Oz3r+Ytb0xWllbS1X9ppV5mm1O2trpOK1vXjgQIECBAgAABAgQIEJiWgNUQIECAAAECBAgQIECAAIHzBFr+dl7FuYuuTut2C8/qdOnwyTz+qbO88AeP5m3eaZHCJd16NrauDq3UYdf3O2qEWTb+zHCXrqb4h7855Ks+p8Lf+TwbW4WQdTJW2di7jcOB+dzLhdZ3Yektefqz3iaVsS8G3nLfOi4q6+PC66q6yr166E8nw9Hce1fyAy+9O1n8jw+qm67u1cFOgAABAgQIECBAgAABAgQOjoCVEiBAgAABAgQIECBA4IECFZ9eOjjb+MXsqTz87d+S53/HsTzl2bdk5ViFqbN6bGk1mR+tHuu6Pq9ur+ev7oHN1vXc4t94rdAxfcbVo/mdX17Lc556KqeOH824fku1u5b51GP2axAY0y0dz0d+0lLe6d2Svv0AuHqpt1Rvp67rfKizsUqd7tC+XO95yI982/05fc9D04+zdPWd6MaujueGaL8CbuVczQE6s1QCBAgQIECAAAECBAgQIEBg+gJWSIAAAQIECBAgQOASApXVzZMKz7but9OhLoYMGWen8j4fuprv+fmH5t0/4ETVrqUSt2pfp2n/9m4du81Sh93b2xyr9/YT0+5U0p2u8Df57V9bzXM+fTXrp48lLe1b/FvEY2y7LbBhPGbMHQ9fy9Oe/ZAsMt7u8uM+yO3LPHzul+bD+pA3va7LT/3w8cznG/XtO9tm1I7tr0Cn5nW2s67utHK2wgmBaQtYHQECBAgQIECAAAECBAgQIDB9ASskQIAAAQIECFxOoE9XcW8rlZ4NGSpUG1OnufUR9+QLX3A4X/kdt+fQ7dXFeFvlau0nnhXj9XXdEr9ZO+5yqfwu2QqAa+zhaM1jJa/+5dV8xWeuZb52NMM4pFuq0rVQutrs8pQOevdDN898SGaH1/O0L7l98We4k+MXZWlflW7zTju2683LKzy0kLcGSx3r0PfLefk3vClnTjyk3nlf39jqtX1hW291HFJfmBb4tu90K61eIUCAwMEQsEoCBAgQIECAAAECBAgQIEBg+gJWSIAAAQIEHlSgz1ihaVfhWrdWjWcZ+vvzPh9+Oi/7yYfmQ55QCW/tG7+qrKCt9mq0h3ub1+kar0K9+kxfCWDN4dU/l3zVZ99bIeChVrtZWpu6uXnlsEsC7ZfWw3KWVpL/8z3X8wEftVxBbL2nVEUL6nd02NZvvfO02Hie9Cfy13+c/MZP3ZEMh5KxSn05F1PqknZMC39bCHxe2dFJ6YwAAQIECOxDAVMiQIAAAQIECBAgQIAAAQIEpi9ghQQIELgygX7o1zNUiLY6nMqtD7kvz3rxcr78JUfyiL9THbRMtQ6Lva/PCtnqc+/2Fk6PhzMOhzK2P+889vnNn17Psz/jjVk//vD07f7mbGa1hq7r0nUbZbPaYUcFxgyz9YxdC1vX8gVfcyyZnSjzFtTOaqT2hWmlTi/cL1F9YbPzr5fqsn3xKvxtAfP6sXzzlx/PmVNJV1XdepdLb+3eVrl0K3cIECBAgAABAje9gAUQIECAAAECBAgQIGLVTJkAABAASURBVECAAAEC0xewQgJXIVDpWoV3s/vyIY/r8j0/f1s+6GOPpGtZ3g3LzrYlhW0OtZiubxH1Sn70pWfyZU87nqXuzmR2Jt3sdLqMVapR7V0V++4KdP1aWuj7mV86yyPeocYaKgROC2qHutj64tTpZfZu897WcfPy4odFyL+aVOr8Gz+zlt//zT5L/UrS1/e2y+W3eubyDdwlQIAAAQIECBAgcHMLmD0BAgQIECBAgAABAgQIECAwfYGrXWH/6He8P8//9jvyJd94a25/VD0+bpY6XGxvt1vUd7F711/Xej9e3dRxMUj7mefxjKt9fujFq/mO5yfdeHvW1w5XILhcpYLA9nd/q+1Yj6SOXZV2vlXqidh2RmCoqH0cVvKO7zLPY59YYW8LYPvWdwuA633U/XZ10dLabt5op+2xdtysuvShvdfx1qzen7zsa6vZcKQ+6tWn3Uj6Oi5KXW4cu/QV/C5KbAQIECBAgAABAgQIEJisgIURIECAAAECBAgQIECAAIGLCvTf80tvk/f4oArzlipB66pNHS6X47Xb1WqX9prAeFvSQt06zXxW4e+tefnXns73/N8ns7a6vjFuBXxZTLI1ukjZur845gBtu7vUrhtz6OipPPNrbsvSoRprqHJ2b+/h7MXOnbRua5yf/uEzeePrhnRdq0g2PnOJ7fJ3L/GQagIECBAgQIAAAQIECBAgcJMImCYBAgQIECBAgAABAgQuLdD3h9aT9nPMrUitO79xC3yHqtoqdbrLe43YBuvWs3Y6ee5TT+QVLzuR+Znb0y/VXC8xemWT593pq5vFss6rdXEtAuM4puWuXT/Px37akbzju51JZvUuumvp7eqeGeu78NbXJ9//fw8Z1y/2RqtBqlz4BWjhfytXN9zN3drsCRAgQIAAAQIECBAgQIAAgekLWCEBAgQIECBAgACBBxGoRG1WTSrQq8C1TpIW6rWSjW3cOJz3ue32efXXdtFGqADv7MPVe03p/jcv5UuffDL/9RdnGc48JKkwrxtvrVbV/sKwr2rtuyfQwt8xY97x7y3nE542y9Li57+Vzm99Z3Z86HrHm322Xx1/x4uO5/h9Z+qr2f7UdLd558LDuWcuvOOawEEQsEYCBAgQIECAAAECBAgQIEBg+gJWSIAAAQIECBC4EoE+FaxmbH/Pt7LgzWxtaL+oTAvUxsWPg+vOecfNZlfS/4O0aWOcqTbznB0y6/nbP0+e9hHH89u/upaMK1leSbr2k96KAOssqWP7K9FDsnisHdsy6nKxt/kuTnzsgEB7R+s5dOzePPMbxizfMlaf8ypLVXZjb2+z3nt7szXUn/+PMb/0k2O68fBisFl9znbuC1i92QkQIHDTC1gAAQIECBAgQIAAAQIECBAgMH0BKyRAgAABAlcscC4rHTdOW/g7Vvg2bnaxdb15ubOHltougr3NMLGyv//528m//7jX5A1/s5Kl7vaktWmBXyuL0c+epHLgjRLb7gjUt6CrMLab5+OefEve+Z80+3pJi8GW63PjO1MnO7S3vqtU6L9475UzP+8L/6q+A0vV/6H0fRu/Thf79vNFhQ8CBAgQIHAABSyZAAECBAgQIECAAAECBAgQmL6AFRIgQODqBC6a4HXpF9lqNreKATfPdvjQVc/dvcnQZVgb83M/sppnPvH+3H/XIzLO5+m61aSrQDBjWtNcxdbat3IVj2h6VmA8ezb0J/PO75o8/rMq8B3W0/L4jZu7EcD2yTirUiPUd+Jnf+hkXve/3i7j2qy+kUO6rKerYTdKn66vdnYCBAgQIECAwEEVsG4CBAgQIECAAAECBAgQIEBg+gJWSOAaBB4QoVW+9oBuLlb3gEZXVDFUq1bqsNhbz7cmVfXS563lRV9yOmunbqmQr6bVn6oWdWyJY5XWMudyybpn3x2BehmZF/VYpcvKykq+8GuOZOlIq1+8hd0ZdqvXetft9P43J9//LesZ1vsK/w8lXfs+1Bz2YAqxESBAgAABAgQIENjnAqZHgAABAgQIECBAgAABAgQITF/gWldY6Vo92kK1VhanG1VJq+jS13/tMzu2zaun9Sob+5n7+nzhp9yVn/iuChznKxmGPvP5LP1wR/qujjWPPhtbO/YXhMDtutVvtDj32XLEVs7VOHtwgSGZ3Z2hK+Qq/cqYJ/z7Lu/4rvVk12dsv86t06FbZPYVENfFTu01ZOtwrON8bS3f+02n8qbX3lrh7yw1cMb50Yz13RirQe3ZOFbj+n7kbMm5reZfD5+7dkaAAAECBAgQIECAAIFpCFgFAQIECBAgQIAAAQIECBC4rMDFstPLPnB9N7eGGzOcSf76f475lA+5O7/7q0eT4VAyLlf3lS4uktuttlV14d5yv1a3dWznB7rs1OLLfn5HvYeVjP29+d8fczIf/1lH0y0VdO0bo1SbjZNd+BzT9UP+9A9m+ckfOJ35cLLGGKu0vY174Xei3Wv1rbQ2CgECBAgQIECAAAECBAgQmLKAtREgQIAAAQIECBAgQODBBS5M1BZPdLlodXZia7/izNpyfvWn1vOUj/qrvPmvj2WpOu6zmn7efu1ZFxfZu5b1bavv63r3ZrltoAN12oLUehvdWpaPnMqXvPCW9HWZFsjP5slsNV3XZVb/9fUd6apkR7cua/f1+ebnDunWb89yf+iC3ruN68WXoZ23slF1oD8tngABAgQIECBAgAABAgQIEJi+gBUSIECAAAECBAgQuEKB/grbXWWzSmcv9kRVn7l/lm941vG88IvXsn7/O2Rs4eLYUsZZssjz6qP22PZIYDhvnKHeUWb35ku//hF5xDucuzWmAuBxpSp2+uW08Tf/JHiN/SPffjp//N9qrPoydC3lrxEvvu/0PC4+iloC+13A/AgQIECAAAECBAgQIECAAIHpC1ghAQIECBAgQOBqBHYhAN4K9OpYgV5acJhTGSrju+svk8/6d8l//L5kOH0oSxnTd7OK+lbStSC4q+s2+3pu69+ZHeq6lXa7Thf7Lkx60e/B+yjo2X217BIu4KHeRLd0Iu/34X3e97HLSbeatBC2Spd6R112eKvxU1+MDPVNWM9df5388EuTpaX2y98abOtPgu/wqLojQIDARAQsgwABAgQIECBAgAABAgQIEJi+gBUSIECAAIGrFuiv+onLPtACvY1fb6YFe92Jal11w+H8xn9ay5Me+6b85Z+t5tDKsapPusr4stjaSSvtotq3QyutqpV2ruy8wFivf/3Oc/12Qx7xd+/NF33dQ5K6lYroz93crbMKmdsvwIdZnv9Fb8zqqfZr8N0aS78ECBAgQGAqAtZBgAABAgQIECBAgAABAgQITF/ACgkQIHBtAv21PXapp7q6MasyZBy6jOvHcvKtS3nB553IVz19Pafufvjil77Det0fx4xVusp7W6mH6l77vLLSnmnlylprdVGBBthVYN+dylCHlSP35su/5ZFZPpyMWa330y1+m1tv66KPLyrr/VXjxenVf7TvS59hvc/P/dCZ/PffbP/DgI0AeKjOWtd1sBMgQIAAAQIECGwXcE6AAAECBAgQIECAAAECBAhMX8AKCVyHwA4EwBdEdUPrcr3C3OX88e8NedpH352ffsV6MhxJWt6Xtj1ItHe2XWur7KrAUIH9eDTz7v489Ytuyd9/t2SetaT9+eV5V6+slZ2cwda7b8exQuZZ3vz65CXPm6fvu/MGai3Oq3BBgAABAgQIECBA4IALWD4BAgQIECBAgAABAgQIECAwfYHrXWFLa6+zjxbaVWDYcuB5dTWOWTt5JN/1NWv5nMfN89o/uyUrS7em6+bpKlrsuj5dlWq52Md6vJV20Y6tm3a+VfpKAfuti23H1raVbVVOr1pgzDA7k7Ffz/s/NvmIT13OWP91lQkP3Vj3hnSL/y72BjYH6+rYSh0efK+XmZOpIappfWcqaO6GQ3npV53M6fuPVPLcfgFct6+4v+rGToAAAQIECBAgQIAAgYMhYJUECBAgQIAAAQIECBAgQOCKBC6T7F3B8y3PW6Swldh1w+KBv/mz5HMffzrf/9J7KsnrMy7uL25d+cei32rejnWwX0rgeuu7dOOhvP07D/n859+S9fXWX9X17WtR+BUCt5qdK9VnC4C708mwUmUpv/aT8/z6z3bJWGP27f7OjaYnAgQIECBAgAABAgQIECAwDQGrIECAAAECBAgQIECAwJULVOp25Y0f0LJyu2FYq/BuOWMdfuLbT+fJH3J3/uS/rWY5xzIO8/TtF6SLXK8a13nL+FrJBdtWTtxX/fZSl/YdFVi8jM0exywfe2u+8AVLueVhydLh0+m6Md22/zYb7tChr+/Kw6scSiXPuff1fb71K9eyVF+IPvVdGbrUabsV2xUIaEKAAAECBAgQIECAAAECBAhMX8AKCRAgQIAAAQIECFylQCVyV/LEeMlGfbec1/1J8jmPW81LnjemW39IusySRfS7VMduo7SEd6xT+w0UaC/gXBn7k/msZ92ad/ln9Z4q+E3F9qm3l93c2jj1XRiHMd/6vNO55y31/Vg/mvSnshi6q0OVdt61Y2wECFxMQB0BAgQIECBAgAABAgQIECAwfQErJECAAAECBAhci0D/oA+1vDCnk/YXnhfn83pkzLCarN+fvPSr7s+TH/um/NHvHa7MbqwyTzc/UseVdO3f+m1/2rdKX6Ffn5botZLFrzxbFhjbHgsMGbp5snQqH/jRQz78CctZ/Ju89X5Swf1Ywf2uTqiN0yW/8sp5fuWn5hnnhxbDZ7hl8Z1IhjoO6ceNYxZ3x12dks4JECBwkwmYLgECBAgQIECAAAECBAgQIDB9ASskQIAAAQLXLNBf/skK3rqT1aSaVWhXye7G+bzL/3h18mmPvTeveNmYMyceknTri3i3HbPY6pnF0cf+Emjvpc87/m9dvuD5t6XlvS2TbXOst72IW9v57pQxa/PTueuvkm949vGMQ4XPWwO1wbfOu2HrrI7txlapSzsBAgQIEDjQAhZPgAABAgQIECBAgAABAgQITF/ACgkQIHB9Ai0NvEwPXTIcTcZD1Wa9jrO86a+7fO3nHc/nfsLdee2fHstSV6Uf049L6ebVdmht67l64gF7JY3tV7+tbN1r561ceN3qWtmqd9wJgXovfZc7H3U6X/2dh7N0ZJ6N1D5pxxaz5uzWvhqtnK3YgZMuy+PhPP+Zb82Z43dU9rxSpUbtqmz2XjOs79lOj7vZuQMBAgQIECBA4GYWMHcCBAgQIECAAAECBAgQIEBg+gJWSGAHBB48adtI5DKsLeVHX3oyn/bYt+QXXzmk/cnepIK7brWyw0WjpF/bKK1+Byani+sVqPezeBft2Poa0y2dyhe/4Ege9ui67qps2y+4rPe67eZOnNbX5j9+z1r+8LfGpL43Y/tT1LERIECAAAECBAgQIPBgAu4TIECAAAECBAgQIECAAAEC0xfYqRX2Z/PByuQW5/PW9Xp9jJmvVqBb17/9i/MzJBliAAAQAElEQVR86gffm5c/v8+Jt9yWbn4ss/qvH2fph5VkqG4q3BuHWRal+hrHeVqpOxu/8qwe040Zu+4ipd3cKGOlkNvLRq3Pqxeol5B6KRW0pjtT7yKZz96ST3vmLI/5gD5dX+9iPku9nDrf6L2rQ78ofaveuQC4TaX6fe2fJt/xorXMxtuScSn9on5sX4u6Hmu2VcZ2Oi7mO9Z5FrNoM2slNgIECBAgQIAAAQIECBw0AeslQIAAAQIECBAgQIAAAQJXJdDyvvMfmJ1OhqWMlQHf9ZrlfMknn8kzP/VE/vpPK7DL4WrbHtkK49qxlape7NvPFxX1sUjx6rh9b+22yvZ651cmcCWtNn37U8lY762/P+/3IUfyMU+t86wmFdZfSS/X36bef+3z+lo997PvyumT7X8kcKW9bq5hEQJf6TPaESBAgAABAgQIECBAgACBqQhYBwECBAgQIECAAAECBK5eoKW5556qoC4V8t7/5uRbnnN/Pulf/01+97+sZnm4PctVP87X04/donR17Fr7OqaVXLh1VbFV2mlrXEf7Hgr0ma/ennTzvOs/TZ7zzbcksyHJSh3PpJtVOJxdfi9Dl2Et+Y6vPZ2/+O+3Z1zvF7/ubd+jmsjGr3/bydlS7ReBb3e2xskFAi4JECBAgAABAgQIECBAgACB6QtYIQECBAgQIECAAIFrFDgXAFcOeN9bx/zQN5zIEz7gjfmp7z+c9dOPSOZHktl6BXWzjLN7Ki4cM1RA1zLfVi4/bnf52+7ugkC9yHpLWx33S8nb/v2Tefa33JpK8pOhz8btejdDvdt6l1ttd+Y4bOum5tKN+aPfX82Pf8+ZHFo5VPdq3Prc2tt3qJWt643j+W026nwSINAEFAIECBAgQIAAAQIECBAgQGD6AlZIgAABAgQIELgegUUauHpyzCu/65486V/fm+/+hpWcvPttKvhdzmyswG7s07XQsIK8fv3OjO1fh618bmiljVz12SrtehEo1s3FcVHhY08FKnTNPEP5D/W2lg7fny/7pmN5yNuN6ZdW015f3aoZzTbO6+yB+/DAqqutadPIet7y2i5f9hlrGVZvz3yezDb/y2ISXbI4VibdTrOx9RsHnwQIECBwvoArAgQIECBAgAABAgQIECBAYPoCVkiAAAECBK5boP/PP3QmT/qwv803PWcld7/xWGW5y5XGbfTbMrluEdB1GxWL9PDs7bRbZ4PgbN+22m+vc74nAu3f9p3XO+xPJv2pPO9lt+Yd3qXC3sXPbNu//1uz6KpUENs+L11aCNzKpVtc/E57poLmbi1ZXc5Xft7f5L63LqX9Geqx3Urb2gQ2SqtqpdUqBAgQIECAwKUE1BMgQIAAAQIECBAgQIAAAQLTF7BCAgQI7IxA/43PWs1df/7oLPVH0i2daplu+srm2q8w+66rQDhnSxZbq+sqBd4si7qLfLTAsZWL3FK1WwJjhtl6Wig/H1fzSZ8/5N0/cEy33ALZGnOssqt7G2C9RqhvT4W/P/gtJ/P//tdbMq4vpx/HVO257037brRSrS+2n/ej8os1UEeAAAECBAgQOCgC1kmAAAECBAgQIECAAAECBAhMX8AKCeygQD+u3ZZxEftWoDu/baPrceNwRZ9X0/aKOtToygUafivnnuj6tWT5RD7qU5JP+uxbs3i1LXrtKpitV5wd3zbHb4cKeZMaZ1jKH7zqdH7gW8+kG4+k6+c16ixZzKGdx0aAAAECBAgQIECAwBUIaEKAAAECBAgQIECAAAECBAhMX2CnV9gvAsIK7roqfUXB7c/01mnGbtws53602QZvbaqmIsX2i85WUuftzgWlnq/074JKlzsn0BLXFqZWab+krTLUm+iynMe835jP/oo7Nl9MX0MuVZlVudK9PbNVLvfMWDfvb1+HjVLh77h+LMffnDz/c1ezfvLOzHI4/bg1duuzy+J7sfn9aDWt5IKtllPfvwsqXRIgQIAAAQIECBAgQODgCFgpAQIECBAgQIAAAQIECBC4JoF+HCrobTneNT3uob0VuHC0FqZWADw7kXRD0p/MO/3v9+erX3pLMqvrbN+67Rc7dF59jree66vrM47zPPfpb81b7zq8LcCtdotW7djK4sIHAQIECBAgQIAAAQIECBAgcFEBlQQIECBAgAABAgQIELh2gb79+rKVs11s/jLz7PVFTs5rf5H7qvZCoAWp7U1Uej9U2Lre55F/ZzXP+647snxr1aXutcNuTmV7/+18fSmv+Na1/OH/06evILi/MIPezbkchL6tkQABAgQIECBAgAABAgQIEJi+gBUSIECAAAECBAgQuE6BSgmvsweP77HA9lS1yzgeyTDOcuwR9+VFP3hHHvq2bTonkxbk9+vZ1a1l0N08i3/bt6b1e7+xnu984XoNfVsyHElmp5O0ZLiVOrUTIHDNAh4kQIAAAQIECBAgQIAAAQIEpi9ghQQIECBAgACBnRAQAO+E4p71UUHq7HiNNmRIhb+LMqQ/fFde9P235mFvX2Fs3UkOV5uxym6/3jbGUBnvLG94TfJ1X1jjDSsV+a4nLRgel1I3t5U6tRMgQIDA1QpoT4AAAQIECBAgQIAAAQIECExfwAoJECBAgMCOCVRit2N96WjXBbpk7Y6zo4wVtXaH35yv++6H5Z3/cZfZ0tbrrHbZi63GGZeTYcxzP/uNefMb2phV1w6Lsv18UeGDAAECBAgQuCoBjQkQIECAAAECBAgQIECAAIHpC1ghAQIEdlZgKzHc2V71tgsC7de2lbXO5hn60xnrclh+U577rbfl3d6ny9h+iDvsfeA6P5N89TPuyZ//wcPSd2u17jaH7aWq7AQIECBAgAABAlcv4AkCBAgQIECAAAECBAgQIEBg+gJWSGAXBATAu4C6s11W0ju2QLX9eefqeZgl45HMDp3J533FQ/LeH7SSVFW6utf+7PLiT0DX+S7v4yKBTn7y+9byaz9Vc8yYYVzdHHUxmTpvxzrYCRAgQIAAAQIECBC4KgGNCRAgQIAAAQIECBAgQIAAgekL7NYKBcC7Jbsj/Vaw2p2pwLc6q3B36IYsVd6b2al80jO6/NtPXEq31KXrxnT9sDgmu/xKx5pLlfnaPP/t19fz3S+sYHp+WzJ06YYj6cYavwLrmk1ayWI+XT3USh3sBAgQIECAAAECBAgQIHA5AfcIECBAgAABAgQIECBAgMB1CVRad13Pe3g3BVqYOj+SpAYZZ0mV+Xgin/hZK/nEz5lVwFrhayqNrdsb+169zjFvft1Svupz7s2pE7P0Nc8W73bpNqZx9rh5+YDrrXpHAgQIECBAgAABAgQIECBA4JyAMwIECBAgQIAAAQIECFy/QH/9Xehh5wS2h7l13v5N3dnppF+r8He5jifyyZ+7kk/6gi7pVtMvVSicC7f2SreXC+9f3/Wwnqwd7/LMTzyRU/ceS78Z7rZjX1d9Zum6/twgY821lXM1zq5WQHsCBAgQIECAAAECBAgQIEBg+gJWSIAAAQIECBAgQGCHBLYldTvUo26uUaAC38WveduxdVHBaYWpY1YyZDnz2Yk88emH8gmftZyun1WD9svge+q41b5O92Kv4Z71tNfnDa/tMsz7dO2/rkvLeFvZiykYg8BBErBWAgQIECBAgAABAgQIECBAYPoCVkiAAAECBAgQ2EmBfic709dOCAxpaeqQMWO/mlnfZ328O0/4zEN54ucspVuuBPbsMLfXWVel7e1VttLOd6i0oWo6lUDXnKrP9eTlz1/Pq355luHM0ZrXWobN4buuT9fVRZ86niuxESBAgMC1CniOAAECBAgQIECAAAECBAgQmL6AFRIgQIAAgR0XqLhux/vU4TUJVHg6zpJhafPpCoDHQzk1vzsf+xkr+eTPX0rfbrVQdrNFUs9kF7fW/Vapcf/TD57Mj3/P8SzPHpbF0EP7FXK3CIFbENxKNYuNAAECBAgQuF4BzxMgQIAAAQIECBAgQIAAAQLTF7BCAgQI7I6AAHh3XK+h14pOu7XKf09n6IfMxz7znMoTP+vWPO1Zx9IfOp6x6tNVu2vo/XoeGTPkt39lNd/2/JMZT92ZvubWVzDcjlkkwbERIECAAAECBAjslIB+CBAgQIAAAQIECBAgQIAAgekLWCGBXRQQAO8i7pV1XYHuWGnqIkid1SN1Pe+zfOTePP6pszz5mUvpFtXHkgpik7pfZ7u7t7/73EZo0e96/vp/9fnyp78p81MPS5ZO1o2636ZRYXR3mfm0VVVjOwECBAgQIECAAAECVyigGQECBAgQIECAAAECBAgQIDB9gd1eYb/bA+j/UgItQa0gdXbPRoP269+xXsdwOFk5nU96+rE89UsPpVvevN316boKgysN7rrt0WpfDVqpw47tNbfaU8H0W1+zlOd++pi1+942w3rS5XBqKhln1aCvUkvoFmVMN1QZz5XUebqxHqoSGwECBAgQIECAAAECBAhcRsAtAgQIECBAgAABAgQIECCwIwI7nRzuyKSm30kLRFuplc5vS7qWrJ5J+vV0s9P51M9Zzic+Y5b02di6jcOefFaYuzXO6vHk2U89ntf+eU2gP5EstbB6c97ZOrbWdb8dFAIECBAgQIAAAQIECBAgQOAaBDxCgAABAgQIECBAgACBnRPod64rPV2dQAtNW6mgd1zKuHZr+tmZfNLnLuUJn1uvpV9N2u3s5Vahbn96MeB6HZ7z1NX82R8eTvvL0+OwnHH9WPqxq5JFaT/ujW33BPRMgAABAgQIECBAgAABAgQITF/ACgkQIECAAAECBAjssEAljTvco+4eRKBC1sw323QtW81QSeqRh9yXT/+S5Tzxc5YzH6rNWMFrd2+1q/P63NX9vCHWkvVZXvglx/OqXz2ZtD9L3dV8x+WawpC0v/ccGwECuy2gfwIECBAgQIAAAQIECBAgQGD6AlZIgAABAgQIENgNAQHwbqhess+WtG6EqEN/OsPYpeu6zA7fky/+hkN53GesJF0y67dey+1Jq8hebKupJLrKsXzvi8/kF3/0cJb7o1kEvhX69hnSj7NsbV2dtFIHOwECBAjsrIDeCBAgQIAAAQIECBAgQIAAgekLWCEBAgQIENg1ga2kcdcG0PF2gRaZFnkLUucVrvZjlo/dl+d+8215rw8+lPX5PIu8tzVrJXuxjZuDnEy6tfzIS+b5vhfX4Itf/G7dy+bW6mv+m1cOBAgQIECAwE4L6I8AAQIECBAgQIAAAQIECBCYvoAVEiBAYHcFpHm76/uA3oehz9CvJyV/+8PW8/zvvCX/4t/M0tX10mz2gPa7X1Ehbzckwx35Lz895uVfUyH0fDndovpQ0v4E9CKV3phJV4ezpbXZLFVtJ0CAAAECBAgQuB4BzxIgQIAAAQIECBAgQIAAAQLTF7BCAnsgULHjHoxy4IeolDStFMRCvMvbvMPxvPhHZ/k/36vLMNa9rVS1muz+XuMt5tOONaEa/3d+bS3P+5y1Grquu9N1bPvW1ecZ6gAAEABJREFU/fMn17XqVloThQABAgQIECBAgACB6xbQAQECBAgQIECAAAECBAgQIDB9gb1aYaV9ezXUAR1nqPC0W63Fr2eo865fz6Pe6b686Advzdv/wz7dUpd+Vm2yl9u8BmtlvY5jfveXk+c85d7MTx5L1y1XOZS+H6sksy5Vap5jl67KOCRDhb9bZey6jF11YydAgAABAgQIECBAgACBaxHwDAECBAgQIECAAAECBAgQ2FGBfkd709k2gUpJUwHr7NRm3Szp53n39z2Tl/3Ew/PId0jm8+N1r7Wrw3n7Ll604YalZKwyX87/9wdjvvzpFf6euT1j34LqanDJRLeriV1YqspOgAABAgQIECBAgAABAgQIXIOARwgQIECAAAECBAgQILDzAgLgnTfd7LEFpRX6joeS4XBFwW/OB3zEer7y24/l6MOqSeWsfX9rnbR2ddirvcZNVx/dffnbv0ye/dTjOX381owVBiez9HWr3zaXRdOq21bldLcF9E+AAAECBAgQIECAAAECBAhMX8AKCRAgQIAAAQIECOySwPasb5eGOEjdtqS0lbbmjePQn8mw8oZ84tNvy5e+5FAOHWv3qtTtrhvqZC/3GrRfT7p53vK3t+UZH//6vPk1t2dYW07qVsYKrDdOYiNA4MYIGJUAAQIECBAgQIAAAQIECBCYvoAVEiBAgAABAgR2U0AAvGO6iwS1eqvj2GV1/czi3/ddPrSa57zo4XnSFx1JC14Xv75tIWv7qW26JLsdAm/2X9NK2p+jHvO3f7aUz3ncybz19UdrJvO0eS3+zd+6qotkMa8stlpKLlYWN30QIECAwE4K6IsAAQIECBAgQIAAAQIECBCYvoAVEiBAgACBXRcQAO8ocYWtXfuF7ZBDh5dz9LYTef73HMn7fdQs6deS1LE+z993+xVU//MasQXA45EKf5fz+U+8N6/9i5V0Q/sT1EnXZdt23sW2eqcECBAgQIDA7gnomQABAgQIECBAgAABAgQIEJi+gBUSIEBgbwQqHdybgaY/SgtOZ1kf5ulX5nn0O63lpT99S/7xe1XQughfN//Mclq7ptGOrbTzXS71llfX7smbXtPl859wMm993e1ZqtS370+mDlWqweYUuprr9rJZ7UCAAAECBAgQILBbAvolQIAAAQIECBAgQIAAAQIEpi9ghQT2UOBc8reHg05nqEpLs1HGcahldVlZPpT3/MD785JXHskj/s48WTpZ9bW323XIov3iZA8+2tza+GPueeMdecYnvD5vvWtMm2s3q/pxKZX+xkaAAAECBAgQIECAwI0RMCoBAgQIECBAgAABAgQIECAwfYG9XmG/1wNOZ7wWrlbA261VpDvP+nw1w+x4PvZpq/nyl96ZI3esVbbaUt9DyVK1bX/9efGD3/bRyi5K1HBpQ2e9BlnOXX/Z5Us+KXW8LfO1wxkW949VFr2SfuzSJ9n61W82t6pOK5uXi+5alxe227rvSIAAAQIECBAgQIAAAQJXJaAxAQIECBAgQIAAAQIECBDYFYGW/e1Kx9PvtIW4leqOSxWeLi3+vd8v+6bDedIXHU63fP+25Xd13hLXOjzofr0N2jirFexWPy2pTZe7/mI5z/j4+/PXfzLWPCv0bXHvItlt82ql2toJECBAgAABAgQIECBAgACBPRQwFAECBAgQIECAAAECBHZPQAB8xbbjRVpWgNp1eeTfPZVv+g+35f3+7UpS1xluqePyRmmB66Jkj7Z6pTWtdMfzt3/R54s+acibXnOsplWVs9VUZJ1ZzbHrukVdy4lb2aPJGeZyAu4RIECAAAECBAgQIECAAAEC0xewQgIECBAgQIAAAQK7LFBp4S6PcFN3vxn6Ln4x2863SltUnXen8pj3vz8v/amjecd3qfB3qeq7M9nIe9eSeV3v6d7VaFWG5DV/cixf+uT785q/Ws0wr7oKf7uxxb91Xq3sBAjsLwGzIUCAAAECBAgQIECAAAECBKYvYIUECBAgQIAAgb0QEABfUrkC3rSy1aCC0/5k1uYnMuu7dIfuzif8++U8/3tuy9GHJf3hatdVyaH2UaXC1trr5CJ7JbQXqb2mqq0ptmPrtkLev/zjMZ/38ffntX9yNN14KLPlpB+W6/yBE2rZ9sXKNc3FQwQIECBwLQKeIUCAAAECBAgQIECAAAECBKYvYIUECBAgQGDPBATAl6TukgpT09LRrpLVsajWb8nh5Sp33pPnvfy2fMoXVd3iV78X66TuXaz6bF31mVbOVlzbSU1z8VPj7nTSn84f/848z/iEv809d91S898+ue7a+vcUAQIECBAgsIsCuiZAgAABAgQIECBAgAABAgSmL2CFBAgQ2FuBB0sp93Y2+2q0MenmVSqkrfB3GNczX7onf//d78/L/9Md+af/uu61gDj7YVutsPdwXv3zS/ncx9+f03c/On26zPqkDtm+dW1Z28r2e84JECBAgAABAgT2UMBQBAgQIECAAAECBAgQIECAwPQFrJDADRBoEeENGHafDtl+7dvK2el1SX+ywtVk+cjxPP4pR/PiH7k1D3/7ajAero8btFeAe3bkxXmfV/3CWr7y6WcyrN6WcajK7tRi3l01bKUOdgIECBAgQIAAAQIE9omAaRAgQIAAAQIECBAgQIAAAQLTF7hRK+xv1MD7etwWAnfrFaAWT3coRx76pnzFS2/JU57dpT9c4WpVp5VZsviF7VUnrO3hrZKr22r4xQPz9jnPOB/zsz/Q5zlPOZ7VE4cytrm3yQ3HsphbC4O3lSFjtpdc4bY129b99nKFj2tGgAABAgQIECBAgAABAhsCPgkQIECAAAECBAgQIECAwK4KtFxvVwe4eTqvZLVbS7ozVSr8raA0s/vzT/55n+/42Yfln/6rSnm7paSlqnWaHd2usrM2fntzQ58feslqvvHZNefhaNKtpm3tdjsqBAgQIECAAAECBAgQIECAwH4SMBcCBAgQIECAAAECBAjsvkCLEXd/lJtihBabztLP+op+17O8knzmsw7lBT/Q5+FvN6ZfHpK+S8t/cyO3yqlTUxkq633JV57Jd3/9Wsa1Cn+Hw8l4OH3NrWZZnxv71r/5u3Hlc18KmBQBAgQIECBAgAABAgQIECAwfQErJECAAAECBAgQILBHAi0v3KOh9uswLVHdmNtYp+vjat7uH5zJi390JR/56cvJcvtVcCWuXfuby61stN2zz5rTYqzFsebR35usJ8/+9Pvy49/Z5rNZtu4vGj/wY+vPNj/wjhoCBG6kgLEJECBAgAABAgQIECBAgACB6QtYIQECBAgQIEBgLwX6vRxs/41VqWl/f02rS+p07M/ksZ+4npf99O35++9RdbOq7ioE7tuffj5S7aqiPvd+r8nVoMNwOsfffHue/vGvy+/88tH0WUk33p4uy5l1yaxqqtl5u+D3PA4XBAgQ2E8C5kKAAAECBAgQIECAAAECBAhMX8AKCRAgQIDAngv0ez7ifhtwPFQzWs8j/+7pfPV3zPKM59+aHFqturavp9LV9heXc2O3McNwJm/666P5zI88nv/x6juTYalKhdOVDXdtcouPep113S4vLENVtFIHOwECBAgQIHDDBUyAAAECBAgQIECAAAECBAgQmL6AFRIgQODGCFRieGMGvlGjthC0lcy6tD+ePPbr+YDHncjLf+5I3vNDKlBNn5Xllc3pLVX+21VNbtg2H89krFD3f/zXPp/38ffkDX9xJG2Ws5r9rBbQ171ua3Zb53XcqnIkQIAAAQIECBDYZwKmQ4AAAQIECBAgQIAAAQIECExfwAoJ3ECBAxQAt1S0StdKMgxrOXbbmTznm5fzxS++PYdvP11B65B0W7/+rXa154ZsY81lY/BZfyi//lPzfPGnvTFveu1tFUjXKxuXalYV+9ZeJ+f2reut47k7zggQIECAAAECBAgQ2AcCpkCAAAECBAgQIECAAAECBAhMX+BGr7DSxBs9hV0ef6w0tJVuPWO/mr5fz2x5Pe/9Yat5xW8eyfs9dvPXvuOhujerySwv/uTzUFHrUI9Wxd7ui9x3PZl3GVbH/PCL5/mKzzyd1eNvl6H9FLib13xqYrWnGzLWbMdxSN1chMatZqx2W6UaL/b2oltZXPggQIAAAQIECBAgQIAAgb0WMB4BAgQIECBAgAABAgQIENgTgWlngi34bYyL0DQZh+U89FGr+cqX9fmKlx/N0YfUzRak1iEV+Gaxna1YXO3ux0V6b3Mdl7J2eszXP/N0Xv71p9KPtyatPhUMZ2Nrs+zaR0XAtbKqXCTHdbQTIECAAAECBAgQIECAAAEC+0vAbAgQIECAAAECBAgQILB3AtMOgLsxfa1wrOB0fX46/+YTjuc7fu6WvOcHtV/6Vnpa+yL33Xa84THqOOZNr+nyxZ+8ll/5qS4ruSVL3ZCl+Syz+aEKg5fSd7PU0jZLV8cuWSwki21YfPrY9wImSIAAAQIECBAgQIAAAQIECExfwAoJECBAgAABAgQI7LFAv8fj7fBwLa5tZavbrfN2HDOO86z3b87b/YNT+dZX3pLPf+FtOXZ7td2el26dt2Pd2r5fpGr77es4b/O74PFWVcntn/7eUj7rY96QP3j1WtbW1jNmnnTrWWxLq0mFwYumNblqnvYj53Hjp8CxESBw8wiYKQECBAgQIECAAAECBAgQIDB9ASskQIAAAQIECNwIgZs4AF7EoGVWMehYaWi2rttxTL9yOsvH7skTP3s5L/9Pd+Rd3muotmsZ+6FanitVeXZvT7aeWmkw7ViNH/AXllu71ls7nn34ik/aky3QrWProJUMGVaTX/qJMxX+3pO7X//wrHSHszweSde1BjWbfkw3zlKfi5HG9Bm7qs9ilnW+qF58tNrFiQ8CBAgQ2I8C5kSAAAECBAgQIECAAAECBAhMX8AKCRAgQIDADRO4ibPCCj7HpWSossk3ZJahW1uUf/TPTuQ7//ND88lfcHv6I6eqRWt3qI71XMb6L4syVM1WGev8SvatdlvHK3lmo017Yl6nbQ4VAncnkvZv+867fNvz78vzv+DujOu31sTqfgu1W8nmtgiCq74uW/VQp4tS123+dbATIECAAAEC+17ABAkQIECAAAECBAgQIECAAIHpC1ghAQIEbqzATRYAtwB1C6zOW9i7dDrtV73zlor2a3noI0/lOd+SvOiHH55HvVOlpN2ZzGZH6qEKXDNPV4Fr19WzVXOpvZ6qELbuXr5ZNbjavfU8q4eGjJXejuvHcvfrZ/mCJ9yfV37XSrL+NkmlueO87o8VUo9D2lQXpZ7a2PsKruu1tbm10rrcuOGTAAECBAgQIEBgPwuYGwECBAgQIECAAAECBAgQIDB9ASsksA8EKkncB7O4oim0tPNc2ThrYWoFpUOf2eG78rinrOc7f/6O/MuPOJy0YLRvrbK51fkwq/NW+sXtujhvb4+cV3GJi612W8dLNLt4dc01Watgdzl//LtDnvaRJ/I7v7Fagf+EiGcAABAASURBVPChpALtcZxXwFtzzRVuV9H0CnvUjAABAgQIECBAgACBHRbQHQECBAgQIECAAAECBAgQIDB9gf2ywn6/TOTK5lFpZ3cmYzdPvzRk3h6q8/f44Dflu37xYXnqFx/NLXdWZTVbJLxdi2hXsjjPUrJYbZfUSVelX5R2tVG6bNvaxYVl83arbl2142bVxQ9tHlulzbadZ8ywdjg//f1n8gVPWM2bXns0S91D0g1dlaV0XZ/FtKtd0mWoZ4axjkPqvMu8rsc67zZLn9QqkvYr4WxudWvzzIEAAQIECBAgQIAAAQIEbrCA4QkQIECAAAECBAgQIECAwJ4KtPxwTwe89sG6erSmOx6qaHQ96/O1/J3/7a15wfcs52u+6yF52787S3coqax0USo7rfZtb89tP7bzPSqLlLbGqtA281lNLlk93uWFX7iab/jS1czXl+tmm18rdXrR/XL3LvqASgIECBAgQIAAAQIECBAgQGBfCJgEAQIECBAgQIAAAQIE9l6gEtW9H/RaRxxT//X35djtq/m8583yHT/zsDzm/Sv17WsZS+sZ9t1PX1t4u56tn+e+5n8lT33san7pletZyuGMa/3i1vZf7/aVYLeSswl266PLuPGz4PQVJreSza0928rmpcPNIGCOBAgQIECAAAECBAgQIECAwPQFrJAAAQIECBAgQIDADRLob9C4lxi20s0L7gwZsyjt38edHc+nft6h/PB/uT0f/il9lg4nY18B69BlGJcybj3ebZ3kBm3bx6/zmt8vvGItT/6wt+R1f7GSbn5rzWupSs29myeLXwpXu2xtLfTdOm/HC69b3UYZ61YrG1c+CRDY7wLmR4AAAQIECBAgQIAAAQIECExfwAoJECBAgAABAjdSYB8FwC0AbaU4KtEcKjRd/Nu3OZ3ZoXvzoY9fzQ/82h35hGccztE7h2o0S/uRbNctpavTWa1kVseujl3XUtFUOlxlz/cKdbNWo7a1dFk9vpyv/fx784Ivuj/zM3dkmA+Zzyv0rWC7GtXe1jKmr/S6lbRFJenKoJU6y5Vs1fxssyI4e+6EAAECBPaNgIkQIECAAAECBAgQIECAAAEC0xewQgIECBAgcMMF9lFW2FUkWsFtfQ7tV73LJ5LlN+c9/tU83/uLd+YZXzvLI9+5Mt1+yNhthKtNr5210s4XZXExJItf1dYxe70t1SRXMqyN+es/GvNpH34iP/9jNan57TWRvko2I96qW5y1Nae2dl2Hs3urb+VsxUVP2gpbuehNlQQIECBAgMA+ETANAgQIECBAgAABAgQIECBAYPoCVkiAAIH9IbCRSO6PuWSs/9bGE+kr5P3H/yJ54Q/ekRd836155Dsmy7Mji1l2Ff52Xbc4bx8tNm2lnV+0tJutXPTmDla2Mcb6GKqsj3nly4d8xr97a/72z7vMspK+m9exS1//dd3W/NuxlZzdannpxr6uW31X51mUbG5dHVupw2JvLVtZXGz72OhnW4VTAgQIECBAgACBGyNgVAIECBAgQIAAAQIECBAgQGD6AlZIYB8JXCw73KPpVVC6GGnz2K0n/ck85r0P5YU/vJQX/MBS/vH7zJLZmSrVsKuy2M+fcqtuZXFrzz5qrouxNueezePY5a6/6vIlTzqR73jhPMPaHem6mt1wpELc5dRHlfbnn2MjQIAAAQIECBAgQOAACFgiAQIECBAgQIAAAQIECBAgMH2B/bbC89PUvZjdUIFohqQC33Ec037xm9la3u29T+cbXrGcF/7oSv7P9+7TL61sxqorWWztscVJm3Iri4u06lY2rupzcdHub5Z23Urd2pF9kd9uBr5ZTVtKspb52jyv+sVT+fR/u5bf/uXDmZ8+lHF1lm44lDaTtJ/kLibQJnOu9BUat5LNlYwVGI91u/2Z642StOtsbht1NX7rr5XN+gsP7ZlWLqx3TYAAAQIECBAgQIAAAQJ7ImAQAgQIECBAgAABAgQIECBwQwQW2eSejlzZZRZ/4niebnZ/HvMvjuZFP7iSF3zfsQp+D2eRlnbbZ3TexfYbN+Z81oZdrlS2juNKWm5735uX8o3PPp4vefLxHL9nlqV+aVGfxdYtPjc+2ufWdTterLQ2CgECBAgQIECAAAECBAgQIHDzCpg5AQIECBAgQIAAAQIEbpzADgbALdl9sIWM6VZOZm1tLf/oMX2+8YduyQv/Q5d3fd95+pUKQ8d6vpU6pKvrVtr5vipDzWY9Y45nXB/zP1+1nqd/5In8/A8cy9J4Z7qhyzBPulpHrSA2AmcFnBAgQIAAAQIECBAgQIAAAQLTF7BCAgQIECBAgAABAjdY4PoD4Ao6N38Oe24p46Jycd3i0kXp1jLMjue9P3Seb/mpWb7xx5fzj963ItK+Sree1P2xq5Z12Z7eKtmP29hn7cStednzT+TpH/vWvOYvZsm4XDMtzm6eIfO0tbRSlXYCBAgEAQECBAgQIECAAAECBAgQIDB9ASskQIAAAQIECOwHgUosr2MaLaUdKrGtyLP9m76VeiaL6z7zujeMXYZxPYeOrudDH7+a7/v1W/Ocl9ySf/ReNexyPVd70j4O1WE5XddnTBalDvtkbzOqqVQ2Xblu2vr++HfGPOmDX58ff/mYfnh4+hxJX0uapYLgCrS7fqxmGyWL1Wz2Ud3YCRAgQODACVgwAQIECBAgQIAAAQIECBAgMH0BKyRAgAABAvtGoL+umbS/czxrv96tUjHoIuzsh6Q/mW7pvtzx8LU86Zlr+f5fX85nP385j3qHLt1yhaHtuQsGHlJhcdXV3frcL3tb1+mazNpiaS0AftnzTuUZHzPmzX/zqGR+awW/XWZ9l3PbmHGxvo2VDHXeykYH51o5I0CAAAECBA6CgDUSIECAAAECBAgQIECAAAEC0xewQgIECOwvgesIgFvAOWZY/MnjPmNfIenK3RmX78nD3v50Pverj+b7f2M5n/CZR3Pno09neaWC1Panni+x/r7qL1aqem/3jWVt5LXjUoa1w3W+nP/xW2M++UPuzn94aaurMk/6rsus2vdVZknqskqfPrPFseu62AgQIECAAAECBA6ogGUTIECAAAECBAgQIECAAAEC0xewQgL7UKBlrlc4rUo5c65snFXAOR5KV5Fnv3xvHvM+S3nh99+aH/ovD8mHf/Jyjtya9IeSrmsh6m1JBaOptnWyj/e2ss3p1enp411e+AUn8/SPOZk3veaORRi8+IXzptw4VFW1G6qMVbrNRx0IECBAgAABAgQIEDi4AlZOgAABAgQIECBAgAABAgQITF9gv65wM8a89PSGCn3bnzBe/NK3X8vQSjdkLatZ7+/LbQ+7L497ysl89889Ks//wdvybu+7nNS+6HG2+Fx8dF1XQXC/OM8iBO7qvJU63Ki9Atta3ubodVF7am3JesbTyat/fj1P+pD1/MKPz9KPKzlzcj1pUx4Pp3LfjHW+vaRtdWOsJLh100pfDVrJ4sHYCBAgQIAAAQIECBAgQGDaAlZHgAABAgQIECBAgAABAgRuqED/YKNXbltN5km3WuVM0v4h3G497/aeyZe+6Fh+/Ldvy1Ofe2se/Q/qfio1zU20tYS2Qty04LeC2nRrydDnLa9ZyrM+7WSe9eR57nr9kLW2tEWAu9m4td1c5lgPt8B3q2xWbx5a+1Za2axyIECAAAECBAgQIECAAAECBCYqYFkECBAgQIAAAQIECBC48QKXDYDHFnSOffpuKanQ95bbk497ypBv/5nD+b9//FA+6HHL6VZSoWmXcVjJOLZ2Q1XcLHsLZtuveiu4HoeMq8v5yW8f8ykfdF9+99eWM8tKuqFLVwZZWHRpv+ZtaK10udjWLdokF78b28ETsGICBAgQIECAAAECBAgQIEBg+gJWSIAAAQIECBAgQGCfCLQcc3Mqi5/BLv60cUWhaX/yObMz6VfuyWP+5Yk880WzvPL3bsunffEtecd3rUf6CjhrT18Bal0u9u5kHVplHW6aveZb4fX/+u0uT/nwN+TFX34ip+6vMHu+nEXoW0Fu11Wbq1rP1ba/qs41JkDgJhIwVQIECBAgQIAAAQIECBAgQGD6AlZIgAABAgQIENhPApsB8JjZrMuQ9Swt1fSW78/ffdc358nPOp3v+vVDef4P3JIP/uhbsvgh8Erd38o329PjLKlj1w8VlR7bdrNO9+Pecu42r8VxzD1/O8vXff6pfNbHvCV/+UfHstzdkn44nK3Mt8uszvvMuo2yCIXHLl0930psBAgQIEDg4gJqCRAgQIAAAQIECBAgQIAAgekLWCEBAgQIENh3Av0i0OzWc2b9rtzxNifzkU86kZf+5G35zp99ZD7uqbfn0X/3SNIlW38FOQ/Y6ubZunY+1FUrlZCmlbrcT3ubUk1vOJP8h5eezCd+4N35hR+v1Ht+Ry3yUM20NajD9r0C3+2XzgkQIECAAAEClxdwlwABAgQIECBAgAABAgQIEJi+gBUSIEBgfwr0Rx9yXz708ev5xh+5I//hd2/PZzz3lvy9d6vJVpbb9ZWJ1mnlpWm/iG3XdXn+Xu3SyuKjnWyV85vdsKuW57ZSE5ivrifz5NW/vJpP/dC35lu/ai2n770z3bCUWTdklgqCW9Jdbc/tXZ1WaSFwlTo7f6Vj0lWJjQABAgQIECBAgEATUAgQIECAAAECBAgQIECAAIHpC1ghgX0s0L/yD27N573oaN7tX6yk61u8uW22FWy2mla21d5Ep7WArdlW8HvX69fzrE87kWc95XRe82d3ZNbdka6rBu3PWA8r7STpqmEefGs9t/LgLbUgQIAAAQIECBAgQOCgCFgnAQIECBAgQIAAAQIECBAgMH2B/b7CvluuBLQlmbM6ttm2Qzckm2VxmW3bAyq27m3duPC4dX+Pjm0tNf2M7WN18RPm029NvulZ9+dJ//re/NavrFTGe2v6dGm/3B1T/431ULvYmmI73yx93W9l0bjqxs0yVH0rY1dDVNl61JEAAQIECBAgQIAAAQIEDqSARRMgQIAAAQIECBAgQIAAgX0h0D/4LFqQ+uCt9lWLfl6pbM1o9VBe8ZJT+ej3ekv+4/et5vS9b1P1y1Uuldi2+lbq2R3ZdUKAAAECBAgQIECAAAECBAhMX8AKCRAgQIAAAQIECBAgsH8E+rS8c3s5O7e+zrZKne7XfayJbS+1lvVTs/zyj87zxPc/ke/82nnWThzN0nBnFj9ybnl2+8VvNh7q69BWWb3UXg8vQOrUTuB6BTxPgAABAgQIECBAgAABAgQITF/ACgkQIECAAAECBAjsM4Fz2ec+m9jVTadS3NpT4e6rfv50Pv3fvTFf/8Vd3viapYzzW6p6eRH3Lv6M8+KsGi6O7aFWrm40rQkQIPBgAu4TIECAAAECBAgQIECAAAEC0xewQgIECBAgQIDAfhS4RAB8ieqzK2gB6tmLvT05m9e2P/M8Zr7ejvP80auHfOHHreY5Tx7yN3/0sMzXKvwdDqWbJV0B8W7EAAAQAElEQVS3lLQlzYZ0FQenwt/FL3/P9nX2JDYCBAgQIHCdAh4nQIAAAQIECBAgQIAAAQIEpi9ghQQIECBAYN8KVCw61ORaqcNV7e2ZVq7qoZ1p3IZdr2R3vcuf/ME8z3ziffncJ9yf333VPclwJBnr3uZILdpdlK59pgLgdtwqqW3rvB3r0k6AAAECBAgQuGYBDxIgQIAAAQIECBAgQIAAAQLTF7BCAgQI7G+BCoD39wTPzq7ls620inHIX/6PMc/5tBP57I8+kd//9WMZz9yW5eER6ceuysYPftviuqRC3ypdn67rqvSZ1X99Xfd1HRsBAgQIECBAgACBnRDQBwECBAgQIECAAAECBAgQIDB9ASskcBMI9DfBHGuKm8nvkPzZf1/Pl3zqffnMj1rNb/7iPJnfmQyHNtp060lXdTm3dedOs/18W7VTAgQIECBAgAABAgQIXJeAhwkQIECAAAECBAgQIECAAIHpC9wsK6wAuPa0cjVTbu23ytU89yBtW85bIW9aaeebzcdhNX/4qtP50ifdl6f921P5nV++JcPqoSx3t1WL1rCVOt1ax+afe241GcZ0m6X1O47JWB9V1W5VkxYLb5W6tBMgQIAAAQIECBAgQIAAgSsX0JIAAQIECBAgQIAAAQIECOwrgZbi7p8JbeWw/emkO5PMkz/8L0M+/+PGfPZHj/ntX5tV3S2V4C7l4ttWBxe/mwf8BnirfTtmBzddESBAgAABAgQIECBAgAABAtMXsEICBAgQIECAAAECBAjsP4EbHwCPhbK9VBY7nD6c3/ipLl/w8afyBU98S/7fV49ZyZHkzLFs/Ru/9dRi7+uzlTps7tVBnbUfAbdSpxfs7f5WueCWSwI7IaAPAgQIECBAgAABAgQIECBAYPoCVkiAAAECBAgQIEBgnwqcn53u6SS3p741cLucJ7/4irV86ocez/OekfzBq48nw7EqK9Ug6drfcE5tF09268a5fayMt5VzNdvP6ub2S+cECBDYIQHdECBAgAABAgQIECBAgAABAtMXsEICBAgQIECAwH4W2P0AuAW7W8FtO28l7WPIfP14xmHIibck3/v1J/Ix73FfXvCFZ/K6/28lw5lZ+vWHVPh7JOlmFf7Woa+SebqxSvXZAuFuHOu6lZzd2j8hfPbCCQECBAgQ2BsBoxAgQIAAAQIECBAgQIAAAQLTF7BCAgQIECCw7wUqUt2tOY7V8VrSnU6luFlkvt086VbrvO6tz3LXa4/mG565lo96z7vyvd+4kre8cTkZDiVjX4HvWKXbLNm2janEt+rrkLbV9aLzdmzXG2XoqpsqG1c+CRAgQIAAAQK7KaBvAgQIECBAgAABAgQIECBAYPoCVkiAAIGbQ6DfvWlW+jq2QPdwMswyzCv4bcczy/nNX1jP5zz+vjz+vU7l5374cMZTj8jybDnL3eHMNv/ruj5d16UfslG6pG//VX3fzXIl2/mR8JU8oQ0BAgQIECBAgACBqxTQnAABAgQIECBAgAABAgQIEJi+gBUSuIkE+uuba4tYW7mwl826rurbabee0/es5Me+/Z58ygeu59mffiL/7b8uZ2Xp1sVvd9OvJ91alXkebBurz9blVrlc+2p6udvuESBAgAABAgQIECBA4LoEPEyAAAECBAgQIECAAAECBAhMX+BmW+F1BMAtgq3QNmeScUhqX5RW3a6rDCeTP/39eZ7/WWfyUY+5Py/76qN53V8tVd57Z5a7IxvPdGPGsc84zKrUcWzXrSR1Wl2O55fqf6gbw+JYbbou42bZwm+L6rYabFU6EiBAgAABAgQIECBAgACBnRPQEwECBAgQIECAAAECBAgQ2JcCLSu9xom139euVAJ7uEp10y67SoFrv++Ns/zkt6/lKR+2ms/8v+7NL/3HlXTzW9KNKw8cq4LcSnCrvnVQh/P2i9Vtb9Dub5Xt9Tfq3LgECBAgQIAAAQIECBAgQIDA9AWskAABAgQIECBAgAABAvtXoJLbB5ncIqCtNpc79muZnxnzB78x5Os/70we9y/ekG9+bvI3fzpPP78zS32XMWcqAK7rscv2Qdt5K1lsW2Hu1nFRecHH1r12vOCWSwI3UsDYBAgQIECAAAECBAgQIECAwPQFrJAAAQIECBAgQIDAPhc4l70+6ERbArytUbscktf9efKKbx7ypA85lS944pn8wk8k3eoj03eH0vd9un41GfskVfqT6epsa99+vlWXRYuL38nZ7cHun23ohAABAnsiYBACBAgQIECAAAECBAgQIEBg+gJWSIAAAQIECBC4GQQqlb3ENFvAm0p4a1+0GKtiXmd1ffLNyc/94Gqe+Qmn84n/6t687GuHvPbPlpO1wxmH5cyrbct8h6xkGA9lzKxC4OW6d+vZeLcNLMYtTzsBAgQI3OwC5k+AAAECBAgQIECAAAECBAhMX8AKCRAgQIDATSPQctjzJ1s5byW2FdhW9VC3W0o7Djlzd59X/+cxz33K3fnI93h9vv6Zs/zBby6nGyrUHVeqfbWtR9Ii3tZH2tYerlt1OlQ5W13ndgIECBAgQIDAzS9gBQQIECBAgAABAgQIECBAgMD0BayQAAECN5dAfzbsbensogypvDfjWjI/nbzq507l6z/vRJ7wL0/lOU9dzat/cSXd/Pb0S+u10i59Zbx916frN0pfffRJFsc6r9MH7F3VdHWvlTq1EyBAgAABAgQIELj5BMyYAAECBAgQIECAAAECBAgQmL6AFRK4CQVaVrsx7Qpk2198Hlf7/P6vr+cbv/S+fNQ/e02e8xn35md/pM/99xxZBMPD/FAy9u13vvVce2jz0E5bqcvtewt7t663n2/VORIgQIAAAQIECBAgQOBmEzBfAgQIECBAgAABAgQIECBAYPoCN+sK+8zH3P+m5FX/eTVf/Vn35XHvMeYLP/F0hb6Hc/LuR6dff0SWuyMZhjF9v1zBb19B8Eoyr/OhSz9WSdJvljos9nEc00p9pKvzVtp5q2tlyFh580US48XTPggQIECAAAECBAgQIECAwL4UMCkCBAgQIECAAAECBAgQILCvBfov+7QT+Zj3fmOe9ZT1/OpPr+fetwyZ9bckw3LaL31Tke9GSW3dRUpVHfgdAAECBAgQIECAAAECBAgQIDB9ASskQIAAAQIECBAgQIDA/hfoX/0LhzOcujN9hnTDkTqOdRzqmEXZ/0swQwI3WMDwBAgQIECAAAECBAgQIECAwPQFrJAAAQIECBAgQIDATSLQd+NS5uvt177LaecbsW93k0zfNAkQIHBjBYxOgAABAgQIECBAgAABAgQITF/ACgkQIECAAAECN5NAP2ZM1379m6Wad/uXfIW/BWEnQIAAAQIPJuA+AQIECBAgQIAAAQIECBAgMH0BKyRAgAABAjedwCIATif0venenAkTIECAAAECN1DA0AQIECBAgAABAgQIECBAgMD0BayQAAECN6dAn4w181bqYCdAgAABAgQIECBA4PIC7hIgQIAAAQIECBAgQIAAAQLTF7BCAjexQAXAN/HsTZ0AAQIECBAgQIAAAQJ7KGAoAgQIECBAgAABAgQIECBAYPoCN/sK+67r020rN/uCzJ8AAQIECBAgQIAAAQIECOyCgC4JECBAgAABAgQIECBAgMBNIdDfFLPct5M0MQIECBAgQIAAAQIECBAgQGD6AlZIgAABAgQIECBAgACBm0dAAHzzvCsz3W8C5kOAAAECBAgQIECAAAECBAhMX8AKCRAgQIAAAQIECNxkAgLgm+yFmS4BAvtDwCwIECBAgAABAgQIECBAgACB6QtYIQECBAgQIEDgZhQQAN+Mb82cCRAgQOBGChibAAECBAgQIECAAAECBAgQmL6AFRIgQIAAgZtWQAB80746EydAgAABAgT2XsCIBAgQIECAAAECBAgQIECAwPQFrJAAAQI3t4AA+OZ+f2ZPgAABAgQIECCwVwLGIUCAAAECBAgQIECAAAECBKYvYIUEJiAgAJ7AS7QEAgQIECBAgAABAgR2V0DvBAgQIECAAAECBAgQIECAwPQFprJCAfBU3qR1ECBAgAABAgQIECBAgMBuCOiTAAECBAgQIECAAAECBAjcVAIC4Gt6XR4iQIAAAQIECBAgQIAAAQIEpi9ghQQIECBAgAABAgQIELj5BATAN987M+MbLWB8AgQIECBAgAABAgQIECBAYPoCVkiAAAECBAgQIEDgJhUQAN+kL860CRC4MQJGJUCAAAECBAgQIECAAAECBKYvYIUECBAgQIAAgZtZQAB8M789cydAgACBvRQwFgECBAgQIECAAAECBAgQIDB9ASskQIAAAQI3vYAA+KZ/hRZAgAABAgQI7L6AEQgQIECAAAECBAgQIECAAIHpC1ghAQIEpiEgAJ7Ge7QKAgQIECBAgACB3RLQLwECBAgQIECAAAECBAgQIDB9ASskMCEBAfCEXqalECBAgAABAgQIECCwswJ6I0CAAAECBAgQIECAAAECBKYvMLUVCoCn9kathwABAgQIECBAgAABAgR2QkAfBAgQIECAAAECBAgQIEDgphQQAF/Va9OYAAECBAgQIECAAAECBAgQmL6AFRIgQIAAAQIECBAgQODmFRAA37zvzsz3WsB4BAgQIECAAAECBAgQIECAwPQFrJAAAQIECBAgQIDATS4gAL7JX6DpEyCwNwJGIUCAAAECBAgQIECAAAECBKYvYIUECBAgQIAAgSkICICn8BatgQABAgR2U0DfBAgQIECAAAECBAgQIECAwPQFrJAAAQIECExGQAA8mVdpIQQIECBAgMDOC+iRAAECBAgQIECAAAECBAgQmL6AFRIgQGBaAgLgab1PqyFAgAABAgQIENgpAf0QIECAAAECBAgQIECAAAEC0xewQgITFBAAT/ClWhIBAgQIECBAgAABAtcn4GkCBAgQIECAAAECBAgQIEBg+gJTXaEAeKpv1roIECBAgAABAgQIECBA4FoEPEOAAAECBAgQIECAAAECBG5qAQHwFb0+jQgQIECAAAECBAgQIECAAIHpC1ghAQIECBAgQIAAAQIEbn4BAfDN/w6tYLcF9E+AAAECBAgQIECAAAECBAhMX8AKCRAgQIAAAQIECExEQAA8kRdpGQQI7I6AXgkQIECAAAECBAgQIECAAIHpC1ghAQIECBAgQGBKAgLgKb1NayFAgACBnRTQFwECBAgQIECAAAECBAgQIDB9ASskQIAAAQKTExAAT+6VWhABAgQIECBw/QJ6IECAAAECBAgQIECAAAECBKYvYIUECBCYpoAAeJrv1aoIECBAgAABAgSuVcBzBAgQIECAAAECBAgQIECAwPQFrJDAhAUEwBN+uZZGgAABAgQIECBAgMDVCWhNgAABAgQIECBAgAABAgQITF9g6isUAE/9DVsfAQIECBAgQIAAAQIECFyJgDYECBAgQIAAAQIECBAgQGASAgLgy75GNwkQIECAAAECBAgQIECAMslPsgAAEABJREFUAIHpC1ghAQIECBAgQIAAAQIEpiMgAJ7Ou7SSnRbQHwECBAgQIECAAAECBAgQIDB9ASskQIAAAQIECBAgMDEBAfDEXqjlECCwMwJ6IUCAAAECBAgQIECAAAECBKYvYIUECBAgQIAAgSkKCICn+FatiQABAgSuR8CzBAgQIECAAAECBAgQIECAwPQFrJAAAQIECExWQAA82VdrYQQIECBAgMDVC3iCAAECBAgQIECAAAECBAgQmL6AFRIgQGDaAgLgab9fqyNAgAABAgQIELhSAe0IECBAgAABAgQIECBAgACB6QtYIYEDICAAPgAv2RIJECBAgAABAgQIELi8gLsECBAgQIAAAQIECBAgQIDA9AUOygoFwAflTVsnAQIECBAgQIAAAQIECFxMQB0BAgQIECBAgAABAgQIEJiUgAD4oq9TJQECBAgQIECAAAECBAgQIDB9ASskQIAAAQIECBAgQIDA9AQEwNN7p1Z0vQKeJ0CAAAECBAgQIECAAAECBKYvYIUECBAgQIAAAQIEJiogAJ7oi7UsAgSuTcBTBAgQIECAAAECBAgQIECAwPQFrJAAAQIECBAgMGUBAfCU3661ESBAgMDVCGhLgAABAgQIECBAgAABAgQITF/ACgkQIECAwOQFBMCTf8UWSIAAAQIECDy4gBYECBAgQIAAAQIECBAgQIDA9AWskAABAgdDQAB8MN6zVRIgQIAAAQIECFxKQD0BAgQIECBAgAABAgQIECAwfQErJHCABATAB+hlWyoBAgQIECBAgAABAucLuCJAgAABAgQIECBAgAABAgSmL3DQVigAPmhv3HoJECBAgAABAgQIECBAoAkoBAgQIECAAAECBAgQIEBgkgIC4PNeqwsCBAgQIECAAAECBAgQIEBg+gJWSIAAAQIECBAgQIAAgekKCICn+26t7GoFtCdAgAABAgQIECBAgAABAgSmL2CFBAgQIECAAAECBCYuIACe+Au2PAIErkxAKwIECBAgQIAAAQIECBAgQGD6AlZIgAABAgQIEDgIAgLgg/CWrZEAAQIELifgHgECBAgQIECAAAECBAgQIDB9ASskQIAAAQIHRkAAfGBetYUSIECAAAECDxRQQ4AAAQIECBAgQIAAAQIECExfwAoJECBwsAQEwAfrfVstAQIECBAgQIDAloAjAQIECBAgQIAAAQIECBAgMH0BKyRwAAUEwAfwpVsyAQIECBAgQIAAgYMuYP0ECBAgQIAAAQIECBAgQIDA9AUO6goFwAf1zVs3AQIECBAgQIAAAQIEDqaAVRMgQIAAAQIECBAgQIAAgUkLCIAXr9cHAQIECBAgQIAAAQIECBAgMH0BKyRAgAABAgQIECBAgMD0BQTA03/HVvhgAu4TIECAAAECBAgQIECAAAEC0xewQgIECBAgQIAAAQIHREAAfEBetGUSIHBxAbUECBAgQIAAAQIECBAgQIDA9AWskAABAgQIECBwkAQEwAfpbVsrAQIECGwXcE6AAAECBAgQIECAAAECBAhMX8AKCRAgQIDAgRMQAB+4V27BBAgQIECAQMKAAAECBAgQIECAAAECBAgQmL6AFRIgQOBgCgiAD+Z7t2oCBAgQIECAwMEVsHICBAgQIECAAAECBAgQIEBg+gJWSOAACwiAD/DLt3QCBAgQIECAAAECB03AegkQIECAAAECBAgQIECAAIHpCxz0FQqAD/o3wPoJECBAgAABAgQIECBwMASskgABAgQIECBAgAABAgQIHAiBAx4AH4h3bJEECBAgQIAAAQIECBAgQOCAC1g+AQIECBAgQIAAAQIEDo6AAPjgvGsrvVDANQECBAgQIECAAAECBAgQIDB9ASskQIAAAQIECBAgcMAEBMAH7IVbLgECGwI+CRAgQIAAAQIECBAgQIAAgekLWCEBAgQIECBA4CAKCIAP4lu3ZgIECBxsAasnQIAAAQIECBAgQIAAAQIEpi9ghQQIECBA4MAKCIAP7Ku3cAIECBAgcBAFrJkAAQIECBAgQIAAAQIECBCYvoAVEiBA4GALCIAP9vu3egIECBAgQIDAwRGwUgIECBAgQIAAAQIECBAgQGD6AlZIgEAEwL4EBAgQIECAAAECBAhMXsACCRAgQIAAAQIECBAgQIAAgekLWOGGgAB4w8EnAQIECBAgQIAAAQIECExTwKoIECBAgAABAgQIECBAgMCBEjigAfCBescWS4AAAQIECBAgQIAAAQIEDqiAZRMgQIAAAQIECBAgQODgCQiAD947t2ICBAgQIECAAAECBAgQIECAwPQFrJAAAQIECBAgQIDAARUQAB/QF2/ZBA6qgHUTIECAAAECBAgQIECAAAEC0xewQgIECBAgQIDAQRYQAB/kt2/tBAgQOFgCVkuAAAECBAgQIECAAAECBAhMX8AKCRAgQIDAgRcQAB/4rwAAAgQIECBwEASskQABAgQIECBAgAABAgQIEJi+gBUSIECAQBMQADcFhQABAgQIECBAYLoCVkaAAAECBAgQIECAAAECBAhMX8AKCRA4KyAAPkvhhAABAgQIECBAgACBqQlYDwECBAgQIECAAAECBAgQIDB9ASs8X0AAfL6HKwIECBAgQIAAAQIECBCYhoBVECBAgAABAgQIECBAgACBAylwwALgA/mOLZoAAQIECBAgQIAAAQIECBwwAcslQIAAAQIECBAgQIDAwRUQAB/cd3/wVm7FBAgQIECAAAECBAgQIECAwPQFrJAAAQIECBAgQIDAARcQAB/wL4DlEzgoAtZJgAABAgQIECBAgAABAgQITF/ACgkQIECAAAECBBIBsG8BAQIECExdwPoIECBAgAABAgQIECBAgACB6QtYIQECBAgQILApIADehHAgQIAAAQIEpihgTQQIECBAgAABAgQIECBAgMD0BayQAAECBLYLCIC3azgnQIAAAQIECBCYjoCVECBAgAABAgQIECBAgAABAtMXsEICBB4gIAB+AIkKAgQIECBAgAABAgRudgHzJ0CAAAECBAgQIECAAAECBKYvYIUXFxAAX9xFLQECBAgQIECAAAECBAjcnAJmTYAAAQIECBAgQIAAAQIEDrTAAQmAD/Q7tngCBAgQIECAAAECBAgQIHBABCyTAAECBAgQIECAAAECBATAvgPTF7BCAgQIECBAgAABAgQIECBAYPoCVkiAAAECBAgQIECAwEJAALxg8EGAwFQFrIsAAQIECBAgQIAAAQIECBCYvoAVEiBAgAABAgQInBMQAJ+zcEaAAAEC0xKwGgIECBAgQIAAAQIECBAgQGD6AlZIgAABAgQIXCAgAL4AxCUBAgQIECAwBQFrIECAAAECBAgQIECAAAECBKYvYIUECBAgcDEBAfDFVNQRIECAAAECBAjcvAJmToAAAQIECBAgQIAAAQIECExfwAoJELikgAD4kjRuECBAgAABAgQIECBwswmYLwECBAgQIECAAAECBAgQIDB9ASu8vIAA+PI+7hIgQIAAAQIECBAgQIDAzSFglgQIECBAgAABAgQIECBAgEAJTDwArhXaCRAgQIAAAQIECBAgQIAAgYkLWB4BAgQIECBAgAABAgQIbAkIgLckHKcnYEUECBAgQIAAAQIECBAgQIDA9AWskAABAgQIECBAgACB8wQEwOdxuCBAYCoC1kGAAAECBAgQIECAAAECBAhMX8AKCRAgQIAAAQIEHiggAH6giRoCBAgQuLkFzJ4AAQIECBAgQIAAAQIECBCYvoAVEiBAgAABApcQEABfAkY1AQIECBAgcDMKmDMBAgQIECBAgAABAgQIECAwfQErJECAAIHLCQiAL6fjHgECBAgQIECAwM0jYKYECBAgQIAAAQIECBAgQIDA9AWskACBBxUQAD8okQYECBAgQIAAAQIECOx3AfMjQIAAAQIECBAgQIAAAQIEpi9ghVcmIAC+MietCBAgQIAAAQIECBAgQGB/CpgVAQIECBAgQIAAAQIECBAgsE1gogHwthU6JUCAAAECBAgQIECAAAECBCYqYFkECBAgQIAAAQIECBAgcKGAAPhCEdc3v4AVECBAgAABAgQIECBAgAABAtMXsEICBAgQIECAAAECBC4qIAC+KItKAgRuVgHzJkCAAAECBAgQIECAAAECBKYvYIUECBAgQIAAAQKXFhAAX9rGHQIECBC4uQTMlgABAgQIECBAgAABAgQIEJi+gBUSIECAAAECDyIgAH4QILcJECBAgACBm0HAHAkQIECAAAECBAgQIECAAIHpC1ghAQIECFyJgAD4SpS0IUCAAAECBAgQ2L8CZkaAAAECBAgQIECAAAECBAhMX8AKCRC4YgEB8BVTaUiAAAECBAgQIECAwH4TMB8CBAgQIECAAAECBAgQIEBg+gJWeHUCAuCr89KaAAECBAgQIECAAAECBPaHgFkQIECAAAECBAgQIECAAAECFxGYWAB8kRWqIkCAAAECBAgQIECAAAECBCYmYDkECBAgQIAAAQIECBAgcCkBAfClZNTffAJmTIAAAQIECBAgQIAAAQIECExfwAoJECBAgAABAgQIELisgAD4sjxuEiBwswiYJwECBAgQIECAAAECBAgQIDB9ASskQIAAAQIECBB4cAEB8IMbaUGAAAEC+1vA7AgQIECAAAECBAgQIECAAIHpC1ghAQIECBAgcIUCAuArhNKMAAECBAgQ2I8C5kSAAAECBAgQIECAAAECBAhMX8AKCRAgQOBqBATAV6OlLQECBAgQIECAwP4RMBMCBAgQIECAAAECBAgQIEBg+gJWSIDAVQsIgK+azAMECBAgQIAAAQIECNxoAeMTIECAAAECBAgQIECAAAEC0xewwmsTEABfm5unCBAgQIAAAQIECBAgQODGCBiVAAECBAgQIECAAAECBAgQuIzARALgy6zQLQIECBAgQIAAAQIECBAgQGAiApZBgAABAgQIECBAgAABAg8mIAB+MCH397+AGRIgQIAAAQIECBAgQIAAAQLTF7BCAgQIECBAgAABAgSuSEAAfEVMGhEgsF8FzIsAAQIECBAgQIAAAQIECBCYvoAVEiBAgAABAgQIXLmAAPjKrbQkQIAAgf0lYDYECBAgQIAAAQIECBAgQIDA9AWskAABAgQIELhKAQHwVYJpToAAAQIECOwHAXMgQIAAAQIECBAgQIAAAQIEpi9ghQQIECBwLQIC4GtR8wwBAgQIECBAgMCNEzAyAQIECBAgQIAAAQIECBAgMH0BKyRA4JoFBMDXTOdBAgQIECBAgAABAgT2WsB4BAgQIECAAAECBAgQIECAwPQFrPD6BATA1+fnaQIECBAgQIAAAQIECBDYGwGjECBAgAABAgQIECBAgAABAlcgcJMHwFewQk0IECBAgAABAgQIECBAgACBm1zA9AkQIECAAAECBAgQIEDgSgUEwFcqpd3+EzAjAgQIECBAgAABAgQIECBAYPoCVkiAAAECBAgQIECAwNwCTfQAABAASURBVFUJCICviktjAgT2i4B5ECBAgAABAgQIECBAgAABAtMXsEICBAgQIECAAIGrFxAAX72ZJwgQIEDgxgoYnQABAgQIECBAgAABAgQIEJi+gBUSIECAAAEC1yggAL5GOI8RIECAAAECN0LAmAQIECBAgAABAgQIECBAgMD0BayQAAECBK5HQAB8PXqeJUCAAAECBAgQ2DsBIxEgQIAAAQIECBAgQIAAAQLTF7BCAgSuW0AAfN2EOiBAgAABAgQIECBAYLcF9E+AAAECBAgQIECAAAECBAhMX8AKd0ZAALwzjnohQIAAAQIECBAgQIAAgd0R0CsBAgQIECBAgAABAgQIECBwFQI3aQB8FSvUlAABAgQIECBAgAABAgQIELhJBUybAAECBAgQIECAAAECBK5WQAB8tWLa33gBMyBAgAABAgQIECBAgAABAgSmL2CFBAgQIECAAAECBAhck4AA+JrYPESAwI0SMC4BAgQIECBAgAABAgQIECAwfQErJECAAAECBAgQuHYBAfC123mSAAECBPZWwGgECBAgQIAAAQIECBAgQIDA9AWskAABAgQIELhOAQHwdQJ6nAABAgQIENgLAWMQIECAAAECBAgQIECAAAEC0xewQgIECBDYCQEB8E4o6oMAAQIECBAgQGD3BPRMgAABAgQIECBAgAABAgQITF/ACgkQ2DEBAfCOUeqIAAECBAgQIECAAIGdFtAfAQIECBAgQIAAAQIECBAgMH0BK9xZAQHwznrqjQABAgQIECBAgAABAgR2RkAvBAgQIECAAAECBAgQIECAwDUI3GQB8DWs0CMECBAgQIAAAQIECBAgQIDATSZgugQIECBAgAABAgQIECBwrQIC4GuV89zeCxiRAAECBAgQIECAAAECBAgQmL6AFRIgQIAAAQIECBAgcF0CAuDr4vMwAQJ7JWAcAgQIECBAgAABAgQIECBAYPoCVkiAAAECBAgQIHD9AgLg6zfUAwECBAjsroDeCRAgQIAAAQIECBAgQIAAgekLWCEBAgQIECCwQwIC4B2C1A0BAgQIECCwGwL6JECAAAECBAgQIECAAAECBKYvYIUECBAgsJMCAuCd1NQXAQIECBAgQIDAzgnoiQABAgQIECBAgAABAgQIEJi+gBUSILDjAgLgHSfVIQECBAgQIECAAAEC1yvgeQIECBAgQIAAAQIECBAgQGD6Ala4OwIC4N1x1SsBAgQIECBAgAABAgQIXJuApwgQIECAAAECBAgQIECAAIHrELhJAuDrWKFHCRAgQIAAAQIECBAgQIAAgZtEwDQJECBAgAABAgQIECBA4HoFBMDXK+j53RcwAgECBAgQIECAAAECBAgQIDB9ASskQIAAAQIECBAgQGBHBATAO8KoEwIEdktAvwQIECBAgAABAgQIECBAgMD0BayQAAECBAgQIEBg5wQEwDtnqScCBAgQ2FkBvREgQIAAAQIECBAgQIAAAQLTF7BCAgQIECBAYIcFBMA7DKo7AgQIECBAYCcE9EGAAAECBAgQIECAAAECBAhMX8AKCRAgQGA3BATAu6GqTwIECBAgQIAAgWsX8CQBAgQIECBAgAABAgQIECAwfQErJEBg1wQEwLtGq2MCBAgQIECAAAECBK5WQHsCBAgQIECAAAECBAgQIEBg+gJWuLsCAuDd9dU7AQIECBAgQIAAAQIECFyZgFYECBAgQIAAAQIECBAgQIDADgjs8wB4B1aoCwIECBAgQIAAAQIECBAgQGCfC5geAQIECBAgQIAAAQIECOyUgAB4pyT1s/MCeiRAgAABAgQIECBAgAABAgSmL2CFBAgQIECAAAECBAjsqIAAeEc5dUaAwE4J6IcAAQIECBAgQIAAAQIECBCYvoAVEiBAgAABAgQI7LyAAHjnTfVIgAABAtcn4GkCBAgQIECAAAECBAgQIEBg+gJWSIAAAQIECOySgAB4l2B1S4AAAQIECFyLgGcIECBAgAABAgQIECBAgACB6QtYIQECBAjspoAAeDd19U2AAAECBAgQIHDlAloSIECAAAECBAgQIECAAAEC0xewQgIEdl1AALzrxAYgQIAAAQIECBAgQODBBNwnQIAAAQIECBAgQIAAAQIEpi9ghXsjIADeG2ejECBAgAABAgQIECBAgMDFBdQSIECAAAECBAgQIECAAAECOyiwTwPgHVyhrggQIECAAAECBAgQIECAAIF9KmBaBAgQIECAAAECBAgQILDTAgLgnRbV3/UL6IEAAQIECBAgQIAAAQIECBCYvoAVEiBAgAABAgQIECCwKwIC4F1h1SkBAtcq4DkCBAgQIECAAAECBAgQIEBg+gJWSIAAAQIECBAgsHsCAuDds9UzAQIECFydgNYECBAgQIAAAQIECBAgQIDA9AWskAABAgQIENhlAQHwLgPrngABAgQIELgSAW0IECBAgAABAgQIECBAgACB6QtYIQECBAjshYAAeC+UjUGAAAECBAgQIHBpAXcIECBAgAABAgQIECBAgACB6QtYIQECeyYgAN4zagMRIECAAAECBAgQIHChgGsCBAgQIECAAAECBAgQIEBg+gJWuLcCAuC99TYaAQIECBAgQIAAAQIECGwI+CRAgAABAgQIECBAgAABAgR2QWCfBcC7sEJdEiBAgAABAgQIECBAgAABAvtMwHQIECBAgAABAgQIECBAYLcEBMC7JavfqxfwBAECBAgQIECAAAECBAgQIDB9ASskQIAAAQIECBAgQGBXBQTAu8qrcwIErlRAOwIECBAgQIAAAQIECBAgQGD6AlZIgAABAgQIECCw+wIC4N03NgIBAgQIXF7AXQIECBAgQIAAAQIECBAgQGD6AlZIgAABAgQI7JGAAHiPoA1DgAABAgQIXExAHQECBAgQIECAAAECBAgQIDB9ASskQIAAgb0UEADvpbaxCBAgQIAAAQIEzgk4I0CAAAECBAgQIECAAAECBKYvYIUECOy5gAB4z8kNSIAAAQIECBAgQIAAAQIECBAgQIAAAQIECBAgQGD6AlZ4YwQEwDfG3agECBAgQIAAAQIECBA4qALWTYAAAQIECBAgQIAAAQIECOyiwD4JgHdxhbomQIAAAQIECBAgQIAAAQIE9omAaRAgQIAAAQIECBAgQIDAbgsIgHdbWP8PLqAFAQIECBAgQIAAAQIECBAgMH0BKyRAgAABAgQIECBAYE8EBMB7wmwQAgQuJaCeAAECBAgQIECAAAECBAgQmL6AFRIgQIAAAQIECOydgAB476yNRIAAAQLnC7giQIAAAQIECBAgQIAAAQIEpi9ghQQIECBAgMAeCwiA9xjccAQIECBAgEATUAgQIECAAAECBAgQIECAAIHpC1ghAQIECNwIAQHwjVA3JgECBAgQIEDgIAtYOwECBAgQIECAAAECBAgQIDB9ASskQOCGCQiAbxi9gQkQIECAAAECBAgcPAErJkCAAAECBAgQIECAAAECBKYvYIU3VkAAfGP9jU6AAAECBAgQIECAAIGDImCdBAgQIECAAAECBAgQIECAwB4I3OAAeA9WaAgCBAgQIECAAAECBAgQIEDgBgsYngABAgQIECBAgAABAgT2SkAAvFfSxnmggBoCBAgQIECAAAECBAgQIEBg+gJWSIAAAQIECBAgQIDAngoIgPeU22AECGwJOBIgQIAAAQIECBAgQIAAAQLTF7BCAgQIECBAgACBvRcQAO+9uREJECBw0AWsnwABAgQIECBAgAABAgQIEJi+gBUSIECAAAECN0hAAHyD4A1LgAABAgQOpoBVEyBAgAABAgQIECBAgAABAtMXsEICBAgQuJECAuAbqW9sAgQIECBAgMBBErBWAgQIECBAgAABAgQIECBAYPoCVkiAwA0XEADf8FdgAgQIECBAgAABAgSmL2CFBAgQIECAAAECBAgQIECAwPQFrHB/CAiA98d7MAsCBAgQIECAAAECBAhMVcC6CBAgQIAAAQIECBAgQIAAgT0UuEEB8B6u0FAECBAgQIAAAQIECBAgQIDADRL4/9m770BJurJO/E9V3zDxTfgCui6s7hpYogFQMYL+VCSoZBQQRAQUJCoSJCpIDksOIgiILEEEzK5hDeBiAnXdXXfd1VWW8KYJd27oqt9z+t47c2fmTr6h+/Sn6dNVdepU1Xk+p9+/vvQdjyVAgAABAgQIECBAgACBnRYQAO+0uOdFMCBAgAABAgQIECBAgAABAgTqF1AhAQIECBAgQIAAAQK7IiAA3hV2DyUwvQIqJ0CAAAECBAgQIECAAAECBOoXUCEBAgQIECBAgMDuCQiAd8/ekwkQIDBtAuolQIAAAQIECBAgQIAAAQIE6hdQIQECBAgQILDLAgLgXV4AjydAgAABAtMhoEoCBAgQIECAAAECBAgQIECgfgEVEiBAgMA4CAiAx2EVzIEAAQIECBAgULOA2ggQIECAAAECBAgQIECAAIH6BVRIgMDYCAiAx2YpTIQAAQIECBAgQIBAfQIqIkCAAAECBAgQIECAAAECBOoXUOF4CQiAx2s9zIYAAQIECBAgQIAAAQK1CKiDAAECBAgQIECAAAECBAgQ2AWBHQ6Ad6FCjyRAgAABAgQIECBAgAABAgR2WMDjCBAgQIAAAQIECBAgQGC3BATAuyU/jc9VMwECBAgQIECAAAECBAgQIFC/gAoJECBAgAABAgQIENhVAQHwrvJ7OIHpEVApAQIECBAgQIAAAQIECBAgUL+ACgkQIECAAAECBHZfQAC8+2tgBgQIEKhdQH0ECBAgQIAAAQIECBAgQIBA/QIqJECAAAECBMZEQAA8JgthGgQIECBAoE4BVREgQIAAAQIECBAgQIAAAQL1C6iQAAECBMZJQAA8TqthLgQIECBAgACBmgTUQoAAAQIECBAgQIAAAQIECNQvoEICBMZOQAA8dktiQgQIECBAgAABAgQmX0AFBAgQIECAAAECBAgQIECAQP0CKhxPAQHweK6LWREgQIAAAQIECBAgQGBSBcybAAECBAgQIECAAAECBAgQ2EWBHQqAd7FCjyZAgAABAgQIECBAgAABAgR2SMBjCBAgQIAAAQIECBAgQGC3BQTAu70C0/B8NRIgQIAAAQIECBAgQIAAAQL1C6iQAAECBAgQIECAAIGxEBAAj8UymASBegVURoAAAQIECBAgQIAAAQIECNQvoEICBAgQIECAAIHxERAAj89amAkBAgRqE1APAQIECBAgQIAAAQIECBAgUL+ACgkQIECAAIExExAAj9mCmA4BAgQIEKhDQBUECBAgQIAAAQIECBAgQIBA/QIqJECAAIFxFBAAj+OqmBMBAgQIECBAYJIFzJ0AAQIECBAgQIAAAQIECBCoX0CFBAiMrYAAeGyXxsQIECBAgAABAgQITJ6AGRMgQIAAAQIECBAgQIAAAQL1C6hwvAUEwOO9PmZHgAABAgQIECBAgACBSREwTwIECBAgQIAAAQIECBB2gCd9AAAQAElEQVQgQGAMBLY5AB6DCk2BAAECBAgQIECAAAECBAgQ2GYBtydAgAABAgQIECBAgACBcREQAI/LStQ4DzURIECAAAECBAgQIECAAAEC9QuokAABAgQIECBAgACBsRIQAI/VcpgMgXoEVEKAAAECBAgQIECAAAECBAjUL6BCAgQIECBAgACB8RMQAI/fmpgRAQIEJl3A/AkQIECAAAECBAgQIECAAIH6BVRIgAABAgQIjKmAAHhMF8a0CBAgQIDAZAqYNQECBAgQIECAAAECBAgQIFC/gAoJECBAYJwFBMDjvDrmRoAAAQIECBCYJAFzJUCAAAECBAgQIECAAAECBOoXUCEBAmMvIAAe+yUyQQIECBAgQIAAAQLjL2CGBAgQIECAAAECBAgQIECAQP0CKpwMAQHwZKyTWRIgQIAAAQIECBAgQGBcBcyLAAECBAgQIECAAAECBAgQGCOBbQqAx6hCUyFAgAABAgQIECBAgAABAgS2ScBtCRAgQIAAAQIECBAgQGDcBATA47YiNcxHDQQIECBAgAABAgQIECBAgED9AiokQIAAAQIECBAgQGAsBQTAY7ksJkVgcgXMnAABAgQIECBAgAABAgQIEKhfQIUECBAgQIAAAQLjKyAAHt+1MTMCBAhMmoD5EiBAgAABAgQIECBAgAABAvULqJAAAQIECBAYcwEB8JgvkOkRIECAAIHJEDBLAgQIECBAgAABAgQIECBAoH4BFRIgQIDAJAgIgCdhlcyRAAECBAgQIDDOAuZGgAABAgQIECBAgAABAgQI1C+gQgIEJkZAADwxS2WiBAgQIECAAAECBMZPwIwIECBAgAABAgQIECBAgACB+gVUOFkCAuDJWi+zJUCAAAECBAgQIECAwLgImAcBAgQIECBAgAABAgQIECAwhgJbHACPYYWmRIAAAQIECBAgQIAAAQIECGyxgNsRIECAAAECBAgQIECAwLgKCIDHdWUmcV7mTIAAAQIECBAgQIAAAQIECNQvoEICBAgQIECAAAECBMZaQAA81stjcgQmR8BMCRAgQIAAAQIECBAgQIAAgfoFVEiAAAECBAgQIDD+AgLg8V8jMyRAgMC4C5gfAQIECBAgQIAAAQIECBAgUL+ACgkQIECAAIEJERAAT8hCmSYBAgQIEBhPAbMiQIAAAQIECBAgQIAAAQIE6hdQIQECBAhMkoAAeJJWy1wJECBAgAABAuMkYC4ECBAgQIAAAQIECBAgQIBA/QIqJEBg4gQEwBO3ZCZMgAABAgQIECBAYPcFzIAAAQIECBAgQIAAAQIECBCoX0CFkykgAJ7MdTNrAgQIECBAgAABAgQI7JaA5xIgQIAAAQIECBAgQIAAAQJjLLBFAfAYV2hqBAgQIECAAAECBAgQIECAwBYJuA0BAgQIECBAgAABAgQIjLuAAHjcV2gS5meOBAgQIECAAAECBAgQIECAQP0CKiRAgAABAgQIECBAYCIEBMATsUwmSWB8BcyMAAECBAgQIECAAAECBAgQqF9AhQQIECBAgAABApMjIACenLUyUwIECIybgPkQIECAAAECBAgQIECAAAEC9QuokAABAgQIEJgwAQHwhC2Y6RIgQIAAgfEQMAsCBAgQIECAAAECBAgQIECgfgEVEiBAgMAkCgiAJ3HVzJkAAQIECBAgsJsCnk2AAAECBAgQIECAAAECBAjUL6BCAgQmVkAAPLFLZ+IECBAgQIAAAQIEdl7AEwkQIECAAAECBAgQIECAAIH6BVQ42QIC4MleP7MnQIAAAQIECBAgQIDATgl4DgECBAgQIECAAAECBAgQIDABApcYAE9AhaZIgAABAgQIECBAgAABAgQIXKKAywkQIECAAAECBAgQIEBgUgQEwJOyUuM4T3MiQIAAAQIECBAgQIAAAQIE6hdQIQECBAgQIECAAAECEyUgAJ6o5TJZAuMjYCYECBAgQIAAAQIECBAgQIBA/QIqJECAAAECBAgQmDwBAfDkrZkZEyBAYLcFPJ8AAQIECBAgQIAAAQIECBCoX0CFBAgQIECAwIQKCIAndOFMmwABAgQI7I6ApxIgQIAAAQIECBAgQIAAAQL1C6iQAAECBCZZQAA8yatn7gQIECBAgACBnRTwLAIECBAgQIAAAQIECBAgQKB+ARUSIDDxAgLgiV9CBRAgQIAAAQIECBDYfgFPIECAAAECBAgQIECAAAECBOoXUGEdAgLgOtZRFQQIECBAgAABAgQIENguAfclQIAAAQIECBAgQIAAAQIEJkjgIgPgCarQVAkQIECAAAECBAgQIECAAIGLFHAZAQIECBAgQIAAAQIECEyagAB40lZsHOZrDgQIECBAgAABAgQIECBAgED9AiokQIAAAQIECBAgQGAiBQTAE7lsJk1g9wQ8mQABAgQIECBAgAABAgQIEKhfQIUECBAgQIAAAQKTKyAAnty1M3MCBAjstIDnESBAgAABAgQIECBAgAABAvULqJAAAQIECBCYcAEB8IQvoOkTIECAAIGdEfAUAgQIECBAgAABAgQIECBAoH4BFRIgQIBADQIC4BpWUQ0ECBAgQIAAge0UcG8CBAgQIECAAAECBAgQIECgfgEVEiBQjYAAuJqlVAgBAgQIECBAgACBrRdwRwIECBAgQIAAAQIECBAgQKB+ARXWJSAArms9VUOAAAECBAgQIECAAIGtEnAfAgQIECBAgAABAgQIECBAYAIFLjAAnsAKTZkAAQIECBAgQIAAAQIECBC4QAHDCRAgQIAAAQIECBAgQGBSBQTAk7pyuzFvzyRAgAABAgQIECBAgAABAgTqF1AhAQIECBAgQIAAAQITLSAAnujlM3kCOyfgSQQIECBAgAABAgQIECBAgED9AiokQIAAAQIECBCYfAEB8OSvoQoIECCw3QLuT4AAAQIECBAgQIAAAQIECNQvoEICBAgQIECgEgEBcCULqQwCBAgQILA9Au5KgAABAgQIECBAgAABAgQI1C+gQgIECBCoSUAAXNNqqoUAAQIECBAgsJUC7kWAAAECBAgQIECAAAECBAjUL6BCAgSqExAAV7ekCiJAgAABAgQIECBw6QLuQIAAAQIECBAgQIAAAQIECNQvoMI6BQTAda6rqggQIECAAAECBAgQIHCxAq4jQIAAAQIECBAgQIAAAQIEJljgPAPgCa7Q1AkQIECAAAECBAgQIECAAIHzFDCMAAECBAgQIECAAAECBCZdQAA86Su4E/P3DAIECBAgQIAAAQIECBAgQKB+ARUSIECAAAECBAgQIFCFgAC4imVUBIHtE3BnAgQIECBAgAABAgQIECBAoH4BFRIgQIAAAQIECNQjIACuZy1VQoAAga0WcD8CBAgQIECAAAECBAgQIECgfgEVEiBAgAABApUJCIArW1DlECBAgACBrRFwFwIECBAgQIAAAQIECBAgQKB+ARUSIECAQI0CAuAaV1VNBAgQIECAAIFLEXAtAQIECBAgQIAAAQIECBAgUL+ACgkQqFZAAFzt0iqMAAECBAgQIECAwIULuIIAAQIECBAgQIAAAQIECBCoX0CFdQsIgOteX9URIECAAAECBAgQIEDgfAWMI0CAAAECBAgQIECAAAECBCoQOEcAXEGFSiBAgAABAgQIECBAgAABAgTOIeA0AQIECBAgQIAAAQIECNQiIACuZSW3ow73JECAAAECBAgQIECAAAECBOoXUCEBAgQIECBAgAABAlUJCICrWk7FENg6AXciQIAAAQIECBAgQIAAAQIE6hdQIQECBAgQIECAQH0CAuD61lRFBAgQuFQB1xMgQIAAAQIECBAgQIAAAQL1C6iQAAECBAgQqFRAAFzpwiqLAAECBAhcnICrCBAgQIAAAQIECBAgQIAAgfoFVEiAAAECNQsIgGteXbURIECAAAECBC5EwFgCBAgQIECAAAECBAgQIECgfgEVEiBQvYAAuPolViABAgQIECBAgACBcwsYQYAAAQIECBAgQIAAAQIECNQvoMLpEBAAT8c6q5IAAQIECBAgQIAAAQJnEtBPgAABAgQIECBAgAABAgQIVCRwhgC4ogqVQoAAAQIECBAgQIAAAQIECJxBQDcBAgQIECBAgAABAgQI1CYgAK5tRbeiHvcgQIAAAQIECBAgQIAAAQIE6hdQIQECBAgQIECAAAECVQoIgKtcVkURuHgBVxIgQIAAAQIECBAgQIAAAQL1C6iQAAECBAgQIECgXgEBcL1rqzICBAhcqIDxBAgQIECAAAECBAgQIECAQP0CKiRAgAABAgQqFxAAV77AyiNAgAABAucnYBQBAgQIECBAgAABAgQIECBQv4AKCRAgQGAaBATA07DKaiRAgAABAgQInE3AOQIECBAgQIAAAQIECBAgQKB+ARUSIDA1AgLgqVlqhRIgQIAAAQIECBA4XUAPAQIECBAgQIAAAQIECBAgUL+ACqdLQAA8XeutWgIECBAgQIAAAQIECKwL2BIgQIAAAQIECBAgQIAAAQIVCpwSAFdYoZIIECBAgAABAgQIECBAgACBUwQcEiBAgAABAgQIECBAgECtAgLgWlf2YupyDQECBAgQIECAAAECBAgQIFC/gAoJECBAgAABAgQIEKhaQABc9fIqjsD5CxhJgAABAgQIECBAgAABAgQI1C+gQgIECBAgQIAAgfoFBMD1r7EKCRAgcC4B5wkQIECAAAECBAgQIECAAIH6BVRIgAABAgQITImAAHhKFlqZBAgQIEBgcwG9BAgQIECAAAECBAgQIECAQP0CKiRAgACBaRIQAE/TaquVAAECBAgQILBRwD4BAgQIECBAgAABAgQIECBQv4AKCRCYOgEB8NQtuYIJECBAgAABAgQIRDAgQIAAAQIECBAgQIAAAQIE6hdQ4XQKCICnc91VTYAAAQIECBAgQIDA9AqonAABAgQIECBAgAABAgQIEKhYYC0ArrhCpREgQIAAAQIECBAgQIAAAQJrAjYECBAgQIAAAQIECBAgULuAALj2FT6f+owhQIAAAQIECBAgQIAAAQIE6hdQIQECBAgQIECAAAECUyEgAJ6KZVYkgTMLOEOAAAECBAgQIECAAAECBAjUL6BCAgQIECBAgACB6REQAE/PWquUAAECpwo4JkCAAAECBAgQIECAAAECBOoXUCEBAgQIECAwZQIC4ClbcOUSIECAAIFVAZ8ECBAgQIAAAQIECBAgQIBA/QIqJECAAIFpFBAAT+Oqq5kAAQIECBCYbgHVEyBAgAABAgQIECBAgAABAvULqJAAgakVEABP7dIrnAABAgQIECBAYBoF1EyAAAECBAgQIECAAAECBAjUL6DC6RYQAE/3+queAAECBAgQIECAAIHpEVApAQIECBAgQIAAAQIECBAgUL9ACICnYJGVSIAAAQIECBAgQIAAAQLTLqB+AgQIECBAgAABAgQIEJgWAQHwtKz0ZnXqI0CAAAECBAgQIECAAAECBOoXUCEBAgQI1v6lqQAAEABJREFUECBAgAABAlMlIACequVWLIETAvYIECBAgAABAgQIECBAgACB+gVUSIAAAQIECBAgMH0CAuDpW3MVEyBAgAABAgQIECBAgAABAgQIECBQv4AKCRAgQIAAgSkVEABP6cIrmwABAgSmVUDdBAgQIECAAAECBAgQIECAQP0CKiRAgACBaRYQAE/z6qudAAECBAgQmC4B1RIgQIAAAQIECBAgQIAAAQL1C6iQAIGpFxAAT/1XAAABAgQIECBAgMA0CKiRAAECBAgQIECAAAECBAgQqF9AhQSKgAC4KGgECBAgQIAAAQIECBCoV0BlBAgQIECAAAECBAgQIECAQP0CxysUAB+nsEOAAAECBAgQIECAAAECBGoTUA8BAgQIECBAgAABAgQITJuAAHjaVrzUqxEgQIAAAQIECBAgQIAAAQL1C6iQAAECBAgQIECAAIGpFBAAT+WyK3qaBdROgAABAgQIECBAgAABAgQI1C+gQgIECBAgQIAAgekVEABP79qrnACB6RNQMQECBAgQIECAAAECBAgQIFC/gAoJECBAgACBKRcQAE/5F0D5BAgQIDAtAuokQIAAAQIECBAgQIAAAQIE6hdQIQECBAgQiBAA+xYQIECAAAECBGoXUB8BAgQIECBAgAABAgQIECBQv4AKCRAgsCYgAF6DsCFAgAABAgQIECBQo4CaCBAgQIAAAQIECBAgQIAAgfoFVEhgo4AAeKOGfQIECBAgQIAAAQIECNQjoBICBAgQIECAAAECBAgQIECgfoHTKhQAn0aigwABAgQIECBAgAABAgQITLqA+RMgQIAAAQIECBAgQIDAtAoIgKdp5dVKgAABAgQIECBAgAABAgQI1C+gQgIECBAgQIAAAQIEplpAADzVy6/4aRJQKwECBAgQIECAAAECBAgQIFC/gAoJECBAgAABAgQICIB9BwgQIFC/gAoJECBAgAABAgQIECBAgACB+gVUSIAAAQIECBAYCQiARww+CBAgQIBArQLqIkCAAAECBAgQIECAAAECBOoXUCEBAgQIEDghIAA+YWGPAAECBAgQIFCXgGoIECBAgAABAgQIECBAgACB+gVUSIAAgVMEBMCngDgkQIAAAQIECBAgUIOAGggQIECAAAECBAgQIECAAIH6BVRIYDMBAfBmKvoIECBAgAABAgQIECAwuQJmToAAAQIECBAgQIAAAQIECNQvcMYKBcBnpHGCAAECBAgQIECAAAECBAhMmoD5EiBAgAABAgQIECBAgMC0CwiAp+EboEYCBAgQIECAAAECBAgQIECgfgEVEiBAgAABAgQIECBAIAUEwIngTaBmAbURIECAAAECBAgQIECAAAEC9QuokAABAgQIECBAgMC6gAB4XcKWAAEC9QmoiAABAgQIECBAgAABAgQIEKhfQIUECBAgQIAAgZMEBMAncTggQIAAAQK1CKiDAAECBAgQIECAAAECBAgQqF9AhQQIECBA4HQBAfDpJnoIECBAgAABApMtYPYECBAgQIAAAQIECBAgQIBA/QIqJECAwBkEBMBngNFNgAABAgQIECBAYBIFzJkAAQIECBAgQIAAAQIECBCoX0CFBM4mIAA+m45zBAgQIECAAAECBAgQmBwBMyVAgAABAgQIECBAgAABAgTqFzhnhQLgcxIZQIAAAQIECBAgQIAAAQIExl3A/AgQIECAAAECBAgQIECAwKqAAHjVoc5PVREgQIAAAQIECBAgQIAAAQL1C6iQAAECBAgQIECAAAECGwQEwBsw7BKoSUAtBAgQIECAAAECBAgQIECAQP0CKiRAgAABAgQIECBwqoAA+FQRxwQIEJh8ARUQIECAAAECBAgQIECAAAEC9QuokAABAgQIECCwqYAAeFMWnQQIECBAYFIFzJsAAQIECBAgQIAAAQIECBCoX0CFBAgQIEDgzAIC4DPbOEOAAAECBAgQmCwBsyVAgAABAgQIECBAgAABAgTqF1AhAQIEziEgAD4HkNMECBAgQIAAAQIEJkHAHAkQIECAAAECBAgQIECAAIH6BVRI4HwEBMDno2QMAQIECBAgQIAAAQIExlfAzAgQIECAAAECBAgQIECAAIH6Bc67QgHweVMZSIAAAQIECBAgQIAAAQIExk3AfAgQIECAAAECBAgQIECAwMkCAuCTPeo4UgUBAgQIECBAgAABAgQIECBQv4AKCRAgQIAAAQIECBAgsImAAHgTFF0EJlnA3AkQIECAAAECBAgQIECAAIH6BVRIgAABAgQIECBA4EwCAuAzyegnQIDA5AmYMQECBAgQIECAAAECBAgQIFC/gAoJECBAgAABAmcVEACflcdJAgQIECAwKQLmSYAAAQIECBAgQIAAAQIECNQvoEICBAgQIHBuAQHwuY2MIECAAAECBAiMt4DZESBAgAABAgQIECBAgAABAvULqJAAAQLnKSAAPk8owwgQIECAAAECBAiMo4A5ESBAgAABAgQIECBAgAABAvULqJDAhQgIgC9Ey1gCBAgQIECAAAECBAiMj4CZECBAgAABAgQIECBAgAABAvULXHCFAuALJnMBAQIECBAgQIAAAQIECBDYbQHPJ0CAAAECBAgQIECAAAECmwsIgDd3mcxesyZAgAABAgQIECBAgAABAgTqF1AhAQIECBAgQIAAAQIEziIgAD4LjlMEJknAXAkQIECAAAECBAgQIECAAIH6BVRIgAABAgQIECBA4FwCAuBzCTlPgACB8RcwQwIECBAgQIAAAQIECBAgQKB+ARUSIECAAAECBM5LQAB8XkwGESBAgACBcRUwLwIECBAgQIAAAQIECBAgQKB+ARUSIECAAIHzFxAAn7+VkQQIECBAgACB8RIwGwIECBAgQIAAAQIECBAgQKB+ARUSIEDgAgUEwBcIZjgBAgQIECBAgACBcRAwBwIECBAgQIAAAQIECBAgQKB+ARUSuBgBAfDFqLmGAAECBAgQIECAAAECuyfgyQQIECBAgAABAgQIECBAgED9AhddoQD4oulcSIAAAQIECBAgQIAAAQIEdlrA8wgQIECAAAECBAgQIECAwNkFBMBn95mMs2ZJgAABAgQIECBAgAABAgQI1C+gQgIECBAgQIAAAQIECJyHgAD4PJAMITDOAuZGgAABAgQIECBAgAABAgQI1C+gQgIECBAgQIAAAQLnKyAAPl8p4wgQIDB+AmZEgAABAgQIECBAgAABAgQI1C+gQgIECBAgQIDABQkIgC+Iy2ACBAgQIDAuAuZBgAABAgQIECBAgAABAgQI1C+gQgIECBAgcOECAuALN3MFAQIECBAgQGB3BTydAAECBAgQIECAAAECBAgQqF9AhQQIELhIAQHwRcK5jAABAgQIECBAgMBuCHgmAQIECBAgQIAAAQIECBAgUL+ACglcioAA+FL0XEuAAAECBAgQIECAAIGdE/AkAgQIECBAgAABAgQIECBAoH6BS65QAHzJhG5AgAABAgQIECBAgAABAgS2W8D9CRAgQIAAAQIECBAgQIDA+QkIgM/PaTxHmRUBAgQIECBAgAABAgQIECBQv4AKCRAgQIAAAQIECBAgcAECAuALwDKUwDgJmAsBAgQIECBAgAABAgQIECBQv4AKCRAgQIAAAQIECFyogAD4QsWMJ0CAwO4LmAEBAgQIECBAgAABAgQIECBQv4AKCRAgQIAAAQIXJSAAvig2FxEgQIAAgd0S8FwCBAgQIECAAAECBAgQIECgfgEVEiBAgACBixcQAF+8nSsJECBAgAABAjsr4GkECBAgQIAAAQIECBAgQIBA/QIqJECAwCUKCIAvEdDlBAgQIECAAAECBHZCwDMIECBAgAABAgQIECBAgACB+gVUSGArBATAW6HoHgQIECBAgAABAgQIENg+AXcmQIAAAQIECBAgQIAAAQIE6hfYsgoFwFtG6UYECBAgQIAAAQIECBAgQGCrBdyPAAECBAgQIECAAAECBAhcmIAA+MK8xmO0WRAgQIAAAQIECBAgQIAAAQL1C6iQAAECBAgQIECAAAECFyEgAL4INJcQ2E0BzyZAgAABAgQIECBAgAABAgTqF1AhAQIECBAgQIAAgYsVEABfrJzrCBAgsPMCnkiAAAECBAgQIECAAAECBAjUL6BCAgQIECBAgMAlCQiAL4nPxQQIECBAYKcEPIcAAQIECBAgQIAAAQIECBCoX0CFBAgQIEDg0gUEwJdu6A4ECBAgQIAAge0VcHcCBAgQIECAAAECBAgQIECgfgEVEiBAYIsEBMBbBOk2BAgQIECAAAECBLZDwD0JECBAgAABAgQIECBAgACB+gVUSGArBQTAW6npXgQIECBAgAABAgQIENg6AXciQIAAAQIECBAgQIAAAQIE6hfY8goFwFtO6oYECBAgQIAAAQIECBAgQOBSBVxPgAABAgQIECBAgAABAgQuTkAAfHFuu3OVpxIgQIAAAQIECBAgQIAAAQL1C6iQAAECBAgQIECAAAEClyAgAL4EPJcS2EkBzyJAgAABAgQIECBAgAABAgTqF1AhAQIECBAgQIAAgUsVEABfqqDrCRAgsP0CnkCAAAECBAgQIECAAAECBAjUL6BCAgQIECBAgMCWCAiAt4TRTQgQIECAwHYJuC8BAgQIECBAgAABAgQIECBQv4AKCRAgQIDA1gkIgLfO0p0IECBAgAABAlsr4G4ECBAgQIAAAQIECBAgQIBA/QIqJECAwBYLCIC3GNTtCBAgQIAAAQIECGyFgHsQIECAAAECBAgQIECAAAEC9QuokMB2CAiAt0PVPQkQIECAAAECBAgQIHDxAq4kQIAAAQIECBAgQIAAAQIE6hfYtgoFwNtG68YECBAgQIAAAQIECBAgQOBCBYwnQIAAAQIECBAgQIAAAQKXJiAAvjS/nbnaUwgQIECAAAECBAgQIECAAIH6BVRIgAABAgQIECBAgACBLRAQAG8BolsQ2E4B9yZAgAABAgQIECBAgAABAgTqF1AhAQIECBAgQIAAga0SEABvlaT7ECBAYOsF3JEAAQIECBAgQIAAAQIECBCoX0CFBAgQIECAAIEtFRAAbymnmxEgQIAAga0ScB8CBAgQIECAAAECBAgQIECgfgEVEiBAgACBrRcQAG+9qTsSIECAAAECBC5NwNUECBAgQIAAAQIECBAgQIBA/QIqJECAwDYJCIC3CdZtCRAgQIAAAQIECFyMgGsIECBAgAABAgQIECBAgACB+gVUSGA7BQTA26nr3gQIECBAgAABAgQIEDh/ASMJECBAgAABAgQIECBAgACB+gW2vUIB8LYTewABAgQIECBAgAABAgQIEDiXgPMECBAgQIAAAQIECBAgQGBrBATAW+O4PXdxVwIECBAgQIAAAQIECBAgQKB+ARUSIECAAAECBAgQIEBgCwUEwFuI6VYEtlLAvQgQIECAAAECBAgQIECAAIH6BVRIgAABAgQIECBAYKsFBMBbLep+BAgQuPYYJrgAABAASURBVHQBdyBAgAABAgQIECBAgAABAgTqF1AhAQIECBAgQGBbBATA28LqpgQIECBA4GIFXEeAAAECBAgQIECAAAECBAjUL6BCAgQIECCwfQIC4O2zdWcCBAgQIECAwIUJGE2AAAECBAgQIECAAAECBAjUL6BCAgQIbLOAAHibgd2eAAECBAgQIECAwPkIGEOAAAECBAgQIECAAAECBAjUL6BCAjshIADeCWXPIECAAAECBAgQIECAwJkFnCFAgAABAgQIECBAgAABAgTqF9ixCgXAO0btQQQIECBAgAABAgQIECBA4FQBxwQIECBAgAABAgQIECBAYGsFBMBb67k1d3MXAgQIECBAgAABAgQIECBAoH4BFRIgQIAAAQIECBAgQGAbBATA24DqlgQuRcC1BAgQIECAAAECBAgQIECAQP0CKiRAgAABAgQIECCwXQIC4O2SdV8CBAhcuIArCBAgQIAAAQIECBAgQIAAgfoFVEiAAAECBAgQ2FYBAfC28ro5AQIECBA4XwHjCBAgQIAAAQIECBAgQIAAgfoFVEiAAAECBLZfQAC8/caeQIAAAQIECBA4u4CzBAgQIECAAAECBAgQIECAQP0CKiRAgMAOCQiAdwjaYwgQIECAAAECBAhsJqCPAAECBAgQIECAAAECBAgQqF9AhQR2UkAAvJPankWAAAECBAgQIECAAIETAvYIECBAgAABAgQIECBAgACB+gV2vEIB8I6TeyABAgQIECBAgAABAgQIECBAgAABAgQIECBAgAABAgS2R0AAvD2uF3dXVxEgQIAAAQIECBAgQIAAAQL1C6iQAAECBAgQIECAAAEC2yggAN5GXLcmcCECxhIgQIAAAQIECBAgQIAAAQL1C6iQAAECBAgQIECAwHYLCIC3W9j9CRAgcG4BIwgQIECAAAECBAgQIECAAIH6BVRIgAABAgQIENgRAQHwjjB7CAECBAgQOJOAfgIECBAgQIAAAQIECBAgQKB+ARUSIECAAIGdExAA75y1JxEgQIAAAQIEThZwRIAAAQIECBAgQIAAAQIECNQvoEICBAjssIAAeIfBPY4AAQIECBAgQIBAEdAIECBAgAABAgQIECBAgACB+gVUSGA3BATAu6HumQQIECBAgAABAgQITLOA2gkQIECAAAECBAgQIECAAIH6BXatQgHwrtF7MAECBAgQIECAAAECBAhMn4CKCRAgQIAAAQIECBAgQIDA9goIgLfX9/zubhQBAgQIECBAgAABAgQIECBQv4AKCRAgQIAAAQIECBAgsAMCAuAdQPYIAmcTcI4AAQIECBAgQIAAAQIECBCoX0CFBAgQIECAAAECBHZKQAC8U9KeQ4AAgdMF9BAgQIAAAQIECBAgQIAAAQL1C6iQAAECBAgQILCjAgLgHeX2MAIECBAgsC5gS4AAAQIECBAgQIAAAQIECNQvoEICBAgQILDzAgLgnTf3RAIECBAgQGDaBdRPgAABAgQIECBAgAABAgQI1C+gQgIECOySgAB4l+A9lgABAgQIECBAYDoFVE2AAAECBAgQIECAAAECBAjUL6BCArspIADeTX3PJkCAAAECBAgQIEBgmgTUSoAAAQIECBAgQIAAAQIECNQvsOsVCoB3fQlMgAABAgQIECBAgAABAgTqF1AhAQIECBAgQIAAAQIECBDYGQEB8M44b/4UvQQIECBAgAABAgQIECBAgED9AiokQIAAAQIECBAgQIDADgoIgHcQ26MIbBSwT4AAAQIECBAgQIAAAQIECNQvoEICBAgQIECAAAECOy0gAN5pcc8jQIBABAMCBAgQIECAAAECBAgQIECgfgEVEiBAgAABAgR2RUAAvCvsHkqAAAEC0yugcgIECBAgQIAAAQIECBAgQKB+ARUSIECAAIHdExAA7569JxMgQIAAAQLTJqBeAgQIECBAgAABAgQIECBAoH4BFRIgQGCXBQTAu7wAHk+AAAECBAgQIDAdAqokQIAAAQIECBAgQIAAAQIE6hdQIYFxEBAAj8MqmAMBAgQIECBAgAABAjULqI0AAQIECBAgQIAAAQIECBCoX2BsKhQAj81SmAgBAgQIECBAgAABAgQI1CegIgIECBAgQIAAAQIECBAgsLMCAuCd9V59mk8CBAgQIECAAAECBAgQIECgfgEVEiBAgAABAgQIECBAYBcEBMC7gO6R0y2gegIECBAgQIAAAQIECBAgQKB+ARUSIECAAAECBAgQ2C0BAfBuyXsuAQLTKKBmAgQIECBAgAABAgQIECBAoH4BFRIgQIAAAQIEdlVAALyr/B5OgAABAtMjoFICBAgQIECAAAECBAgQIECgfgEVEiBAgACB3RcQAO/+GpgBAQIECBAgULuA+ggQIECAAAECBAgQIECAAIH6BVRIgACBMREQAI/JQpgGAQIECBAgQIBAnQKqIkCAAAECBAgQIECAAAECBOoXUCGBcRIQAI/TapgLAQIECBAgQIAAAQI1CaiFAAECBAgQIECAAAECBAgQqF9g7CoUAI/dkpgQAQIECBAgQIAAAQIECEy+gAoIECBAgAABAgQIECBAgMDuCAiAd9LdswgQIECAAAECBAgQIECAAIH6BVRIgAABAgQIECBAgACBXRQQAO8ivkdPl4BqCRAgQIAAAQIECBAgQIAAgfoFVEiAAAECBAgQIEBgtwUEwLu9Ap5PgMA0CKiRAAECBAgQIECAAAECBAgQqF9AhQQIECBAgACBsRAQAI/FMpgEAQIECNQroDICBAgQIECAAAECBAgQIECgfgEVEiBAgACB8REQAI/PWpgJAQIECBAgUJuAeggQIECAAAECBAgQIECAAIH6BVRIgACBMRMQAI/ZgpgOAQIECBAgQIBAHQKqIECAAAECBAgQIECAAAECBOoXUCGBcRQQAI/jqpgTAQIECBAgQIAAAQKTLGDuBAgQIECAAAECBAgQIECAQP0CY1uhAHhsl8bECBAgQIAAAQIECBAgQGDyBMyYAAECBAgQIECAAAECBAjsroAAeCf8PYMAAQIECBAgQIAAAQIECBCoX0CFBAgQIECAAAECBAgQGAMBAfAYLIIp1C2gOgIECBAgQIAAAQIECBAgQKB+ARUSIECAAAECBAgQGBcBAfC4rIR5ECBQo4CaCBAgQIAAAQIECBAgQIAAgfoFVEiAAAECBAgQGCsBAfBYLYfJECBAgEA9AiohQIAAAQIECBAgQIAAAQIE6hdQIQECBAgQGD8BAfD4rYkZESBAgAABApMuYP4ECBAgQIAAAQIECBAgQIBA/QIqJECAwJgKCIDHdGFMiwABAgQIECBAYDIFzJoAAQIECBAgQIAAAQIECBCoX0CFBMZZQAA8zqtjbgQIECBAgAABAgQITJKAuRIgQIAAAQIECBAgQIAAAQL1C4x9hQLgsV8iEyRAgAABAgQIECBAgACB8RcwQwIECBAgQIAAAQIECBAgMB4CAuDtXAf3JkCAAAECBAgQIECAAAECBOoXUCEBAgQIECBAgAABAgTGSEAAPEaLYSp1CaiGAAECBAgQIECAAAECBAgQqF9AhQQIECBAgAABAgTGTUAAPG4rYj4ECNQgoAYCBAgQIECAAAECBAgQIECgfgEVEiBAgAABAgTGUkAAPJbLYlIECBAgMLkCZk6AAAECBAgQIECAAAECBAjUL6BCAgQIECAwvgIC4PFdGzMjQIAAAQIEJk3AfAkQIECAAAECBAgQIECAAIH6BVRIgACBMRcQAI/5ApkeAQIECBAgQIDAZAiYJQECBAgQIECAAAECBAgQIFC/gAoJTIKAAHgSVskcCRAgQIAAAQIECBAYZwFzI0CAAAECBAgQIECAAAECBOoXmJgKBcATs1QmSoAAAQIECBAgQIAAAQLjJ2BGBAgQIECAAAECBAgQIEBgvAQEwNuxHu5JgAABAgQIECBAgAABAgQI1C+gQgIECBAgQIAAAQIECIyhgAB4DBfFlCZbwOwJECBAgAABAgQIECBAgACB+gVUSIAAAQIECBAgQGBcBQTA47oy5kWAwCQKmDMBAgQIECBAgAABAgQIECBQv4AKCRAgQIAAAQJjLSAAHuvlMTkCBAgQmBwBMyVAgAABAgQIECBAgAABAgTqF1AhAQIECBAYfwEB8PivkRkSIECAAAEC4y5gfgQIECBAgAABAgQIECBAgED9AiokQIDAhAgIgCdkoUyTAAECBAgQIEBgPAXMigABAgQIECBAgAABAgQIEKhfQIUEJklAADxJq2WuBAgQIECAAAECBAiMk4C5ECBAgAABAgQIECBAgAABAvULTFyFAuCJWzITJkCAAAECBAgQIECAAIHdFzADAgQIECBAgAABAgQIECAwngIC4K1cF/ciQIAAAQIECBAgQIAAAQIE6hdQIQECBAgQIECAAAECBMZYQAA8xotjapMlYLYECBAgQIAAAQIECBAgQIBA/QIqJECAAAECBAgQIDDuAgLgcV8h8yNAYBIEzJEAAQIECBAgQIAAAQIECBCoX0CFBAgQIECAAIGJEBAAT8QymSQBAgQIjK+AmREgQIAAAQIECBAgQIAAAQL1C6iQAAECBAhMjoAAeHLWykwJECBAgACBcRMwHwIECBAgQIAAAQIECBAgQKB+ARUSIEBgwgQEwBO2YKZLgAABAgQIECAwHgJmQYAAAQIECBAgQIAAAQIECNQvoEICkyggAJ7EVTNnAgQIECBAgAABAgR2U8CzCRAgQIAAAQIECBAgQIAAgfoFJrZCAfDELp2JEyBAgAABAgQIECBAgMDOC3giAQIECBAgQIAAAQIECBAYbwEB8Fasj3sQIECAAAECBAgQIECAAAEC9QuokAABAgQIECBAgAABAhMgIACegEUyxfEWMDsCBAgQIECAAAECBAgQIECgfgEVEiBAgAABAgQIEJgUAQHwpKyUeRIgMI4C5kSAAAECBAgQIECAAAECBAjUL6BCAgQIECBAgMBECQiAJ2q5TJYAAQIExkfATAgQIECAAAECBAgQIECAAIH6BVRIgAABAgQmT0AAPHlrZsYECBAgQIDAbgt4PgECBAgQIECAAAECBAgQIFC/gAoJECAwoQIC4AldONMmQIAAAQIECBDYHQFPJUCAAAECBAgQIECAAAECBOoXUCGBSRYQAE/y6pk7AQIECBAgQIAAAQI7KeBZBAgQIECAAAECBAgQIECAQP0CE1+hAHjil1ABBAgQIECAAAECBAgQILD9Ap5AgAABAgQIECBAgAABAgQmQ0AAfCnr5FoCBAgQIECAAAECBAgQIECgfgEVEiBAgAABAgQIECBAYIIEBMATtFimOl4CZkOAAAECBAgQIECAAAECBAjUL6BCAgQIECBAgAABApMmIACetBUzXwIExkHAHAgQIECAAAECBAgQIECAAIH6BVRIgAABAgQIEJhIAQHwRC6bSRMgQIDA7gl4MgECBAgQIECAAAECBAgQIFC/gAoJECCM3P/GAAAQAElEQVRAgMDkCgiAJ3ftzJwAAQIECBDYaQHPI0CAAAECBAgQIECAAAECBOoXUCEBAgQmXEAAPOELaPoECBAgQIAAAQI7I+ApBAgQIECAAAECBAgQIECAQP0CKiRQg4AAuIZVVAMBAgQIECBAgAABAtsp4N4ECBAgQIAAAQIECBAgQIBA/QLVVCgArmYpFUKAAAECBAgQIECAAAECWy/gjgQIECBAgAABAgQIECBAYLIEBMAXs16uIUCAAAECBAgQIECAAAECBOoXUCEBAgQIECBAgAABAgQmUEAAPIGLZsq7K+DpBAgQIECAAAECBAgQIECAQP0CKiRAgAABAgQIECAwqQIC4EldOfMmQGA3BDyTAAECBAgQIECAAAECBAgQqF9AhQQIECBAgACBiRYQAE/08pk8AQIECOycgCcRIECAAAECBAgQIECAAAEC9QuokAABAgQITL6AAHjy11AFBAgQIECAwHYLuD8BAgQIECBAgAABAgQIECBQv4AKCRAgUImAALiShVQGAQIECBAgQIDA9gi4KwECBAgQIECAAAECBAgQIFC/gAoJ1CQgAK5pNdVCgAABAgQIECBAgMBWCrgXAQIECBAgQIAAAQIECBAgUL9AdRUKgKtbUgURIECAAAECBAgQIECAwKULuAMBAgQIECBAgAABAgQIEJhMAQHwhaybsQQIECBAgAABAgQIECBAgED9AiokQIAAAQIECBAgQIDABAsIgCd48Ux9ZwU8jQABAgQIECBAgAABAgQIEKhfQIUECBAgQIAAAQIEJl1AADzpK2j+BAjshIBnECBAgAABAgQIECBAgAABAvULqJAAAQIECBAgUIWAALiKZVQEAQIECGyfgDsTIECAAAECBAgQIECAAAEC9QuokAABAgQI1CMgAK5nLVVCgAABAgQIbLWA+xEgQIAAAQIECBAgQIAAAQL1C6iQAAEClQkIgCtbUOUQIECAAAECBAhsjYC7ECBAgAABAgQIECBAgAABAvULqJBAjQIC4BpXVU0ECBAgQIAAAQIECFyKgGsJECBAgAABAgQIECBAgACB+gWqrVAAXO3SKowAAQIECBAgQIAAAQIELlzAFQQIECBAgAABAgQIECBAYLIFBMDns37GECBAgAABAgQIECBAgAABAvULqJAAAQIECBAgQIAAAQIVCAiAK1hEJWyvgLsTIECAAAECBAgQIECAAAEC9QuokAABAgQIECBAgEAtAgLgWlZSHQQIbIeAexIgQIAAAQIECBAgQIAAAQL1C6iQAAECBAgQIFCVgAC4quVUDAECBAhsnYA7ESBAgAABAgQIECBAgAABAvULqJAAAQIECNQnIACub01VRIAAAQIECFyqgOsJECBAgAABAgQIECBAgACB+gVUSIAAgUoFBMCVLqyyCBAgQIAAAQIELk7AVQQIECBAgAABAgQIECBAgED9AiokULOAALjm1VUbAQIECBAgQIAAAQIXImAsAQIECBAgQIAAAQIECBAgUL9A9RUKgKtfYgUSIECAAAECBAgQIECAwLkFjCBAgAABAgQIECBAgAABAnUICIDPto7OESBAgAABAgQIECBAgAABAvULqJAAAQIECBAgQIAAAQIVCQiAK1pMpWytgLsRIECAAAECBAgQIECAAAEC9QuokAABAgQIECBAgEBtAgLg2lZUPQQIbIWAexAgQIAAAQIECBAgQIAAAQL1C6iQAAECBAgQIFClgAC4ymVVFAECBAhcvIArCRAgQIAAAQIECBAgQIAAgfoFVEiAAAECBOoVEADXu7YqI0CAAAECBC5UwHgCBAgQIECAAAECBAgQIECgfgEVEiBAoHIBAXDlC6w8AgQIECBAgACB8xMwigABAgQIECBAgAABAgQIEKhfQIUEpkFAADwNq6xGAgQIECBAgAABAgTOJuAcAQIECBAgQIAAAQIECBAgUL/A1FQoAJ6apVYoAQIECBAgQIAAAQIECJwuoIcAAQIECBAgQIAAAQIECNQlIADebD31ESBAgAABAgQIECBAgAABAvULqJAAAQIECBAgQIAAAQIVCgiAK1xUJV2agKsJECBAgAABAgQIECBAgACB+gVUSIAAAQIECBAgQKBWAQFwrSurLgIELkbANQQIECBAgAABAgQIECBAgED9AiokQIAAAQIECFQtIACuenkVR4AAAQLnL2AkAQIECBAgQIAAAQIECBAgUL+ACgkQIECAQP0CAuD611iFBAgQIECAwLkEnCdAgAABAgQIECBAgAABAgTqF1AhAQIEpkRAADwlC61MAgQIECBAgACBzQX0EiBAgAABAgQIECBAgAABAvULqJDANAkIgKdptdVKgAABAgQIECBAgMBGAfsECBAgQIAAAQIECBAgQIBA/QJTV6EAeOqWXMEECBAgQIAAAQIECBAgEMGAAAECBAgQIECAAAECBAjUKSAA3riu9gkQIECAAAECBAgQIECAAIH6BVRIgAABAgQIECBAgACBigUEwBUvrtIuTMBoAgQIECBAgAABAgQIECBAoH4BFRIgQIAAAQIECBA4SaBvNhz2ub+x5eFJ79VzXfZ10UdpfVP6siOPy2dppf9Eixy33lav6bKna4ax2lZyu3xya49Fd1JbyOMztaN57uQmAC6roBEgMO0C6idAgAABAgQIECBAgAABAgTqF1AhAQIECBAgQOB0gRLgjkLgEgRntNssRjTHsi1HlP4u+8s2IkPa1dA2yjWjNswhS9G3y7ESy9HOdDlmOZrBQjSzGdjmdiWORMwsRj/IUHdwfcwdPBJXfeHhuPktFuO2XzeMr//OYdzl3kfinj9wNO73yGPxkMcvx2Oeeywe87yF+PGXDOP5b9kTz35jHz/7CzPxivfuHbX/8P598aZf3Rev/3Bp+3N7cmtzrt4ECBAgQGCKBZROgAABAgQIECBAgAABAgQI1C+gQgIECBAgsJlA+fXuSkRbQt+lHNBE9PMR3d6Ifi7D3D66TFMzFo7ScsDo3TcrGfwuj0Ldvj0W+w4O44u/bCZud6el+I77LMV9fng5fugpS/G0V/Xx8v84E6//tbl478f3xq//3ZXxkf96MH7pjy+PN//W/njRu+biWW/ak0Hv5Rn4XhEPe8rBeNAT92cYfGXc8yFXxbfe60B89V2auNN37Ilbfd1y3OL2K/Hv79DFl9++jy+8xXJ80a26+KJbn95yyqN5+iBAgAABAgQITJ+AigkQIECAAAECBAgQIECAAIH6BVRIgECFAiW4vfiySpi72proYzaaZj6WlmZjOIzc72MYKxn4ruS5pWgGi3Hg8z4dt7z9YgayS/F9jzkWT37RUrzw7TPx8791MD74l1fEe//L3njTbwziBb+wN5704v3xiKdcEfd9xJVx53vui9t+3Wz82y9v44qrI2b3RUSGxzHIB0VEO2gyaI4YzLQRzXD0C+Ly9D6f3EdEU7oHudf0MT83F23b5vxi9JqZmYk2r2/bJk5r4UWAAAECBAgQIEBgCgWUTIAAAQIECBAgQIAAAQIECNQvoMIaBTIQzYh2lJxmUHrmCsu40nLEhk0JV0vYGiWIbRejbxeimVmIy68+Ere6fRff9j0r8ZDHL8TTX9XH6z4yHx/+m/n4wF/cKF7xgfl4yiv2xw886UB8xwP2x1d9Sx9f+KXD2H9FHzP7Mk6eWYloj0UMyjafOXo3Ed0gIjcxeuW40dyX8yjH5efoPZpfjuvXW14w6suzoz8/PZM7s9nyfJSWu6P3MD9Pb232ehMgQIAAAQIECBAgQGCaBNRKgAABAgQIECBAgAABAgQITKRApqLNcnTtSraj0TXD6DJdXW2ZtWYg3GVdo9YuZdS6EEvDhdGYYd9FO78UcweOxZd+xUp85/2X4lHPWIqXvHNv/OKfzMX7P74/Xv6+mXjSK+bjwU86GN/8vbPxJbftc3wf0ZZItYl8VIbFuY3yKqFs9jflOLdRjufzRAa15TBz2qZpoin7TXaXFuVgLg/KuDIgd0t/aWU3T5fxG1t5Zp465V0uKK08M+8zCoVPbPM2p4x3SIAAAQIECBAgQIAAAQIEqhVQGAECBAgQIECAAAECBAhMrkCGnv1sNH2GqP2eU8rIc+1ixOBw9q9E9H1cfvWxuMOdl+K+j7whnvaK5XjDR+biQ5/cF6/54J544ov2xb0ecVnc9k4RV9xkkOFwE81cE6Mstc1bNBn8Hm9NnBzE5vGoo2xjw+vU4w2nju+WMevteOcl7Kzf68S2TP8SbljJpcogQIAAAQIECBAgQIAAAQIE6hdQIQECBAgQIECAAAECYySQAetFzKZc1bRN5rtdDIcr0cdizMwdjfm9x+JWXzUTD3lsE899Q8S7/vPeeN+f3yhe+I7L4hFPuyzu/L174uZf1kQzmw8tCWmbd2q6iNG/sbvWl5uT32XgiZ68Ip934vj4XpN7G1se7ub75Fnv5kw8m8AuCXgsAQIECBAgQIAAAQIECBAgUL+ACgkQIECAAAECBMZJoESpGb6WOLXsHp9aOeijy/5y9kTLvvLnnpvliMFiNDOH4vO/6GiGukvxuJ/u4vUf3Bcf+sSeePn7ZuNBjzsQX/tdXdzoZosR7VK2hTj+Y90271jukaFx5DOiz6h09G/sxoZXf3y/7OUVOZ/IVmYV5arj58d1J6sa16mZFwECBLZdwAMIECBAgAABAgQIECBAgACB+gVUSIAAAQIECIyjQLOSs8qIddhEdNnyqMu+ErP2GcoOZprMZ1einVuJfvZz8W9vsxB3e+ihePprZuKdH90fb//9y+Ppr7ws7vagPXHzW/bR7OkjmmzlF739bLSjn/qWn/vui9GfdS7/RG6UaHQmQ9z56LKzPDYfFauvfnUTTW6bPN/muNwdXVNi4LJftqWV/fFtpcrxnZ2ZESBAgACBbRNwYwIECBAgQIAAAQIECBAgQKB+ARUSIECAwPgJlKC1hKh9dO1idLNdbnN/NNFMaZsu+sHhuOkXXxv3fNgN8dRXDeMDf3F1vO7DB+Oxz74qvuluM3H51ZkZDyL6th+1UWY7un71o2+aGLU80Y1aZKC73vLc6rDRZ5lNRPksrXStb8v+xtZtOCj7pW3oGqNdAfAYLYapECBAgAABAjsk4DEECBAgQIAAAQIECBAgQIBA/QIqJEBghwRKYFra+TyujBtGV/6cc8xlNDuX0evRaOY+Eweuuj6+5Z7H4hmvXon3ffxg/PzvXJmB743im+++Jw5eGdFkqtkOlnLnWLTlR7oR0TTNqMUZXuVpZzi1SXezSd/GrpzAxsMx3p+cmY4xoqkRIECAAAECBAhMjoCZEiBAgAABAgQIECBAgAABAvULqHCnBErEWtowH1i2Z2trv7MtOWuzHDHzmbjV1x6LH/zxPl79gSviA39xeTztNXvim+6xN664yUpEm63JlhFx3nztPZ/bvdHETLT5GaMWZ3w1ZzxzphNl/mc6t9p/4fdcvW4nP9udfJhnRApGJwAAEABJREFUESBAgAABAgQIECBAYBcFPJoAAQIECBAgQIAAAQIECBDYDoGSijbHIkaBbfmFbxdd7i93izGY66OdW4ql7lAcuPpwfPM9VuInXhbxK39203jZuw7EA3/kYHzpbQYRgxL2RkTb5UeTrcSY2b9JyFvOjlp+NE1+lJ8En2jRNM1qW7tLudPZWkQTq/F02ZYWGTBvbO3acZsj2xy73nJ3DN9ldmM4LVMiQIAAAQIECBAgQIAAAQJbKeBeBAgQIECAAAECBAgQILD1Ak3eso2+m43o9mWbi+hzv12IyDY7vxw3/vxBfM+Du3jlLx2M9/zxZfGTL5+Pb7v3gZi/fPXf7+0zreybvCzvFBmvxuiVHSdtRwc+zlMgSc9zZI3D1ESAAAECBAgQIECAAAECBAjUL6BCAgQIECBAgAABAgQuUODcfwp5/YZ9prd9Dl9eWYzl4eGImUPxJbecj+9/1Fy85cOXxc//TsQPP2s2bvP1fczsiWjnuuhjOZpBuUMT0Qxj9dWubkafZb+00cEOfZzreec6v0PTPI/HTM5Mz6MYQwhciICxBAgQIECAAAECBAgQIECAQP0CKiRAgAABAgQIELhQgUxzI0PZDHYzqT3p4hL0lo7yR5pHrckwt12KmFmIL/vKYfzw07r4ud84GK/90Gw86Amz8flfOox+Lu8VJe1to1zf9zMx+pXwsInVe5Tz5ZnlztpWCLRbcRP3IECAwIQJmC4BAgQIECBAgAABAgQIECBQv4AKCRAgQIAAgYsVGP0qN0PZEgJ3TQa2TYa32aLJ0LaPmZkm2sFS3Pjmh+J+j1yKN/7GTLzuI/vi/o+9LP7VLTLWnVmOQfm172zE6j+em5FkvsuvfpvcRlvG9DHI/UEOaLKzaZp8Trva8jLvixdIxYu/2JUECBAgQGDyBMyYAAECBAgQIECAAAECBAgQqF9AhQQIECBwSQLlV7rtYnQzC9ENVqIbZcFdxMz1cfmNj8Q9HnpDvPqD8/ELv3tF/NAzDsQX/ftMegf5xMxwIwPdPluXhyU7HrWyv6Hl7aLP/0XGyWV8nvLeQoF2C+/lVgQIECBAgACB8RYwOwIECBAgQIAAAQIECBAgQKB+ARUSIHAJAiWaHUbXZIu5iH4uVoaHo93zufj2ey/GT79lT7znowfiURn6fsltu2jnlvJZC9mG2U68m5jJCHgQzdr/Tpw5w16fkWVp66f73CktN94XLpCaF36RKwgQIECAAAECBAhMmoD5EiBAgAABAgQIECBAgAABAvULqPB8BEqyWtr62LK/2lY/Mz4cHIloj8aX3G45nvD8ufjlv7xRPPmle+MO3zyfoW8TTZtjRoHt7NpNNgTA5SajX/eunTrDpjlDv+5LF8jVufSbuAMBAgQIECBAgAABAgTGWMDUCBAgQIAAAQIECBAgQIAAgZFASWeHa7/wLf+ebxPDZin6djn6wbHoZ4/G/isj7vn9e+K1v3wgXvvB2bjHg/fG3oNdRDuMpuS9Td6oJIyD3EY52JM75USOiWxNecZqa2P9f5F7G1ubV7Z53Vprcnezlt0X8DZ0TaCoru3aECBAgAABAgQIECBAgACB2gTUQ4AAAQIECBAgQIAAAQInC5R4MFszjMjwt2mXYqW7IW5zhz5+4sVtfOCvBvGjz9kX/+62ffRtG33TRJ/xbV8C2tjsVU6Utn6uhL95//VD2x0XmE79HWf2QAIECBAgQIAAAQIECBAgQGDHBTyQAAECBAgQIECAAIFTBEpQ28agHUST/7v8Rstx9/vNxVt/8/PiJe/eF992n9mIQReZ90Zk8Bsl9W0y0C0tO3MvSoszvkr0WFoZsL4t+1PeCtrGdirHxnNbsE/+VGDH1QsokAABAgQIECBAgAABAgQIEKhfQIUECBAgQIAAgakXKEHiCKGPLmPbUWtWomuPxk2/+Jp4/POPxdt/b3885nl74ua3bCJmssVMXrGSLd/NUkR7JMqvhLsMgLsm8i6rLabudRzzPCovY9fbGYaX05ueKifW26YDztG5em17jlFOEyBAoCYBtRAgQIAAAQIECBAgQIAAAQL1C6iQAAECBAgQKAJ9E13fRTc4FO3c9dHPfTru+B2L8fL37Iuf/92r4q4P3hf7roxo95TB663JnbnRj3+bmI2m3xdNDPJ/bW7LuTjLqz3LuUk+VULVEoqXVvbPVkuXJ8u4DM9jOffzONcgMoLPgzieoJfblFM5tF/pox9m67Jj1IYR3VobZl+ei+W8IMdGdo9ulYf9Un7k6ZPumWse2WpdiZGhDwIECBAgcELAHgECBAgQIECAAAECBAgQIFC/gAoJECBAoASApZVf7MZgMa64aja+64FtvO23bhrPfO1s3OprMsjN97mlyqBsfflV8LlHVzkiM9YoLePvTGWzxBLsHsvteribu6Pza9suo9d+NjJtX23DPC6t9Jewdr31fdxwTcRn/jHif/xlE3/1x038/oeX4z+9fzHe/5Yb4h0vOxpvf+mReN1zr4vXPue6+NknLMQLH78QP/Xwo/HMH1wYtSd//5F44v2OxhPvs7Da7n0snnjvxVHLp+aEvAkQIECAAAECNQuojQABAgQIECBAgAABAgQIEKhfQIUEqhdYTxrPXGifweLKcDmGsRSX3fhz8bAnrcTbf39f/NjzLo8v+Ld9zM4OomSZ57xT5r5l3PEWEe2Glrt1vwtQacerzOS2T4F+Lnv2RHSz0WUWvLxYfpbbRV82eebQ5yL+/pN9fPz3uvi1Xzwc73zldfGaZ90QP/WIz8bj7nttPPz/Oxr3uf2x+I4vuS6++7bXxAO+/mg86h5LGeQO47mPHMTzf2wQr332bPz8yyPe/oo23vem+Xj/m+fjN9/Xxm+9fxB/8hvz8Se/ORdl+4k/2hef/KO98ck/mc82F5/86CBbO2o505yNNwECBAgQIECAAIFKBZRFgAABAgQIECBAgAABAgQI1C9QfYV9kyWWRDJbvmP1Z6kn+vK4z9h3MLsS//qLZuKpr1qK9/7pjeJ+j4nYe3kOy0A4hnmP4Uw5mIKWge1JVRa00k7qXDso/Rtbdq8fltuUn1KPfsE7E8euaeLv/6KPP/zVpfilN14Tr3724XjqDxyJh3/nobj7rf9f3OMrPxOPuvtyPP5+i/GiH5/LIHdffOBte+Ojv3ll/PWfXBb/+D/2xrWfbmN5cV8G6gczX88wufxiOI8iMpzv5iOGB7Ndlu1ARLc/275oSn9XwucS7ea4WHs1ZaJlv8mP0j+b29nR3XLHmwABAgQIECBAgAABAtUJKIgAAQIECBAgQIAAAQIECNQhMMr5MuQrQXAGkl2zEuWfhu3blShtpb0ubnOnlXjKKyN+7g+buMu99kcz18VgsD/rzxSznYlm0Ecz04+Om9E/JJu7p77L6dLW+zfur/eN3/aUGZWf42bNkdsy/7585P7oOPfLcWk5pF/J42LRlfPZMeyiX+ziU/8z4o9/dTHe85oj8eInHInHfc9K3Purro273+5oPPK7+vipH+7ijc8/EL/y9n3x0d/eE//wN3vj6LWfF4PuRtEtz8bszN4MbmdjuDIT3XAQ/UobTd/mNqLtcy2iBLUlsG0iU+BRYNtGvpqczyatKSdLfw4pv/Iu09+89VHOl+E51JsAAQIECBAgQIAAAQIECNQkoBYCBAgQIECAAAECBAhUIlBC38wJIwPEaDKkbDMkjEEGugux0h2N23zNYrzyF6+Il7x7T3zj3TJcLGNLG5V/fCeiKdeVFpW/ZiKKVWmjSovBIPvKNv1K4LuS+7l7/Web+C//aSXe+8bFeP5jD8ejvms5vuuWN8T3fdP18fRHLMUbXhDxa+/p4hMfW4lrPzUXTbcnw9qMV8ufgu7n854Z5GagG7kekWeipLmx8dXkmGwbu8qYsqajlicuaknKPTdreb985wzzc1re6iRAgAABAgQIECBAgAABAgTqF1AhAQIECBAgQIAAgVoESki4Vkv5xWe0KxGz10bfL8dX3HEuXvbOg/HidxyIW31tOxrVDtoMhsvuiVRxda/NIDLbKKRc35Zx52glYzzHkF05XYo6U8tgtx9mjV0bw6UclMfdYsS1/zQTH/1IE299wUI87SHLcb87LMe9vupIPOXBS/HaZ++J33nf/vifn4wYLs7HTLM3I919ERn4Nt3+aPsD2fbncZv2XTTRr7XIbeS5s7Q4/ZWzu9CVOP0mZ+kp9z/LaacI1COgEgIECBAgQIAAAQIECBAgQKB+ARUSIECAAAECBCZfoD9RQvnFb9NH10T0bR/L3Q1x69vviVe8ZzZe9J5B3O6bMoycz5ODDIZzk7lkDiyXbxIBlvPlVLbyhNJy9+R3GVPayb1jcFRmu97OMJ0NpxcXuvjEf1mM//im6+O5P3pDPPBOR+P+3/i5eOojjsa7X7c/Pva7g7j+s+VXwfMx+jd3YyaD3GI2E5Ghb4x+4ZvHzVLE4HA0mb435bHlGV0bbTeItoTz5ThbOVdaGVJa2S+t7O9Ga3fjoZ5JgACBHRbwOAIECBAgQIAAAQIECBAgQKB+ARUSIECAAIEKBDJNHKW4EX1JfZthBr9LGQBfF7f9hiPx4nfeKF74i3vjVl87iGibiGY2Vl8Z+TUZArfDiLKNLlZf7SjYLEd5ZrUrP/PK7M+d8rjclHfGzGUzhi3rigxiR63sl2pymqWIsrvUx9HPRfzerxyJNzz3hnjMPY/Gd93qUDz+PsN40wv2xu9/aF987lP7o1u+Kgb9vhguR9beRLfSxCDa/F8fg7xX07eRe9E1eS6Po21y3HyGvwciBpEtsZrctrnNTXm3+VFabkbvJk+VNjrYxY+Nc9rFaXg0AQIECBDYLgH3JUCAAAECBAgQIECAAAECBOoXUCEBAgRqERgljKNi+pljsdwtxG2+ZjFe8Z4D8ZJ3HYiv/MY2BrNNZFYZXY7a2DJ7zJ7Vz9xZfZ9yWMaf0rU6Lj9Lf5d3Hb8geCZnN5eJeIbdo8L7OHxNxO/+8pF41VNviId/51Lc43aH4qcfM4hfeuNcfOJjOXx4WUS3L6Kfz1aubzLMbfJEabk5/j7z8cijhMF55YnhpTePmrVt7o7jWwA8jqtiTgQIECBAgMDWCLgLAQIECBAgQIAAAQIECBAgUL+ACglUJND3fawMl2PYXhNffIulePHb9mXwe1nc+uuyyEz1Mo/MnWPR5+ep79W+HBSlnXo2jseYq+PijK9znT/jhZdyojx0Y1u7V78c0S1FLB1p4uO/txSvf+6ReNTdluN7vuKGDHyb+NA7Z+If/1vEIPZGM5zPwXtiZrAvyo90m7V7lM3oOO/fpsJmreS5662MLdeU1jRNNOWXwE1uN7RybmNbv3a979Tj9f6d2rY79SDPIUCAAAECBAgQILCTAp5FgAABAgQIECBAgAABAgQI1C8wmRVmEnnaxPsMdfsYzAzjX/+b2fjJl87Haz54ML7qW5uI2fU/3pzbkkmajRgAABAASURBVCz2ezLGPO0Gm/atj8q7rO+ecdz6mPXt8Qu2bWcTh9JVWrcSf/+JLt775iPx9IcfjXvc9lg85SEx+oXvf/3LtBruj6bbl4Fvtn4uZ5gXnfSnr09UcWIvh53ne+M1G/fP8/JdH9bu+gxMgAABAgQIECBAgAABAlsr4G4ECBAgQIAAAQIECBAgQGBMBTKozKi3G7Umuoxju5zpsD0cB68+Eg/9ieV4y+838a33PhAze0r0OMizpc1E9GWbfavv0e98S9DX5l3Kthn1xNqr9GTLsaWjbErLnnxi6VlrpfP4bpt3aPN8u9azHZtS7fq/45vbPiUy106O6I9F/OlvL8Xrn3NDPPgbZuKH734kXv28iD/+7TYWj87GyvJcNMM9Mej3Rrv6p6Cj/GK6T9K+G0Rp7Wj2fTTZ2XS5zRbZVsf1KXX2tj6uXLPZ9cfPn0LTp+Nm7ZRhO3bY7tiTPIgAAQIECBAgQIAAAQIECGy7gAcQIECAAAECBAgQIEBgAgSaDEKbTD5La4/FvR46iF/4vYNxv0fPR5tZb+aYcbzFZq+8frPuse0r883AN0rL/S4jym42Fq5r41ff/bl45iOOxL2+ZiF+/MFL8d63rsQ//5/l6JbnM8idz4oKSCRHH2d+ZQKbI858frrOpO4UFKxEAgQIECBAgAABAgQIECBAoH4BFRIgQIAAAQIECBAYe4Em+swx+1iOYXc0vvGux+Jdv783Hv3s/bHvQE6+zXB0kCFpyTPzsLxzeNls0nJslLbhVPllbGkbutZ3N9xyvWv7tmXSx1uZY3l6+ZXubFz/2Zn4yNuH8eQHLMc9b3c4Xv6UA/FHv97EDZ/rYnaQ45b3RimrjcHoF8mDDHZnso2O8p4b/43e7Stgsu/cTvb0zZ7AuQWMIECAAAECBAgQIECAAAECBOoXUCEBAgQIECBAYLwEMqksf9d4bVIlAl1tffSDxbj5ly3E6z5wIJ7x2vm4+t9EjlyKzDijH87mplwbp78yG42SjGYrI0o7bVAZU9ppJ7a6Y2XDDTedyer5cqpr49D/a+KDbz0UT3/Y0bj/110bL/rJYfzVH89GDDP1Ln/aus/9jHujn4noy69+B6vXr32WkpqsO0a/nC6SaydsNhUQAG/KopMAgUoElEGAAAECBAgQIECAAAECBAjUL6BCAgQIECAwZgIl9VxrfcaW2SJj3chMc/6KG+KJL5qNt/zWVfFld2yimZmJvsmxzSD6djmaQQk3c2CceDW5W3qHJQDN/fJuMiwtLS+KyP3S+tE2D7f9nfONbPlefdShDG3LXnb0GXBnNjxcXo6j10b8znuPxlMedDi+9/aH41VPn4+P/uZ8LB++KinmYpjjcnj03Uy0GQAP+r2pNB9N00aTtTRpMsjtIEc3TUTTNNHmtrTVB+bzwmszgXazTn0ECBAgQGDyBVRAgAABAgQIECBAgAABAgQI1C+gQgIECIybQAklS+tyYplWNsOIwdFo5m+IO9/rhnjPR6+I77z/bMRaQldG9Rlsdk1EaXnRye9yq1FPGdlF+VztKnuljU6OPkp/6SnbUce2fZQn5ISbsi1PzHrKL3NjOfqlJv7sD5biZ594LL7njv8cP/1js/GnvzsbTVd+6Tsfo1/4Rl67YW4nH204ceru6BnrneXZ6229z3ZdYO3rtX5oS4AAAQIECBCoQEAJBAgQIECAAAECBAgQIECAQP0CKiSwqwJnCh9LnNnEsFnOsLaL4eDauMVXL8drP3AgnvrSy2PfwfKnnhePz7wEdaU1GYo2cfIvf+OUV7OWGpcnx1le5zp/lkvP81SZ8SD6PsPfvolY2Rt/9+ddvPrZR+Jut/t/8YQHLMdvv28QK0eujJIRN91cRObgTd9nBWstJ9mWlk/MO+TnJu88v95bxjR9m0qx2vJcuXd4bSrQbtqrkwABAgQIECBAgMCECpg2AQIECBAgQIAAAQIECBAgUL/A7laY6WPGuxG5LQFoaaMJ9dnTZYsMKWfjipscjp/82SvjFe++PL74lm2MhvUZhsZ8bPYqIedm/aVv47mN++XcelvvX9+u91/6Nusc3WRtWzYZ/h76zCA+8ObD8Zj7XBeP/O5r4r1v2heLh28SMzN7k2ZPtqy1n0mLC59RuaK00WM3fIweveHY7uYCAuDNXfQSIECAAAECBAgQIDB5AmZMgAABAgQIECBAgAABAgS2WaBEkOXnrNmi7K89LtPdrlmJdv5oxOyR+PZ79/H6X7kivvUBbfatRDOIUWRc/szzhqvWLo5o83/N6KjNz9JyU96rnRmittkiR5Vtm2fWWpO7a++yW3rLdq3rEjZdXjvMtrLWclPqza6//MPF+NnHHY573/Ez8epnHoi//S+DaJY/L/rhXPQrWd2wybm20WTRbZP75ae+5fKNrfx8N1vfZ2i+SYvsK239fJe37bJvdRvR531Li2jC63SB9vQuPQQIECBAgAABAgQIECBAYNIEzJcAAQIECBAgQIAAAQI7JZDxWj/Ih20IH5vliGYYN/nC5XjpOw/Ek186Fzf6wshXGVNa7k7Suy9zLn+qOoPgldk49JmID755JR72LUvxE9/fxa/9Uga3SzeKPsPefuXAqLJyRYwC2dW92PjKsDciU9zjbePJC90v919vF3rtdIzPb2jFhSqNAAECBAgQIECAAAECBAgQqF9AhQQIECBAgAABAgR2TCCDxxL+9jOZZw6ib1Yi2qVo56+LhzxmJt7221fFrb8uJ7OewJVgOAbRNBGDJqJ0N3l683c5u/mZ0tuMro7teW3MZst+5Cy7vfF//24uXvGM6+Khd4l42dOX4p/+vo1ucW/M9ldEv7I63ybD4qb8+7x9mVr56KP86Le00rPaVvsTLQ/X93P3vN85nzKnUTvvi6Z24OrKTG35Cq9ZQG0ECBAgQIAAAQIECBAgQIBA/QIqJECAAAECBAjsrEAJL+PEn3MeHItbfMVcvPkjV8eDfnw2Yq6LaHJMySujvI7kx1K23X7nnI5PoeyvtbI53p875XgY8QcfWorH32cpHnSXo/HBdzRxzaeHGb1m4N2XwHsxYrAcpc4m1l/D3MnaRzLlJnm45e8TT9vyW1d2QwFwZQuqHAIERgI+CBAgQIAAAQIECBAgQIAAgfoFVEiAAAECBHZWoGuia7roBkejGQxjbu+R+KGn9vGS9w7jX31ZF9GXELREb6WtT+2K3JnLduo7x8dm7dRxW3FcAtlDeaPyvNxECaSP5U4Jp3Mzevdx9JqID791MX7gzjfEcx4zjE/86UwM+r3RDA9Gk9lrE3PRN3M569no+tkY/SC5yYvbPtrcNm3EIAcOmuwbheDlubnvveMCuRQ7/kwPJECAAAEC2yjg1gQIECBAgAABAgQIECBAgED9AiokQIDATgpkkNksR+a/GfLO5IObuMVXL8TrPrI37vfIgzEzn90ZgvYl+Myz4/cuEzuQ0yqxYJfbcrw3J136hvG5f4x4+0tW4r7f+C/xsmc08fd/02aWXc4Pcmx5l/Flm60UWVruRjQZCEes/hI4jaLcu2zXW3jtkkBZ6V16tMcSIECAAAECBLZYwO0IECBAgAABAgQIECBAgACB+gVUSGCHBboMOrt+LmIwjPn9K/Hop8/HK96zN2727zIoXQs9MwqNpml2eGbn8bj1LLbPSLDvIoY55+W5DHiH8S//M+IFP3YsHnSXa+NtL29j4ZrPi74bxPzc/mi6PsqPeLOofDcxaNpRy7tEaXHaq4k2g+FyTWnhtasCm6/Rrk7JwwkQIECAAAECBAhcuIArCBAgQIAAAQIECBAgQIAAgfoFdqbCPh9TWkSf/xsloYOj8e9vf0O84cMz8T0Pa6Mpf+e4DOnaHFt+FVy2ubvr7wx5o/wp6o0TyYk2i9mR2+WI//GJLp71yCPx4G+7Ln77A3tj8eiBGC4PIpq8tj0a0S5E35Q/E53HGXA3cY5X3nZ1xDlHrg7zue0C4/Jt3PZCPYAAAQIECBAgQIAAgWoFFEaAAAECBAgQIECAAAECBLZIoKSZw+iabOUXrYOVGMxdFw/78WG87BevjH/1pX00cyUYzoitZKbZVh+cx6Od1dB0tHvWjzJ+s3bWi858st94Ku+7dlx+9NtnHdHNxV/9QR9Pesjn4tHffSj+86/uiW7xsuiHTTT9INpBH00zG03sz+L2RNvlfvkV8KicfuPNR/tt9HGiNdlXWl7aNNFni7xTlNfxnwOX86e2MuCCmsHnKdCe5zjDCBAgQIAAAQIECBAgQIDAGAqYEgECBAgQIECAAAECBLZSoISUJdXtItrl+IIvWo6Xv+vyeOCPHIx27lg+qMkWsTHjjHF4rU5rbSbDiPIL3iyhySTwk38U8cT7LMXjvv8f48//oI2VY/PRdzNxItbNi/MdfX6st8j94y0u8FWu3eyS0r/eNjuvb6sEctm36lZjdB9TIUCAAAECBAgQIECAAAECBOoXUCEBAgQIECBAgACBLRZYXl6OwaD8ivWG+N6HLcZbf2t/3OL2g8xGVyL6Pfm0EgIfjVE2GuPyyqR39Gefu9EveqOfiRjOxV/90WI8+b43xBMeeF385R+1MbNysxjEFTE3uydKQFharL3aTIPL8Xpb7S5h7ereuT/L2PV27tFGbK9AWcftfYK7E9hhAY8jQIAAAQIECBAgQIAAAQIE6hdQIQECBAgQIEDg0gUy9YzVltFplBh1bu8g9ly2HD/95gPx6GfujZhdWH1MCVVX9yK6fTG6bP14N7d9mX+Z+XA0p6Zp4q8/fn086f6H4nH3WY4/+93LYnnhQJ6bzfrWftmcezH608zl2mz53poSSgC8NXdyl0sTaC/tclcTIEBgrARMhgABAgQIECBAgAABAgQIEKhfQIUECBAgQODSBI7/meMMTZvl6DMM7WMYM/PDuOXXHY3XfWgu7vhte6MfZIzWz4/ON9GvPXMmRr/+3e2sczSdDH4z8O2GSxHdXPzL37fxnIcvxI/dfS7+/A/3RNvsj8FsH/NzZc5lbB99O4ju+NybaNMiq4z1V5P3LW392HYyBTau6WRWYNYECBAgQGAk4IMAAQIECBAgQIAAAQIECBCoX0CFBAgQ2AKBknBm0Bkl1G1W8rOPZv76eMCP9vGitx2Mm3xRRNf2o6C0z4B1FPjmY0ch8MZfAmff7rz7iCZD32ijW1mJz/zvffH8x18bD/ym6+MPfr3JUHdvTjlD39jwyjryqqw1spV4MFPgPtuGIXbrESgrXE81KiFAgAABAgSmU0DVBAgQIECAAAECBAgQIECAQP0CKiSwhQJdO4wu5mJlGHH1zQ7Fi99xMB70uJkYzK4+pMkIddQyOG2aJmK9xdprPU1dO9z2zfrzyrb8hLefi6PXRfzci47Fw+92bfz2ey6LQRyIpt8TkdMd5LjS2nIQEU3bRNs0o6Mmymv1s+yVVjLx0sp+aWW/tLKvTZ5AO3lTNmMCBAgQIECAAAECJwSrQqBSAAAQAElEQVTsESBAgAABAgQIECBAgAABAvULXHqFmYiObtLHaK9djmgX4w53ORpv+vCVcZuvmY120EQmqFFeuTcKS8v+7rfRjFenUXa7iF9+y2J87x3/OX7pdfvihusy7htNeKn8vHd13Cmf5fQpXQ4rFshvRMXVKY0AAQIECBAgQIAAgZoF1EaAAAECBAgQIECAAAECBM5DIFPT9mh0Gek2MxHDvolmsBAP+rGIF/zc1bH/qj7aTMy6HLF6sz5HxqiN0uI+Tn812VVabk688yax3k70Xtxel5dlGz17JSedh/n+ww+vxIO+6Wi88pkRy4c/P4bLbczGgRi9+kF0GWx3TRejf9e46bOiPvo+b9Ktbst+aW12lZmOrsuPJMlr4rSWp8bhbQ4XKLBxbS/wUsMJECBAgAABAgQIECBAgMBuCXguAQIECBAgQIAAAQIEzlegiabLkLRdjJWVYRy88afjhW/bFw95/HzEbCahq1Hv2uf53nM7x2XwG8N8QBOZ4EaszMY//feIx3zvNfHsRw/jn/8hz/Vzq+fzM5ocF+t15H4GvzE6Ln2llUHZyu56y0PvegXaqkpTDAECBAgQIECAAAECBAgQIFC/gAoJECBAgAABAgQIXKhA28Ug5uLWdxjGGz944/iKr8/wdybylYFpfka00eT/Rrvlo8+P0nKz8+82+m4l+uUmjlwb8drnXR8/8O3Xxt9+7LIMg+dj0B2Mps/Zbphfm8cnWplxkx/rLXfz3W5ouetdsUBZ64rLU9o0CaiVAAECBAgQIECAAAECBAgQqF9AhQQIECBAgACBCxMoKWkfK/2R+O6HDuOFb9sTN7553mGwkB8r2c7xXs9QT92e47Jzny7zKr/03WRknuqX9sbv/PJSPPhbr4sP/NyeDH6viOgzsW6GEe2xiLJtcmBpsf5q1nfWtqcer3XbVC8gAK5+iRVIYCoEFEmAAAECBAgQIECAAAECBAjUL6BCAgQIECBwfgJ9Bp9rrY/FGOy9Np76sj3xqOfMxOxlR6PPDDViPu9VYrIMUY//ueTsWn/nLTb+IHi9e2u25ZklgL4mQ91yxzKhLvo+27CP//O3EY+9Vx/Pe/yRuP7Tl8VweT7arKctl0XOefTnn8t1ffavtlibbJPjSls/Dq+pFMhvyVTWrWgCBAgQqEZAIQQIECBAgAABAgQIECBAgED9AiokQIDABQg0mZSOfiHbxZU3XopXvetGcZd7zUbXZ38/G9EON4t8N31AXhFdntnYSl92XcK7yeB3X15/IKLMtR9k+NvE9Z9r4w3PW4xHfe+h+K+fOJan9kZTzseZXmUmpW08n/eO0jb22Z82AQHwtK24egkQIECAQE0CaiFAgAABAgQIECBAgAABAgTqF1AhgU0FSvBZ2mYns3/2SNz6a4bx2g9eHv/uDjlmcCzatoummcnWZwDcZcv+c7zzTqeN2KzvtEFn7cg7NEsR3Z5sfXQrw/iT31iOH7rbp+Pdb2zi2KH9EcPyq9+ZvMtKtM1iRNPF2V4lJ276EvuV8LeJ1eOzXeFczQLlm1BzfWojQIAAAQIECBCoVEBZBAgQIECAAAECBAgQIECAQP0Cm1eYAerod7m57ZuI0o4PzGC3PRp3e0DEz7x1Jm50s7UTfYatMciDEqS20eR+Xhnnem02ZrO+c91n9XyZb7bRQdl2cd2n23j2o4/GT/3wSnzqH2dyXjN5ts2askWbx3kYw/wo886NN4HzEGjPY4whBAgQIECAAAECBAgQGCcBcyFAgAABAgQIECBAgACBqRUowWkGouVPPEfZT4jc9MMmumYp+vn/G498xmw89nmXxfzBjGrzXI6IkqSW3S53+lGw2uReicmaiNw7vcXoVc6WURtb6RudvKCPlRy9FNE00a8sZsA7H7/69i4e+m3Xxh//6v5YWdobM90V0XSDKL/ezQExevWD3C3/XnE+dfVEdjfRZuhdWkT2Z+vLfXO3zzGrLS/L45jsl9lfpED5vl7kpS4jQIAAAQIECBAgQIAAAQI7LeB5BAgQIECAAAECBAgQyHirBKMZfI4sStDZdHHFlXPx3Ff/q7jXw+ciM97RqY0fJQAuJ1a3G8/sxP5MRDcf/fIwPvO/98QT73s0nv/jn42j116ZUxqOKmmarGvjVPomj0pfaWU/D4+/y/HGdvyEHQKbff0nUMWUCRAgQIAAAQIECBAgQIAAgfoFVEiAAAECBAgQIEAgMvQs4W8/E335N2/LL4EHS/EFX7wQL3tXE19z1+WIwWKMfkbbRIyGR2av2Xbv3edch9Et9/GBN0U87K7XxV/+YcR8e3WM/rrzShuDnFyJeXMzepf90qIUEOVViilbjcC5BVa/O+ceZwSBsRUwMQIECBAgQIAAAQIECBAgQKB+ARUSIECAAAECUy5wys92u8LRNjFsluLf324uXvMr++Nf33KYvXPZ5iOa1cC0XFZa7Mhr/Unr27WHdk38y38fxJMfcn285meOxcKhfRn8ZitB9ujPWDfRjIZmVU22KG3U4YPARQkIgC+KzUUECIyJgGkQIECAAAECBAgQIECAAAEC9QuokAABAgSmXaDkqRmiRt9El61vh9HMHo5ol+Kr77wYL3p3H/uvykFtk1Kl5Wbtnb1re9u8GWW2yxGjBx5bfVju94sRH3nnsfjB71qIP/u9fdF2+2OmmYs2E7rVjLqJJmsqF7Z5cdv3UbbleLWt3songQsRyK/XhQw3lgABAgQIjIuAeRAgQIAAAQIECBAgQIAAAQL1C6iQAAECKdBkkjpYWc1Dc7+PlegHR+O+j2jjZ996RczsayJT1Nj4yit24Xe0a7Fbv3c018/8cx/P/JFD8ZKnrsSxw3MxGMyN+jPn3TjV3C+zLa1b28/NaFDpK60cawTOX2Dtm3j+FxhJgAABAgQIENh1ARMgQIAAAQIECBAgQIAAAQIE6hdQ4ZQLlOCztMJQfvk7E91gMdqZJpaGi/HwJx6MH/yJQfRtBsPDHNOXyKu0DIOjGcWn2btD75xnu5Dh7kw+dzny8fGx31yJR3/3Z+IPf7WNZrgvZpo2BjlsdXYR5cfKJ1qbx022QbbV/fAicAkC7SVc61ICBAgQIECAAAECOy7ggQQIECBAgAABAgQIECBAgEDtAn1kmppFbvhFbIanmaRGzFwbP/Pm+bj/j+6NZtDkmDZikOOa3N3wPuVww5ko+WxszatMqrR8WvnVbwxj+fBsvPyp18VTH3E0PvfPV0Z0eyIG1+Qzc46bPLRcXdr6qWbjwXqnLYELFMj/Ki7wCsMJECBAgAABAgQIECCwOwKeSoAAAQIECBAgQIAAAQLVC5QEtLQstBlGNMeiy/g0Zg7H3P7leOFbD8Yd7zwfkUOaTLma/CgtTnk1eVU7ahE57KTWnDL24g+P5qUro7nkTvzDJwfxI99zJD7083PRr+yPpsytPHx4eZ5uou/7nNFay/l3p7U8l319l8OjzHK9leOpaoq9RIHytbvEW7icAAECBAgQIECAAAECBAhst4D7EyBAgAABAgQIECAwHQIl9Mz4qh9kuSVczbA39z7v84fxmvcfiNveqY/ZPZmSlmGl5bmdf5eEtrT9EcPZiExy3/emhXjEd18T/+vvlmKlW8gp5Rzzc/Wd9Yx2NvaNOs7wUQpbb2cYopvAWQTWv3FnGTLGp0yNAAECBAgQIECAAAECBAgQqF9AhQQIECBAgAABAlMp0Hd7olsZxBfcfCVe9u7L4ua3GEQzmIk4r7+TXCKw0mIbXk303TDKr5CPXRvx1Ad18brnttEsXRWD4ZUx316ZU2yyRbR9M2pN3+fxeovIg9UW668md0rLTblx2WgELlKgvcjrXEZg1wVMgAABAgQIECBAgAABAgQIEKhfQIUECBAgQIDANAn0a8X20WUW2g8W4wu+5Pp48btm4vO/qItojkSM/jTy7sdbTczGX/9xF9/3rdfEx34359PNR7QLOb2soc/j0kZzbaK8MgeOja30ndyyvuijz3C7tFG6fPIARwTOWyC/gec91kACBAiMi4B5ECBAgAABAgQIECBAgAABAvULqJAAAQIEpkmgJL7R5f+a6AYZ9DYrces7rMQr33N5XH2zlehjkHHq/osQ6fKajS0PL/pd/iT1MHKS8f43LcaP3u8zcd3/uzLvliFvn89Ymcv9DIDzMHK2kSFwl9vSRsdx4tWUYaWd6IqudG44jqz6pEMHBM5TQAB8nlCGESBAgMC4CJgHAQIECBAgQIAAAQIECBAgUL+ACgkQmC6BTELbDFfbxdXMs5uPr/6W5XjhWy+Ly29azi1kjLqZSJed6y13z+t9oePXb5rzyN2lw4P46cdeH69/4VLMxE0imqXVFhkMjwLcUfobJ72yq+Tbpa33r/8aeP04osyrjxICr44rz1tvJ0bZI3A+AgLg81EyhgABAgQIEBgPAbMgQIAAAQIECBAgQIAAAQIE6hdQ4ZQIbAw3m+gyTu2G+yMGfdzhLl088zV7Y/ZgUjQZrPYHcmeX3sen2cT//GQTP/jtC/Gb/3EQw4UyuaWc7ny03WwG1DMRfYndmtMnWtLe03tP6Vm/dpPrTxnpkMC5BMq36VxjnCdAgAABAgQIECCw6wImQIAAAQIECBAgQIAAAQIECNQisJ6qrm+7iMGhiHYx7nDnxXjay+dj72XZV05nMDyquhl9buNHPi9KK48YPbjsrLbs/sMPL8eP3fdQfOr/zMegWQ2km/U/0Tz72RyXQXV+Xtp724u8tOm5emIEBMATs1QmSoAAAQIECBAgQGBqBRROgAABAgQIECBAgAABAtUIlHC1hKWZqo5qKn/2uIum3x93+s7leO7r9sS+y4/lmQxDM8VqctM0+ZE9p79zQKy308+u9qyfP3W7enb1s8vNtdnK3EpbiFG22/WxvNDFG15wNH7qhw/H0ev2Rz/so8mguOn7iOFsXpPvlaui79tsfbbhqOVRzqyPNoeN9vsm90sdpcXxV9/kgNKyZzT2pHFlbGl5cjreqtwigfJt36JbuQ0BAgQIECBAgAABAgQIENhqAfcjQIAAAQIECBAgQKA+gRJPrbVuENHNxJ2+/Vg889X7ot2zGM1gZhdKviKfmXMZJb8ZumYue8Nnm/jJH1iOd73ucM6x/Oq3yfA3Ri1Gr2b0GRn1ru1s2OQNNhyt7jarm9M+Tx1bxq230wbrIHBOgfJf1zkHjd0AEyJAgAABAgQIECBAgAABAgTqF1AhAQIECBAgQIBAhQIbgs2uyez3c/GNdzsaz3rtvmjmViLaQxnB5nZHK8+4rC+ty6e20S/tjX/57xGPvffh+Ivfn4t26cbR5Pmmb3Iboxa5P2pxjldzari72fgmOze2PPQmcAkC+W2+hKtdSmAXBDySAAECBAgQIECAAAECBAgQqF9AhQQIECBAgECNAuthaB9d02Xr45vuujee9sp9EbPHYvWntfsj+j0Rqwexra/16UTuNEcjmsXoFyM+ACUwZgAAEABJREFU9ntL8UN3X4h//B+zo74Y5NyiK6MiM+tRi/XXKODN69ePL3q7HgBf9A1cSOC4QHt8zw4BAgTGX8AMCRAgQIAAAQIECBAgQIAAgfoFVEiAAAECNQqU5DS6/F8T3eBozMzMxDd810I84zX7YrB3OaLZk5HvXLa90TQlDI2deZUf/cZydF3Ood8bH3jLsXjOI4/GsSOzOY+ZbHMxiLmIZhBNm7FaaU1uS/Bb2igWLgFwaeFFYCwE8hs6FvMwCQIECBAgcA4BpwkQIECAAAECBAgQIECAAIH6BVRIgECdAhmOtisR7WKM8tJuLm77DdfF0//DvoiZ7I9298pul3JOs9EvXh6vfdZCvPZ5EcOFK6JZm1MT5VU+29HUy1GejJJnd6OerG3U6YPA+Ajs4n9R44NgJgQIECBAgMCYC5geAQIECBAgQIAAAQIECBAgUL+ACisT2BiMNtHFTHTD/RGDPu5wlz5e8KYrYzC/lBHq9Vn3SradfJe5HV17YBdHro146g/eEO99c85jZU/OtY+262PQRYx+5Burr6ZvMixea6Urd8tGIzBuAgLgcVsR8yFAgAABAgQIEDhJwAEBAgQIECBAgAABAgQIECAwaQIlYM309Pi083hwKKJdijvceTGe9vL5iLmFtbP7crsn8mMb32UupW18RM4hDz/1v/bEY+69EH/xnw/EcOlg9G3Otc25ZjSdp8/8zmHnGnLmi50hsL0CAuDt9XV3AgQIECBAgAABAgQuXsCVBAgQIECAAAECBAgQIDBxAiUZHUY02aK8+ijR66DZH1/1zcP46Tfuif1XNBFNBrDNbDSxJ7b/VeKw0sqTymxWou/7+Ie/6eOJDzgW//Tf9sZwZRCDmfID3ya6LoPgpo2+aUatXJVHuemjbFdb5H6TfWdredr7fASM2WKBdovv53YECBAgQIAAAQIECBAgQGALBNyCAAECBAgQIECAAIHJFchQtFmJaG+IPpYjBofjFl+xFM9+1d6ImW6trCa36y13t/NdMuny2LIdtZn4k18fxmPu/6n4zP8dZBhc5rFxAuV4vW3s32x/fdyp283G6iOwMwLtzjxmi57iNgQIECBAgAABAgQIECBAgED9AiokQIAAAQIECBCYYIEShJb4KRPXfk803Xzc9GYZ/r5+T+y5Mssqv6zNU01TxuXxTrzLo5pMfpsuumNt/KcPLsTPPP5wHLv2qgx/Z0czGOTnIMettzw87V2qOq1TB4ExFPBdHcNFMaXNBfQSIECAAAECBAgQIECAAAEC9QuokAABAgQIEJhUgQxYo7Qy/ya67kB0/Wzc+N8sxsvf9Xlx+U2yv1mIyJA1But/Hjp26JXz6vPBS2384uuX4/mPW4xjN1wVXZfhb3vDaEqrHzs0HY8hsM0CAuBtBnZ7AgS2RMBNCBAgQIAAAQIECBAgQIAAgfoFVEiAAAECEyuQAWt7OKJZjC6D1i4iuliIK2762XjZu+fjRl+4nNFwH30/n2f6bBnG5uf2vstzlvIRZTYZOLddvP2VK/GWFw+jWzqQc2mi6dtoh5etZb9lXJf7qy2iXF9a3sKbwIQJCIAnbMFMlwABAtMnoGICBAgQIECAAAECBAgQIECgfgEVEiAw2QJNRAap0e2NTFSzlCb2HFyO57zuirjRv16JvskANkqY2uS58l7flv3tast544Vs+dylmXjl0w7Fz73iUES3J/vW4rFTp9F0eW79ndeN5ly26322BCZDYO0bPhmTNUsCBAgQIEBgygSUS4AAAQIECBAgQIAAAQIECNQvoMIKBPro2uXV1g9i7sDh+Jk37otbfPVstG0fTYauTdNG0zTHW2z7ayafcDBWjg7i6T98JH7l5/fHoLty9NenB9HmPGLUYu3V5Lbps79sS+sjmmzhRWACBdoJnLMpEyBAgAABAgQITIGAEgkQIECAAAECBAgQIECAAIFJEcj4tPx7us1KlD8D/eSfPhC3vsNs7pdf4c5GZr9xptfW9W/y693lNp7yg9fGH/3a3nxMRmJNjpkZRnRNNNlTWm6Ov0fHJfQt7XivHQKTJ5Df9smbtBkTIECAAAECBAgQIFC1gOIIECBAgAABAgQIECBAYIIE+vJT2ZnDsdJcFw//iT6+5d4Rgz0RTTMXo1cz+tz+j8x2IzPe6JtYPjKIpzzs+viL37s8BrNH89llEiUWy5bv6DPlLa3LbbY+r+tym+8orW+avE25prS83Hs7BNxzmwTKV3ybbu22BAgQIECAAAECBAgQIEDgQgWMJ0CAAAECBAgQIEBgkgT6EqJGE7OZ+N77B66I+/xQhr6Zqe58DRl55TunEjd8tosnff+x+Ohv7c3D7OxzTjmh1Sh39TMPz/IuY9bbWYY5RWBMBfJbP6Yz2zgt+wQIECBAgAABAgQIECBAgED9AiokQIAAAQIECBCYOIHhcBiDmS5u941H4kefuTdm92YJ7W4kwAtRfrp7/acifvIHr4u/+fhKzMxkiFuSsG4u2r456d/0LT9aLi1nu/ZucrvectebwAQLlK/9BE/f1KdBQI0ECBAgQIAAAQIECBAgQIBA/QIqJECAAAECBCZLoIt+9NeWZ/fMxM2/ZBDPevXBiJmsoWvzYyffGTbnO/q9ceiaJn7sgdfF3378sojyq98+J5TnSqx7fjM6/5Hndz+jCGy1QH6h87+9/ILnjTfbz+587/R/hflIbwIECJy3gIEECBAgQIAAAQIECBAgQIBA/QIqJECAAIEJEuhyrl356WwzjKbt4/KbHI5nvSFi/mAJTzOQyr7VcCoHbtt7NIu1ux8bPe76z0Q89r7H4p/++95oS0DWz+b5JvcjyszilFefnZu1U4Y5JDAGAvnfVflOX0ATAI/BspkCAQIECGwmoI8AAQIECBAgQIAAAQIECBCoX0CFBAhMqkDfLsb8/pV4wZsPxk3/zakB1XZXlfFW+aVxeWy3Jz77zxGPv//R+Ie/3hPRzeXDy4nceBOoQKA/HvwON6mmyb7ScjMat/p/jsj/QkqHRoAAAQIECBAYIwFTIUCAAAECBAgQIECAAAECBOoXUOGECZwcqs7ML8TTXj6Im93y+mjalZ2vZS3zOnZdE497wGfjf/9dG+1gGE2zMPrV76kTGv1oOUtY35563jGBrRRYjWFj9GfSL22/yVh3EF2fLWZi2LUx7NvomzaWVrpYHq7EcrccK/1iDJulbMdGTQC8lavpXgQIECBAgAABApcs4AYECBAgQIAAAQIECBAgQIDAuAlkchqrrSkJarsQ3/fIy+Krv7mJmcEgJ7uUrZzPzXm+t2LY0kLEUx5xfXzqf10VkaFYNMvRZEiWB7nNMHg05xNPWsuMT3TYI3BJAmf5zjd5btTyAeWLd7yt92cs3AwjmpWIdjlb/jfULub2WLb8Yg+ORgyOZDuc7Ya47OrPxc2+ZBj/7lbdqN36jsfia7+1i2/4johv+P8i7vTtw/jOe0fc/f6DURMAhxcBAgQIECBAgAABAmMiYBoECBAgQIAAAQIECBAgMLYCGVjFMIb9objzPZbjwY+bj9n5jJn6/Zm37ss2yFaO19qW15HBWWRINvpN5TCWMx978gMX4q8/1kbXZWgW5fmzOYeZbLnfNRFdXrPW+r7Pw2wZCnfZ1qdXqiptlNXl8PV+220VmJyb9/k9Oqnl1Mv3pPSV71HZjlr253FX/q8H+V1bWckwN1ayp4S8w1haKb/MXYh27mjE7LVx5ecfiS//qmF8/V0X4p4PWYiHPWElnvAzET/1mkG89N3z8eZf3x//8WMH4tf+64H4rf91Wbzvz24Ub/mdQbz+19t4/a+18dJfmo/nv202nvPmmXjOW2bjuW/aH096yZ543M/Oj1pbpqMRIECAAAECBAgQIECAAIHdFfB0AgQIECBAgAABAgTGW6BESm3c6ivn48kvuDxO/J3lJqddWm629b2cd1/I1sfyoUE87RHXxt/++Vx0K/PR9PORSVueK+8ylzLXsi2t9GkELlJg9P8MKP+XgS7KL8yjPRbR5vdwFAIPsq/0r0TMXBMxuCGiPRpNuxiXXbUUX3abPr7lHkvx0Md38ZSXrsR/eM++eOcfHIjf+G83ivf86WXxqvfNx7PeeFk85nkH44GP2xN3fdBcfOM9BnGbOw3j5l8eccVN87b7Iz9Kywe2TcR5tjYvGd+3mREgQIAAAQIECBAgQIAAAQL1C6iQAAECBAgQIEBgDAUycDqeqjZRfkF7+dVH4hn/YS5m9w9zvuV8bnbsPZMh78FYPjqIn3r0ofj471wew8UM4PrsjzZD4GzH59LkcWnHO+wQuEiBPv8ryIA3Q90of7I5ZqLrBtHP/kv07ZHYe/BY3PL2i3HX+87EY545Ey95x3z80p/sjQ9+8vJ49Yfn4+mv2Rvf94SZuOv3HYhbfm0fn/eFw2jnViK/oDH64XCXX+u+zf1s0eRBfqdjNqJdyjHZRr94j9VXk//Nrbc298/S2tUrfBIYPwEzIkCAAAECBAgQIECAAAECBOoXUCEBAgQIECAwjgIZLkVpw2ia1fnN7V+JZ7z8YFx9s8yo+uWI0r+xxVa/SjK2fs8ylzxebuNnHncs/vR3DkYMyr+NurA+IEqg1oQXgTMIlLR19J0u36X1dmJsOb36O98+I9e1loFv16xE3w6zLcTBqw/FV3/zcjzwR1biuW+4Mt7xB/vjlz+5L172nv3xuBdeHnd/6IG4zZ2auOoL874lgS1fyPIfUHP8IP/jyYC3m8ltE+VU+d6OWplAaU1eG/nfVwxzJ8dGuTZ3o5zI/wZydnFSK+dOb+tXnX5GDwECBHZPwJMJECBAgAABAgQIECBAgACB+gVUSIAAAQJjLtC0ffTNUsZNi/Ejz2jjVl+f0VMJxJq90WV6VfKq4yWUfKq04x2XslMCuhKAlXuUf0s1g69hGy99xufi9z8c0XfleF9EN5fZWZPRWD9qZfR6K3PbrK2ft50ygT7rbcqfbz6UO/n9idJRWkT5nkTTxbCcn1mImD0UzZ5r48u/ajm++2FH4lmvnY2f+09z8d4/uzp+5h374mFP2x9f8x174sZfnLeazXvMZWvznhkYl/9mos/vbpN9ec+8ew7K/VhrpT//uyrPi7ymyeNRK/vZIvI+kQFxzOV1Tbb1d7m+zYNTW3aN3if3l6NRtw8CBAgQIDAeAmZBgAABAgQIECBAgAABAgQI1C+gQgIExlsgg6d+kEHrTKwsL8e33auPuz5oLpqZxYyx5rKtzr5EUiWuKtvVni3+zHAsytOWB/G2l6/Eh96xN2JlT0T5c7zrj8qQrSlj1o9tCZwi0GfCm+/8Ks1HdPsiRn82vIloFiMG10U/+HQ0c0fjFl/ZxgN/dDle/AuXxS//+Y3iVe///9k77wBJjvLsP1XdMxsvKosowOQMEiLDR845CEwUOdjIYECASbbBIIIJJhhjwICJNhgwIHI0Jplgm2CCQAQJnXRpb8OErvqetwh6YaYAABAASURBVHpmd3Zvd29vd+Z2ZvZp1dsV+623flWtf57r2TE8+UU7cKt7Zrj8VSc5HuXlmJkxK1NEdGZ0zfY0F478VnBo+fiy93av+TFbdhAbTeo1Y9GSDaV1tFirTAREQAREQAREQAREQAREQAREQAREYEUC6hABERABERABERABERCBLUEgIvgmClfHtW8yinNeRuHVBzg3SpuF89OkQJWJd0sLJat1y8wrBbpiFB94awPvepWHCxVQZ4MrGM/8T+OW86V2PtLOy1bdtyqBwIUn44Gwn3AOCIiRZ8jlgJ/j2T6Iq1y3wIOe4PCyf9iNT/33NvzdR0bx2GftxA1v5TC+HXAZh+ZziG4KDrzSjflhybGf5swyOJcdNuLwBsemtRiHHU1qufRH84zGLk9ArSIgAiIgAiIgAiIgAiIgAiIgAiIgAsNPQCsUAREQAREQAREQgaEmUH62yCVGUEdl7rBjd4EX/V2ObLQOUDyjhsZ2k9UmmJvSxIxpocTKhlOz5YF5zPGtL9XxllfugcuacPbTuFnR6i9nLe+tJmVbh0A6r3ZSzRaWHWP7/LItHQ7rL+B8A7tOqOH/3Xcaz35VgY//cCfe8olJPP7cnTjjThX4sfKI85DxwVZKj44DgWpwq2lQMgnAg7JTirNfCSguERABERABERABERABERABERABERCB4SegFYqACIiACIjAliAQKKoFVyBks6iMHcCzX+twwhUjfGUO9umtacAABTEgfX9rIpOZY30+WcVsvmGNBRPb0lAWGAfCKL73ZY8XPmE/qvFUTj+Ser3z8D4io1KXOc84SnMsm9mjZmkwb6Fljm7NWFUaCgLcUD8LuDoFWh44bnp7r2sNAK6BbKSGE680g4c8scCr3lPBB781iue8YRx3fMgoxncCPDyl2b9s8E14WmTZDI79NPuY1x12yNnHcZyYBQ5Kg22QGZtSsrJZu7/bufk2S5Mddlu557ChahABERABEVhMQDUREAEREAEREAEREAEREAEREAEREIHhJ6AVioAIiMBWIEAxjcIvKIAhVIBYxQMfO4LTbzWO1Aa2zWNwSe6ar3ar4MxRk3PbXAX2XOjxvCdejNg4gW2Acw7ep0FIl9TchGFr3nheTeGMOc8GC/PHooCr7sG1Tt+HRz3rIN76iSr++auTePzzxnCDW3BcZrSYgwV7psOsaL08ZjxrVlpqJi8vbevfuq2yf6NTZCIgAiIgAiLQrwQUlwiIgAiIgAiIgAiIgAiIgAiIgAiIwPAT0ApFYMsQoPwVKYrBI8QmxbIpPPypE8hGC5RqmH196+AAjkDK0c0r0hm1X1DQC0Udl/wqw7mPAuYOHI9YOEQ/AxcjDXDOlRZZpkHXFiMQERFgX4HH6JBVIkXfy3C5q9Tw2Gc28c5PnYS3fHQ3HvGnO3Gla5o+zPOTFXCVAnBYuKzctoXWI5RMBG7bEYZucrcE4E3eAE0vAiIgAiIgAiIweAQUsQiIgAiIgAiIgAiIgAiIgAiIgAiIwPAT2GorDJErLjyOO7WJ571qN0Z3mNCVUWzL2dGLZP7N6Ntx8tx+ZrpAs1bBC588h1/8JCBzVcTI/mKcN1PrmCltEQK28VxqK7OT0jbqvpirz2LHiTO472Pm8JZ/Ow7v+NIIHvb0UVz+GoDLA6J9ze4p+oLmGqxbDsCOkZ8qcytjOC8JwMO5r1qVCIiACIiACIiACIhAbwjIqwiIgAiIgAiIgAiIgAiIgAiIgAgMHQET1prUx4rsIJ73OorAl7MllhKSaWQuffeLLl424z76o7qXFN5ZxGIEzUMZXnD2fvz8f4AsAxxDYEqaHZZcJgIuZ0uGrbeq5zaVAM+FqwGtDY52AijmxqyBfPIS3P4+DbzyPSN431d34ol/sR2nXZ/BZjxTeZGE3ugin63SMgQeooAqYsxRzB+mST6w3mROOq3TD2PorG5i2SLcxOk1tQiIgAiIgAiIgAiIgAiIgAgMCgHFKQIiIAIiIAIiIAIiIAIiIALDS6Ay3sSDn1jFDW9ZhaP4Sgmtx4vdmQQ63jiPA3U6vO28GXzvGwVGqiOsO5julwy6tg4BO3m0WKV4GxCyJqKfxhWvXsdjnn0IH/7myXj+G8dwxh1yZBMclxWAD9SKI22BUnCOz7tWg2Mfyy4isCUe8VBx0LqTzWC2bgddeVACcFcwyokIiIAIiIAIiIAIiIAIiIAIiMBQE9DiREAEREAEREAEREAERGCYCbgmrnnjKTzxXBNebaHFkSWyyHFmzI4+mTxFcyaUeYT6GM5/Xx0feVcTvn48mjXzSMHOspZRuyv/BjDntHKrWdnAEeAGrhKz9zwX8Cg4zFcP4Pb3mcZ57x3FP34ux8Oftg2Tu3hmfB3wc/AUfoGM3gIcD4VzjnnLwHwZ42DQtWVLrJx3SePAVm01Axv8Zgeu+UVABERABERABERABERABERABERABIafgFYoAiIgAiIgAiIgAsNJwGSwlvkpnPvKXfCVwKVaG7OeJptjljPMwf5E67e/XMMbXnIIzdntbGOKJt6B8h10DQUB228uhPtafvHdqrOpTFaPFGYLCr+zOOEU4AnnzuHj39uF579pG254SxN57W9RmzX5iJ2dESCwPflssM3RFtLi2kK7lVbrs/5hMAnAw7CLWsNmENCcIiACIiACIiACIiACIiACIiACIiACw09AKxQBERABERCBISUQEfwMgisQszk85zWjOOUqpsU6BMqukUZ1bfW1m4pmtvqoFXr5YBwH4hgu+w3wynMcGod2o0I9z7GLCQgxWYwRZoHyYLKyeQW/hzebEGZmOqHZ0hHWZ2Z9nbZ0nOrrJcAN494hmfng7roaz1lECHbe2J/XUGT7cb2bN/G8Nzj80zciHvK0CYzs5HhuisuZe89TyWdjha7sHwqw7NnODBhlIaNZQ2nWXJaApbnjyMXJRrRbrGzWrrdzazNr15fLrb9ty/UfuzaL4tjNpplEQAREYCgIaBEiIAIiIAIiIAIiIAIiIAIiIAIiIALDT0ArFAEREIFhJkAJrJikkOZx63vM4k4PoBjrKcRRYrNVWwlJNrNaD60A/uyPazh4sMlYXA8nkuvNI2D7asYIHDc8UposxrjfzLM6supB3OE+Tbz+fTvwyneP4nb3MTGXffZIMrvx2flkdbP5BhaW1tm0xRMJbnECWr4IiIAIiIAIHA0BjRUBERABERABERABERABERABERABERh+AlqhCAwtgVLateVFBOw6aQp/8uLjAD/HpoU+Vnqeijpw7iPr+N0vq6UY6DilGTOlQSaw9BxZ3SwgxoynrgFUplCZ/APuftYs3vG5STznNdtwnVtkyKn92hfgvsLxLsxDYG2+3LuCp2szZkOQhmclQ7AZWoIIiIAIiIAIiEB/E1B0IiACIiACIiACIiACIiACIiACIiACw09guFdYcHkx/Rivz+t4weu2YecJ1F/jCNsdrZ16LB9R23v/m2fxva8DLgtwMYddJvRFhmFm9cONI1zLDu9Uy2YTSBvH/UknzHILiBvKLGSziK7A7lMC7v9ojw997SSc87LtOPnKHjFvAp7CsLOzyMHJj2dhSWJ/+kjd8iVdqi4msAy9xQNUEwEREAEREAEREAEREAERgBCIgAiIgAiIgAiIgAiIgAiIgAiIwOASMC2ucAgUT10eUPhp3OvRs7juzU0Q5rLcdOpjqXfJYqDVZ+v43peaeOdr51AUGTzFPhcpAlLUYxGBEXAYlcBWgzWyjQ28W0/bWO1+ksd1E7Cds4e5b86+KKeoy73LqO37kVlsP66GR/35NN7zlRE86aUTmDwRcFUH57n33H8gY0MT6R8E+LavMndAOhd2Wq3FTgCblFYh4FfpU5cIiIAIiIAIiIAIiIAIiIAIiACEQAREQAREQAREQAREQAREQAQGnIApaGYU2ZpFE1f8owJPOXcXkAVQo0OI5d8D7v0qI/ZfUsVL/nQfFb2J9DFne04T9cysbnlwHEKz+mKz3rYt7lFtkwjYIYom4FKeNTG3GAdiBSGfAqp78KCzK3jX+cfjoU+ZRD7RQOT22SMcDdvn6B2szOaOBVgLq4sb2UDXvFvvMl3s2UganmclAA/PXmolIiACIiACIiACIiACIiACIiAC3SYgfyIgAiIgAiIgAiIgAiIwFAQiQlan2NtEPuLw5y/fhnysQOZH4XwTzpkVcOitpBZqDi98XAP7L61QxcvgoslUCypvKtnNbCi4b4VF8My4AnCBe8r9ZO6qh9B0e3GPB+f44FdPxNnnjmDbiUBlJMJzrPMFzxrgAThHA2/g46mFhRVSOWqhkzMvVPq9ZMF22tJ4O/u6UDa2S6dQ/QgE1C0CIiACIiACIiACIiACIiACIiACIjD8BLRCERABERABERABERgeApTOYhVwdTzkiQ1c6yasJ7FtlqpbTu0uB5DRStnIsbThZCJWh5NQD3jVc2fw8x/Poprb17/tWcq8vHc8oGLfE4goNznd/Uz6sjcb2Y873KfAe790HM555RjGd3MZdqwo/CJ958t6ygsrrNmWOx/Lta3ZYbcHJghrdWqDO63zOWvvrFt5mTZrWsUMuT0pEwERWBsBjRIBERABERABERABERABERABERABERh+AlqhCIiACIiACAwVgUChLrpZXOMGHg99wiR8RunMmXpkojDgqBYxJUnYcvZiQ5e5bjuIgaUC538w4PwPZRQJHUK9Qi3QsQwaZUQbHxhlLChGB1pkLKUhxUkX6StRi6zTrF12zAlERwnXce88GrGGrNpAwT283i0bePX7d+Kc87bjlKsxKg/2MXc0+wcG0f6hwQgr9o8NUiPL7cTBqWh5p7GRvm20WWeP1dnbP4lxlsEUZWZ3azOzsplrwv4hBlAD0KAFWjuxzHcApJuAWrVBX4EO6nziIDC7D7jkwoAL/hu44IfAD77WbFmDeQPf/OwM/pNmnNpelYuACIiACKxKQJ0iIAIiIAIiIAIiIAIiIAIiIAIiIALDT0ArFAEREIFhJOAwMprhnBdPYHw71+dpKfVIQjO3juqViVzB48IfZfjbF++nqEvBGRQBsznOTlEriboszudWXs2SYw6wnJnS5hBIorztH1CpRJx0hRpe+neTeA0F/mvf1KMyCnCzkbbVoeOyiplnmxnSEAzDZefdLK2FArfhsVegbaCQC4q/gesPfAfMmlVc+tsMP/mvOr7y8Rl87J0zePvLpnHen87gLx5Tw1PvfQiPu8ss7nejS3CXa+6n7cH9bjKNs255CI+/xzQef89ZPPOsZmkPq+OZD6vhBY+LeOHjkfCnUHQTAREQAREQARFYhYC6REAEREAEREAEREAEREAEREAEREAEhp+AVigCQ0igKApkeYH7PCLDH92UqlTWPAar5DwmdsUKCmq9f/GUi1HM7kagIJyFMfg4CkQKgNExp7Ui8vZYq6ysvwk4X8euk6dx9rM83nH+DtzyXozXtpLt0UROVtsWy2XiAAAQAElEQVRptW21R9rjcATZ0i0MPPYlW8RqxthDkwNiQCwaPNcUfE38Zfbbnwd8/RMR73vdIbzmWRRtH1TD4+/cwJ2vfiEeevO9eNq9m3jJU5p43Qs83vd34zj/g+P4xmcr+Ol/VfDr/yswddkoitoocuxEYJ6FCWQY5XtUgQsVwMTkgu9UcwKOhsY4o4EuERABERABERABERCB1QioTwREQAREQAREQAREQAREQAREQAREYPgJDN0KTVzloirVHCeemuHR52SsmYRGcYolJImIImwqd+tGAWzeFZWvwuNV5+7HxRdsB1xkokjlZ4H8AOtUx9gGXX1KIDIuM2ZM3C0K+NQaXYGQTeH/3W8Ob/noBB7ydJ6kcQ6wRFG/deysdri5hSbzbGYtHc1WXdZsbDsGKy87qCuN5t1sDc5smJkFxuN+8a8zfP2TAR988yz+ioLu4+8+hbtf92KcfdeDeMlTa3j7eaM4/0Pj+MF/jOFXPxpFmLsCYnM3YjFCsPZ1vJGIcC7QmKMCV+yg7YQLo3D2E9qR7/G85QwyYzuNJcfn0DLPupIIiIAIiIAIiIAIiIAIiMDyBNQqAiIgAiIgAiIgAiIgAiIgAiIgAoNLgGpcM1yGZ7+6gZEdtozIW4W2UgordRy5nQIY7Kvf5IKVMIYvfLSBz/xrQFEbh33dW4pSvBfziiEwLwKb+NU2HOtL8y0iYOekZTxDgdZoBEQfcPlr7cNrPziJc1+/A8ddiQ+5Ud6YMo73BRxyOI6josnGdBjYVtYKtrRT505bmacijWv3L83pfb6pszzfuOGCxWpfx3candpkZhYkq3bE7decpy4BvvmZGt79qmk8+6wa7n+DBh5+67148ZPq+IdXVPHlT+QUeSfQmD4JocGXrzkCjyyByOxlcA7OmYF5hiyOIqPI61GFM4bJPDikwxw6r9THBufRGmNrMMoF54IuERABERABERABERABERABERCBwwmoRQREQAREQAREQAREQAREQAQGl0C07zVdE/c6awTXu3mVCzEVixmFJbuvbCYima084vAe+s5aXxYnjcrh0l8Drzj3MqDYCfa2HikA+3oxyVPW2rZWN9LD7YryTSHQ3hM7A9wPxz3LpjG26zKc/Zwm/uGTx+M6N2OfK4NjyU4aLXKf7dmyff6+pMnGL2maH7pawZ4xa49Zr5/284tzq1FFtXcjfWWb85yasT1y1hDxu/8DPv7uA3j1n8/grFscwIPPnMXzHtvEO//W4ZtfamLfpU2e6knEMMJn7X3L+LD5dDzVjmUmuuI9JRNv2ZHKC7fWuIWGNZbMMc0eb5nNvMaHNUwEREAEREAEREAEREAEREAEREAEtggBLVMEREAEREAEREAEREAEBo4ABaD5mFnO57Dz1H14wrmTKIWmljKEXlz0bX+LNFYAFxFmMrzk6dNozo7BBc/pGQ/lQaSLY1O+wi2y32yFbjX3mgD5c8cK10Dgf4XfixvfxuMd55+Ihz2tgrzi4D3FUZSXZ1aa41Mmejq2mDFbktqtdhrmuxZV5lsPK9izZp0da3y085HDy8lJk6JtneJtA6DYC65k78XA+R/aj1c84xAeeuYBPPpO+/H651dx/gdHcNlvdiDUx5C7cWRxHCM5c5fD8dx6mv0Ks6ffZADbac7DOeODdLlWf8ZFmbEbR2PJCW/pGd6cGTK4lnnoWjMBDRQBERABERABERABERABERABERABERh+AlqhCIiACIiACIiACAweAapJ9ru0lH8s9si82Qx48vMnMbaLLQGI9iUji71JEfAUz1wdaDq863Uz+NkPxiiQbWd7Ey6bBuxL0nkRGLr6jgD3sBWTlRwq2HnSITz3FbvxN+8YwQlXsNaWrGjF1ti1Zq5jYGe5o/moi6v7sSDNOt1a3ayjzapFhliv4r++HPHWl87g7DtM4YGnT+G8Z43is/9axZ7fT/Bc29/hHeOLlCGdZQrkcE2W7eVyfOM8zaG82nlZ24y734xJNacIDCABhSwCIiACIiACIiACIiACIiACIiACIjD8BLRCERABERABERhcAhRYAwXWEB0Cpagz71jH7e81Uq4ni3DOsbesrnw32ahtK49a1BNZ45wIOcWxKv7nGwHve1OOULBaBHjO6+IoK+aXY+eTiWRtm29E+blkhK5jSYC8/Szs7DhuY9Pvxy3uXMOb/nUn7nRWBj/ikec8P+3tshxLL2ukH1hu5jmAZkWWLDNjSxrBpjJZY1la3N5qS40dY+z5tnU0t0e3cgqzqLNsZgcxsGxtM8wZIxNfEszsAz71gYN46VOncf8bF3jmWXP48D+O4ML/m+AxnEQs+P7ECkPIWOdDMbJM43mPgTxodAh2wjmXDK3L/sHFYuMrwOeZUFpk3k1r+y99GqNWKMpEQAREQASWJ6BWERABERABERABERABERABERABERCB4SegFYqACIjAIBNwVH+qKL9IBJAfxDP/cjdzD7ALFKzQ0yvCvgA+eGnEy59VQ2gyFrBtfk7HUttYnE/WNl9RYTMJUOhENoOx7ZfiOa+cwEv/YRInXnlxQJu5Wza32eKIVqrx3Ke/5TsChIxmdY6NI5i6xONj75rCcx61H/e+ye/wmueO4aufDjhIMTj32+BDBT5yPIeXibMu+/6wPb1c5aiFu7Uv1JYvrWXM8k+utbVzBWt9RuNEQAREQAREYOsQ0EpFQAREQAREQAREQAREQAREQAREQASGn4BWKALDQCCJVhRds4N47J9O4vgrtRbl6ohuLytxWbmKHV1IFLSKKt7w4n249DcjyFg93KlJUtbRaYePUkuvCMRVHTeaU7jFnZp45/kn4K4PpnDaHu3t69l25Ui57fHKY2znV+5dvceeNVtxlC2v0zgwtkKfOQh87kNzeP6jZvGAM/bjjX8xhv/64ja4+olwoQkUo8id47ldmMFKZp4+V18VWlcaDZhYbNZqXcisv20Lrd0rtX2X+dpi7t7s8iQCIiACIiACIiACA0NAgYqACIiACIiACIiACIiACIiACIiACAw/gWFZYflrtB4nXTHiQU+g/OOoXKGJiCqXOEHrUTK9iVN96aM1fOGjFA5NMMxaP7V72JQ2uG2HdaqhZwS4QTwJVCc5g5VZ4jaYPhrsp8Ozg3jqi8bx0r/fjp2nsp994BFKj2CazxS0fkiMbdkwOtqtGDxiLcN/fSngRU84hPveZC9e/owqvvW5bXDNnXDp6+CMeaVlOb3yGVs3SymZH7NUWbiZtmu20GIlG9gye+/MrPkw65zgsM4uNJj/0mz7uuBQLkRABERABERABERABERgqAhoMSIgAiIgAiIgAiIgAiIgAiIgAiIwMARMyMsywOUFnvbCCVQmTIwyIShPX/26JAJb3UZanxk2cDX5LM3chIgDlwKvf1GAd1W2M9nPCTMrk83bNraYembGYh+kLRKC8edS3RyCbyDwVIQYqO/WceXrXYa3fXIHHvikMaASwS4ga+UevCZpPFy8b24KnJ5njtFTvmbZ6jSuA2iwbiniV/8DvPnFh3C/mzbw3LNr+MZnRhDrO+BchkixGzaeZktz6ZGMIrBnX+nVmsys36xTy+Vs1rXEyArL2ZJhx7hqsR/jKTWdCIiACIiACIiACIiACIiACPQzAcUmAiIgAiIgAiIgAiIgAiIgAoNHoN4MuNmdarj5XSj6OjcvSZUrManL5CuzsgVJSOust9vXkmccVD5bcN7XvWgfpvab5MR2+ynqyBw2J4el1FlODbodawJpT7hHJr5Tr2wUc7jvYwLe9NETcYXrHADsy+1lY3LLth7bRgYM+wrZYjERuFZOX3A9Zo0qzn9fDU+//1487l578K/vzNN5tL9FHe1vAC86i+Wj5d3u5hPz74t9SW+IrGc5s/7y5C/Xa20Wa9usvjlGMpszsWYVAREQAREQAREQAREQAREQAREQgb4joIBEQAREQAREQAREQAREYGAImMjUDjagMvkbPPl520olq9S0lshe1mjWfmYjOQXmIodN8LVPRHzlE+BVoQEmkJUCms3VNnaVjYB9UmlmdTPo6g2BzvPBfaHAG4pRxFjFzpMb+Mu35Xj6S8dQHXXI/UhHCB171tF6WNHcmx3W0YsGiymjY5Neee4i11H3uOgC4B9fMYX73XAWr3jWHP73P8fhiuMQg+cx49iCFiJijEh/yzfF6+nHsx/zhtZls1gxDbPCStYeuFJ/H7T7Poih70NQgCIgAiIgAiIgAiIgAiIgAiIgAiIgAsNPQCsUAREQAREQAREQgcEhYBJVAVBAjTEAvo5HPHUXTro8V+BoTK2Mpd4kB4+De4A3vWwWeV6lFmwzmuzkEdkHtpQGXcecQOt8zM9rdRqF96vfaC9e/8EKbnN3CvamqSJw1BjN9o5ZXyXG3I7HvixnORYe3/t6gb98ah2PvNMf8N6/q2DqgEPmJyhkj/Gd4Dqc/SQ0z2OZsJaLQ+eHdZbnG9sFC8msXe/TnBT6NDKFJQL9QUBRiIAIiIAIiIAIiIAIiIAIiIAIiIAIDD8BrVAEREAEREAEBo+AiVwU9Fw2S+G3jgc+ZhucXypdmbhnS7PcVCvrb5tJRGbWvwaj3kxllwPpK0bEJvD6F05j78VjCI0Jdjkau5cmitSpibGmvH2zulm7rry7BIytfY5Nr8HOij+Eu/9xDW/6l9049arcQ/s7v0n87TwDdjb4wFqSDTVby9i1jLHjmeLhYCvzjAEzFHSZqOc2Z4HPfqCOJ9/zAJ7zkICvfJJnsL4LGSrwIYcLXIcDHJ/zYQyegnHGXrawzA44BFpkv5n9BeS2WR32pTDN0ayM1tU+vlb1vJVW+gP9rW7YtMvi3LTJNbEIiIAI9DcBRScCIiACIiACIiACIiACIiACIiACIjD8BLRCERABERhQArHCwE2IyvDE545hdNwhy3GEa72yEBW5bK7lO1CRixTgCnzx42y3r30d1WAr2gjLzaws2zwCFECR1QAKv/CzOOcvx3HOy6qAnRE3r+ZvXnzzM9thocLr7HzxbFm7ideuDhQTCMy++LE5PObOU3j1uTX84r/HKfLa2fc8ec5G08o8mHjLGlYVZtGly+Zczbo0zTrd+HU+p8dEQAREQAREYLgJaHUiIAIiIAIiIAIiIAIiIAIiIAIiIALDT0ArFIGBJWDCUwZQJLviNS/Fbe5ZhTNhz7Q0LL1aotrS5qOq23yjAF3F2MDsfo83vGQGuQ/IKP66kFOMA4U5LFz26aTZQotKx4yAg3P2U9w17D55Gm/8yDju8ccVOE9Z0AExssz+YxbOqhNZQBUg8HxFO8Q8ZE2HxsERfOTtU3j4rWr4q6cXuOiXE2jWdsEzdjtoWeD5p8jtg7NqawbXyi2LvMWOPlYt2Zk0s/ISI50lLYNbHaa1DO4uKHIREAEREAEREIG+IqBgREAEREAEREAEREAEREAEREAEREAEhp/AoK8wOofgp/HnLz8VaKs9rnNVFNI6q6m8gS21cgAAEABJREFUXFvqOMItsn8ONo/DKP7h1XtxYC/giu2IbgaAfVEKOJRXOy9ruh8bArZHCzM1UcN1b17DP3zqZFzjxtwROyNmWRPcOGzuZbGataKwL35TsYEw5/Gv75jCI+4whTf/5Sh+/6uMx26CZ8sD9oj9nLVrIrryLEcuzSw9bv9CIRVsYNtSQ+vGNpvLrNUyrBlpDevStC4REAEREAEREAEREAEROGoCekAEREAEREAEREAEREAEREAEREAE+pqAyV6BoldAHbe7RwXXuAmlHl/H4Z86sp3SGQ4zrPOiP+pn//cdh4+9x3O6CUQT3IptFOdc8ml3z5LlzBaSKXRmCy2bXRqy+bkxbpYCqUO90UT0NdzvUQ2c964TMHl8hHMVwEeAoqnjeXCOZbSvdKJYaecs9iLZlGZ2ZkAROv2jgQZiYLyhxjzisx/weNgtL8ObXuSw57ejKJoeldzBxQDH0+Z5h30lHDPAyrToHMA82JpcAcsDwNwhcK2RfawyxVQD/ZTGpiFOfojXpqWJgAiIgAiIgAiIgAiIgAiIwFEQ0FAREAEREAEREAEREAEREAERGBQCEdWJWTzpeZOAdwy6Sou0QLPcjMWuJc4ROQfdn/f8KWRuHDG252BfmoedlNxS0W5JkGuPsQZZbwlwf3wD4zumcPafezztr7chHw3UOrk/FH6RBNd2BKvJg3ymcx/bj3QjZyilG86fhNwcsZnhC//q8Me324PznlvHwUuOo+A7zmEcw3v5SOc5shbPCDOa5YD9gwgkYZcPWG5nz4rLmvlq27IDhqKxpDcUS9EiREAEREAEREAEREAEREAEREAERGCdBPSYCIiACIiACIiACIiACPQ9AROtTOayvIF7n1XF8VeotaK2NpN8zEwgM2t1dSujy/e/qYFf/cShaFBshH2FafOZIX1nySEU71i2cKDr2BFwlD0zjOy4GC968yTu97gciNwN+5u/aXvsxra0S1Y2wzG8KCo7+5lw5tHmzhBDwA++XuBPHzSFVz53Fpf86jjE+hiKJuCdR85Yc/j5/5Zqup5nzAwch3Q53s2YrZLMj9kqQ4aiyygPxUJ6sQj5FAEREAEREAEREAEREAEREAEREAERGH4CWqEIiIAIiIAIiIAI9D8Bql2geIYI++B32w6PP36qfSU50grd/g6vjWlVu5rRL9MlvwLe8bezQDEJeBOe2bjMPG6ZNjX1gkAHf9fAzlMuwmv+6VTc7I4ZRsYd4E1wBS+OC8w2NTnObvFERAq8f7iwwMufXsMzHrYX//udUdRmxoCQAZ6BZjxbjjnPOpLx0TUnt+aRwz5QAvCw77DWt14Cek4EREAEREAEREAEREAEREAEREAERGD4CWiFIiACIiACIjA4BByVMwpiPq/hUX8CbDuOoVPbYxMLE8xckohNOjNj4waSeaDRf9GcQywi3nreZajPMQa22Q/v2k9AF5GCHi2wrbSIEAOsb9Hk9sml2aJGVdZPgMDtJ52jQ6UacIWrz+Kt/3YKrnbjjJoppb/0d3EttxkoirJoJcx/LQte1riacci6E8+OPdsKE4wzFlXUpjw+8HdzeNT/uwyf/1hGjfp4eFSQuwqi/WfjAss8U5FrMAOvyCWYsQg7c2btT809n/PsLA0oc1fm4DV/7pxVEOf9Wp1NQ5r8kK5LyxIBERCBDRDQoyIgAiIgAiIgAiIgAiIgAiIgAiIgAsNPQCsUAREQgUEjYIKVx7Zdc7j3IytYpOWBuh+te8nkIzMgy8bwH5+p4yufitTcJkH9DAgjoJLWMZ3rKK9WjKt1qu9oCPhZ2JfY1z5jH17/wR3YfYrn/tCBfSLODHDY3IsisImv3qJo4uvnz+AJ92jg7a+uI9S2s5FneD5GxsqEdDys0DYOW1ey55d70Nrbtlz/8LQl7MOzHK1EBERABERABDZIQI+LgAiIgAiIgAiIgAiIgAiIgAiIgAgMPwGtUAQGjoBD0QR85RAe+ZQJ+FGKf71eQ/mLvQh14O9f3oSrHY88q1Kyo0oXffmFZXSA2XKxWLvZfB+fQ9vmG1VYJ4EQIm52+4jz3nk8JnbRCbcCGfO+SJQfeUbA/b/k1wEvePQsXvz4DL/7ZYQrxoGC5yiCZwnzl2edT7XqLonZph+3GlJGSRk2xiw1LLo51trG4hZPyzPa4lC0fBEQAREQAREQga1JQKsWAREQAREQAREQAREQAREQAREQAREYfgKDusK8OoITrlDDPR5RBdwYDUgKmmleQCqidbWaWrV1Zi0F6SPvOITf/LKJmE3TkUlw9M60rELHEdT8TPfDSv3QtUECppTO4a4PmsCL3jwCjHJfbD826HV9jzOWRQ+26sxCDfjgW2bw2LscxHe/FuEc1WlvsdbLJ2KZpXtnOTWs97ZpINYbcM+ea72+PfMvxyIgAiIgAiIgAiIgAiIwCAQUowiIgAiIgAiIgAiIgAiIgAiIgAj0LQGTXQNm8cin74Cn/hvZEF2k0MoCozb9zKQvMxN+LGfz+pI5SxYxtQd452sqyNw2+GI8abqlU5s3DYKD5dbqEFhDMvCydhrjZIXJomobq5uTBndWU9aDQz42hwc9EXjWqzPkk7Yc+8cAxtnKR7JwpAFr7+eUwBy46UhHINVN3I342feAp963iTf99TRq05Nozm2HjzmyYhdPxxics1NaTrX4y9+yze623LZZ3WzhKavJViMgVqvRUZ8IiIAIiIAIiIAIiIAIiMAWIKAlioAIiIAIiIAIiIAIiIAIiEC/E2jiytcqcOu7VUANMFlEgFlo5d1dAdU838RbXjGLuVlP4dfTvaNZziz9EC/HMIJS/bM2M4rAHBbm29tjrM+MnZbJ1kcgn8JZTwEe/9xxIKMLiuvROUTH8pqTicBma35gmYHcVzfDdp4Hm9u1/DVH8K5X1vGUB+7Fz39cQ+ZMoY5w7X6kwXyulWIrP2bZ1pmIO7N1FquVioAIiIAIiIAIiIAIiIAIiIAIiMAiAqqIgAiIgAiIgAiIgAiIQB8TiDGiKAr4PODsc8Ywuo3BUkOzDyhdEmEXyzzsKvXYjQprVBR/+b0KPv2hOXjGQIkRSy9qjxSGl7a26xZJp7XbmdP3USqWfGirp4imO4hH/sk4HvGnFH9z8rANsIwCsHPGmpVjljhfYBxxhDM2eeY8fvF94Al3n8M//a1HmKPw2xhBFjKe0oKyr30ZXHDsysmW02krjWyPWalf7SUBX2a6dxJQWQREQAREQAREQAREQAREQAREQAREYPgJaIUiIAIiIAIiIAIi0O8ETNczEfi0q47gzDtTdGPyNBNkIxZUXjZ1YSmtrzgp+Jrr173kICq5CXz07ky8W5hv1cnmh/E5Sn+rjlXnGggQqJ/GU54/jrOeSlkvrwHzX9Ti2F0MY2EyVmx7eVBCI09/6/cZD5vGL3/CxlChIJxx5xlrpCXFlufHco5f8KFSLwmQfC/dy7cIDBwBBSwCIiACIiACIiACIiACIiACIiACIjD8BLRCERABERABEeh/AvalrKvDZw2c/ZwGkFF0Y9QuWQETeErzpdjG9pTKAal4dDc+WE6Br3+6gf/5bgWN+jiKmNM8Cop3Be9ti1Sn29aex7PQNhaXTyYEmi3fq9Y2gcj9CA6+sh9Pfv4YHvikDNk4eNnnv8xaJ8C2zKR7Mytbz8rm2dU2Fo82pQnsdoAiL3DJBQ7nPOQQ3v6KEdQOjVGXriDzEZmzORi/xdgcRSzGEAN4egKtPEGe58lGtUOw5XZau31p3h6ztF31xQQ62S7uUU0EREAEthwBLVgEREAEREAEREAEREAEREAEREAERGD4CWiFIiACIjAYBKLpbK7AtW7occYdKgy6oLVTL+QdCnYUnOszDm89by8Q7OtfzpcUt5Xm4zMcotRtAtx8R9G/chmedO4E7vfEDKCwiiScu0WTceR8vbM839itAs8ieD4Azh924OufKvC4e+/DD7/dQIOh2nllD0Bhl7dWspa2rXSGWkOVdZWAaHcVp5yJgAiIgAgMLAEFLgIiIAIiIAIiIAIiIAIiIAIiIAIiMPwEtEIRGBgCEdHXEIPHg5/YBHKaCW/z8Zuo5lkzY9aNZOphqODfP3AQF12wg1qjpy04Nv2x0xZ6VOoFgXqxH4/+02247+MoxDvbHM9pyu9mAzwCa2bMjkkKBaeJVcwdBF717Bm88IkHMH3ZDmSNXfAhwtmAEGChluZYdnxocfLRwQyLzjN0dZmAnZYuu5Q7ERABERABERABERgsAopWBERABERABERABERABERABERABERg+AkM2gqzSsDlrz6LM24/ydCXyjmHC2sctLEU+XjD4Z/eOE1xcYYVa2CWUmc5NejWEwLGmeZn8PjnTOBhz6gA+SHAvgZe9GUtlr16cCoA+7SXc3uf4Xc/L/CnZ/0en/lQDjR3MwYPOIq+GVVh2NUZAdfB56z1cOscd3ivWjZOgDuzcSfyIAIiIAIiIAIiIAIiIAIDSkBhi4AIiIAIiIAIiIAIiIAIiIAIiEBfEQiMJtjXkaGCez2sgsq4fXrJRmszTc2K3TTzSQuhgbe/ZhaH9pwAX1DcM42O4p59a+qTkMdBnLf8upOFwUoDEK3xLZCPzeERTx/Dw2nwgQLsBK0KONsQZgBM3FvOHPu6miIQCovB4csfr+FpD96DX/zX8Qi1EcA3AWfGQcV2uJjRHCLjjA7M47whXQ768hfH7LLzccwm00QiIAIiIAIiIAIiIAIiIAIi0D8EFIkIiIAIiIAIiIAIiIAIiIAI9CkBCq8TJ1yGe5+1DS4z+dXkHKpqTL2K+MCeCv7t3RTzYNbgNCY8W7ltbFLqEQEyTmJqgfs9yuERz8yAjMKrzeYc2uIvjuWVpo9wIcO7XlXDi55cw9SlJwCuDsq8oMSbjNExt3vbWE1nKLLQNhZTsjGpcIxvW286+z/G1lu1ViwCIiACIiACIiACIiACIiACIrC1CWj1IiACIiACIiACIiACItB3BEwsAxyVG+cbeOTTJuHt61/n4CgIs6fU3NDdK4QCMUS8/+/mUJtpAgUDaFbS15o+heTShPblrxXKrzsBq5tB1/oIGMj5J8mY2G9/rxE8/vljAPVfeIdk82OOfWF6P3Duo2bwrr9tIHcVgGfFxUm4rIYcDnn08Mztvjg6x2qnsdpKjus2a1WV9YiA75HfgXSroEVABERABERABERABERABERABERABIafgFYoAiIgAiIgAiIgAv1HwJRWGsWxoogYn3S451kT8FkG59gO+xo3AKapoZtXTHMcotD30ffOIDa303lrkpixLBmJEHqfXB2n334WzzqP7DcNuZ2z1lJZ/MOFEU+8x0H811dHUMkmgTjKzoj0bxECyzyrbFglcS3dP7CrzKeuTgKbdow6g1BZBPqAgEIQAREQAREQAREQAREQAREQAREQAREYfgJaoQiIgAiIgAj0KYFSLAuMrpp73POPa8hHWGGi5AYzFinC8fxJfF8AABAASURBVB5psJFmVl6vNflggTAX8a7z6oj1cdgXnukHp5PozG4ml4Q+h+gsRja0UmTVrFVVtk4CRRFwjRvX8dK37kA+HhEjN5hsAZPwbDe4LfRtu80elnqRzPMsHTdR1AO+8/kGzr7zNPb8ZhsnZwzNCG9DUEHIIoKLPA9s55mIycB6aXSyaorp2eRs1XHq3BgBOz0b86CnRUAERGDgCWgBIiACIiACIiACIiACIiACIiACIiACw09AKxQBERCBPicQKdlQF/Oje3H/R2zH4o8ncyRB0AXm7cTx7eJR55wIDSBk+N0vHc7/SAFEm8McObsBFOowf7Xa5usqdIdAwOWuMou/fNM2ZJXILY/grRSBUV5sKQu8d5ZZ7WKy/R2DnYd/f3fE8x83i8bsJBoUgxnMwjyR45gWGhZVFppV2nQCG/m/w6YHrwBEQAREQAREYMME5EAEREAEREAEREAEREAEREAEREAERGD4CWiFIjAoBHyBuz+4gt2Xb8KEQPAyic2MxTK5ThG4bDr6u3mk4McH3/eWOuamrGxtbGgl03/N0A4E1AfTELu1jY1KayBwuHQbKMDvPmUKr3z3OHZeji68Q6QhfVHrYLtsxp5jkkId+PuXTeENL5lDrI8hFgEZ43Hgf/GYhKBJukjAd9GXXImACIiACIiACIjAQBFQsCIgAiIgAiIgAiIgAiIgAiIgAiIgAsNPYDBWGBF8HTGfxj3OmkBMP//b28hDI+L3P3P4yvn7keVuyWSm+JktaZ6vLh0/36HCYQSMY9vQ+qA2YmJHgRe+fjtOvhof8KU5tzrX1XvpY83J4ukYXAAvfWoNH/p7BlKMM8gKO8vZ7KNfMzaAWjB0DQYB7uRgBKooRUAEREAEREAEREAERKCLBORKBERABERABERABERABERABERABPqGQKCyFqiy3fpuwGnXDpR/Kd/EwPjMmNn3oNHaWE45yyxuJHmKvu99ywxqUyci2AfHFB+do+hnrmnl32oNsLycx8EzRjBWDM7VR5EWSfwtyNBVZ/H811ZwrZsRNA7CtrcdKHcA1rqcWV973FHnkU+YpckarDDxeE3vBZ551jS+/EmHojnBGB0CJ2IXnLMoOI7J2pgpDQiBhZ0bkIAVpgiIgAiIgAiIgAiIgAiIgAhsjICeFgEREAEREAEREAEREAEREIF+IxDhK/b17zgicopwjM+ZWhdYMGOWUpdkHbq+6JfAl8+fBij2JcNKFwfPd9ng+YoKayJAZibaFxVidqiMHsKj/mQEZ9wlg8upvGME8MWaPG14kGt7yMCDhj0XRTz9oRfjv7/lKTozDkbYHmFFE33t9Fk+3z5Qha0bbJf+T7F1AWrlIiACIiACIiACIiACIiACIiACA0RAoYqACIiACIiACIiACIhAPxJwAVe5dgOn3zY33Q3lh5edwmv3go4xIhQBH3v3IdSndsLFBsVAk/nWNoezL1hpaxu91Ue19tCE1wq5c59vfTePh/0p5Tl/kHDIHhlzE4DNWOxJ4v468888eMRmhj2/BZ7x4Blc+JPjEBpjPAegCExjyJ5mAnEKxaW7bgNGgCdswCLuQbhyKQIiIAIiIAIiIAIiIAIiIAIiIAIiMPwEtEIREAEREAEREAER6B8CnQoby66BO917Ao2miXSMsoeiW4wB+/ZGfPTddQrN9gUq5+eUSPJfKujWDQJJJG/tJ/1FNHG9M6fx538zTtTTbNlOq9IoyiYRuJeSneM8FksEtx+/+WUd55y1HxddMAGECtK/OkDHZcOtakdjObM+WV8T6OVp6uuFKzgRaBFQJgIiIAIiIAIiIAIiIAIiIAIiIAIiMPwEtEIREAEREAER6CMCpaIWXIHgWM7rGN85jfs9dhyVSgaT6Ypo4ea8mZmUQzNRrtPYe1TJHNOvo9j8kbc20KiNIzYo/rXUPxOGC0TOXxpSe3tCzF+RMZvNN6iwMgFHcTfY39QNOPlKNZz72m0Y2cGNcKN8hpuRRHcTgbm/bAH5L1hq2PjNpqEYHZo8SyHDnguBZz50Dhf9ahKOe4nIAWZWptmZDIzDIlrNNh6YPPSSgO1dL/3LtwiIgAj0MQGFJgIiIAIiIAIiIAIiIAIiIAIiIAIiMPwEtEIREAER6DcCLVGVAjBMbg0juPP9M+TUARvUBinH9SbgpAhFTO8dxYffuZ86IwVBOM6VOpgvN7P1s0vp6AhQcCVgpgzIp2iX4nnnTeDEK6JsgwnvLKfUY8Yt9z7z+PkPAp52/yYO7OXE0fO2JC13BJYMUXUwCCyzu4MRuKIUAREQAREQgQ0R0MMiIAIiIAIiIAIiIAIiIAIiIAIiIALDT0ArFIF+JhApArqA4A7gAY/ZmSKlRgdP5ca1RLvU2K2bCc4x4BPvOYSseSJ8zOAoVJbWrUnkhwovwH2Fn2XeRCT3P/urSVzrDIeIkLpZwELBNtuU16XGIV1IMUQUjSZ++NUmnv3ovdj/Bwr/c9uR9r3Dv+f0PHrpm2TLO7pUHEAC2sMB3DSFLAIiIAIiIAIisDECeloEREAEREAEREAEREAEREAEREAERGD4CfT3Ch31v4zmcOZtx3DSFeaQPsZlM3p12RefwePf3hsw1zjIWSIilebSWFXaOIFoG0glFRRdY47g67jzA4C7nzXBvaZ78qfyjrTXx0pqZTiXXFTgxU/fh6n9FKH9DOALoAwC6eKYlOs2NAT80KxECxEBERABERABERABERCBIxPQCBEQAREQAREQAREQAREQAREQARHoCwKU4uB8E/f+Y49Q2N+E7VFYJu7RYuHw8XcFXPLbMZj2F+xmgqUZy8E5DNG1CUsJIEYE3oKfQ6DY+0fXHsVTX7wT8BExb6YcYJ4MHZfJdWYdTRssFkVIovNv/g/4k/s3cHDPbsTGbrjA/UdG7zwUvHtmnTM71s3YpTTABDr3dICXodBFQAREQAREQAREQAREQARE4EgE1C8CIiACIiACIiACIiACIiAC/UOgSUF2+3GzOOO2FeRVx8CCSYcdOYvdTAH4tw8cQqQwiTiBSKEvcNpk3ZxnK/oyET2aqErI9mVvMYGxnVP4q7dXMbbddFiCBoEn4dfG+Z5TyjKPS39f4PlPnMLeiyc5n81rcdAsFLakkCwfOtOCen/CxFgEREAEREAEREAEREAEREAEREAENpuA5hcBERABERABERABERCBTSXQVtwsiHa5iTs/IIOrss3UWGaU5kw+pBDMSjcTp/zGZ+u48KcO3gW4kMM5mw2ta6HsKWaaAQtt0LUKAcJ1BQiVSq9HnjPL9+CFr92O4y4HOCpxzkc452gZen1FnqVQBPz2ZwXOedhluOSCbQDDO9K89tWvWXuclc3adeWDRYDHbrAC7ma08iUCIiACIiACIiACIiACIiACIiACIjD8BLRCERABERABERABEdhcApHTt82lckTAyPgsHvDInVQL2WSf4cL6WO5aCvTUpH/OzfTRd9dQr1GAdA3A19i3WnKrdapvEQFjRfOzZM3kpvCgx+zAmXfNEGwLyB5pb4+NJBdDxL5LI849ez8u+dUONAvOnjM2fe6LrXQdm9O2lYhqrYNCQHGKgAiIgAiIgAiIgAiIgAiIgAiIgAgMPwGtUAREQAREQAT6iICj7Asa8/wQbniLHMedyvCyBiL1w3SLlG3axq6NJVMfqf7R+S9/AHz/awFVPwLvMnjktFgaBUoPljnO05DESug6KgLcwDCO4COufM2AJ76gCsPoqbcbUiIGSJs3YNX99RzSNhaPJgUOLoCi5vDCs6dw0S92oGiMIGMAvhiFZ84R86k9i2NwZta9nM0/oMJAEbD9HaiAFawIiIAIbJyAPIiACIiACIiACIiACIiACIiACIiACAw/Aa1QBERABPqFgKPo11ICnal0lGaKCTzwsTng7QvdCnNr73K8kXMmFRL4+AcOMIYRTuCYt9op+rJhSWL/khZV10jAvuLO9uHFb9gBxy3tfIoaa2e1N2VuXbMOPPfsi/HzH05wn3OKvu2p2NkuKt8SBPh/mS2xTi1SBERABERABEoCuouACIiACIiACIiACIiACIiACIiACAw/Aa1QBPqKAOU/VwAUf130GKEOu213DTe6FSWarAn2UqxjGUsu6zBb0rz2qqPfHIf2AJ/56CzLFT7KtvQlquXmnMKzff7JnnZy0cGsXVe+NgKuUsOzXj6JU65mez0HAqfBJPhksIv7b1lPjNv5ij87hB9+9XiERmVe/HWczIzZfJuVHcebWVk2fASW+T/K8C1SKxIBERABERABERABIyATAREQAREQAREQAREQAREQAREQAREYfgL9t0KT32h+BpGiW605hTvd1yHLQY2Qt7YKxyFsWUhWN1toOcoSJ6O8/IVPTGHm4CSC8whJijSnDvbBqhmDOEq/Gr5AwBiz5pq42R0L3PWsKkqVtS22s68zOVbaxuLGU2v+ALz9FTV8/t+qCIEVVwOc5dbfNix7RcZjtmynGgeWgATggd06BS4CIiACIiACIiACInAUBDRUBERABERABERABERABERABERABDaRAFW2MA7TX0OIuMN9R4D0Ja79HDOSGMsGWP+8YQMXNb+iQQEwZPjnt3hkGedOKh+FX04QaOX8jpOYMWulSEHarFUdtOzYxGsszVBQ1A/YcUIdz/ybUSCz6U16c6D2bpVkrKVqYM2M28NSN1IDsQF86r1NvO/NBbyvwrkKIq0t7ttemjlwVu5te1YL36xdVz5cBOwUDteKtBoREAEREAEREAEREAEREAERWERAFREQAREQAREQAREQAREQARHYbAImvjUB18DVrz2Jq1+XSqGpgmhdFOZMGGwbR7c61pnRd5Zn+M6Xa7jsEs5LsdnEPrNFHg9rWNSrykoEuF/2NTeYF3EOf/ZXo9hxkklutoPLP2R7ama9lttIy61+9GZP2s9MZ/juVxp4w1/vA8JY6cb21Lop+AbGB+YLVg7pvFscZp1tg1tW5G0CdhrbZeUiIAIiIAIiIAIiIAIiIAIiIAIiMFwEtBoREAEREAEREAEREAER6BMCAQ7RN3Gbe83Cj5hCZ7Z8cCv3LD9+udbQjPjMh5pwzUnTKSkBI1nmADOYUMiYlntWbasRKHcnuIBmnMXdHgrc/G4U9GHtjg+2jUVrMmPRkvVY3raOrnbTGnN6iqO46Fcer3hmgcahXci4nxkd5tzTnDvtWTZbo0MNGzICW1IAHrI91HJEQAREQAREQAREQAREQAREQAREQASWIaAmERABERABERABEegfAibY5bAvgO90/wmAIl1pWPbi6GXbj9wY5occ2Ffgq5+pIwYTJ8vm9fstn9+yd4qrae0pj5R6aW4OJ54yiic9l/uZ1LbV6S7Xu1xbmmfFG1Xd1BcxN9fEcx49g/2XcXLXSK0MrMyP5n70QRyNd43dJAI8FZs0s6YVgc0hoFlFQAREQAREQAREQAREQAREQAREQASGn4BWKAIiIAJNKDpxAAAQAElEQVQiIAJ9RSCYMucbOP02GU44haGZjucdnCstg4MJNm1zWO9Fx0wogPPfXwOKbaBr2Jeg5rvTr2dMZtC1NgIUf+3v6gbuWeBu+SzgmX+TY9vxfNxF3iwZ4Za1MuPf2eNZaZsNYfUoUvlEbES86AmH8Ltf2h5Xuc9jy/iwWRwc4waDiIwbdjnGSrN/KhCcNciGkYDt/jCuS2sSAREQgWUIqEkEREAEREAEREAEREAEREAEREAERGD4CWiFIiACItCPBByKUMPt72WyWy/iM7+0mMG+MkaM+Pf3ezRqOZyvg1pvadC1PgIUTYkXjsp6NGktci8L3Pg2LDMhHgsllQEwjNgE3vGqAt/7jwDvJmHqvvOMq7Uwx9yMGZOV2sZqZ7LmzrrKQ0XAjuVQLUiLEQEREAEREIFlCahRBERABERABERABERABERABERABERg+AlohSLQlwQiowoY23EQZ95xG2DKjGNTVxOdJmGSOm9w+NYXGrj411U40wyTNhhgUzqG0rauTj/szhI8W2RERo199xV+hyf9xTZkFXb4JvXfBNkGrGocvWr/yp3cOFD55TTf+EwD//SGOYSZ3YjNjMepCUfhP+0rHaScw9s5m+ZTYClZRyDtr8PZpTREBPwQrUVLEQEREAEREAEREIFlCahRBERABERABERABERABERABERABERg+An03Qrtq1AzRDgfcMatt2HHcYzSviJFg4VI62JK7iLnyvH5jxYIFAyjqYAmDPsZWNnCaVsXZ94arriHiDkaxSE89bkn4biTuWz7upoSLJK8HkH5vcNY3HBqdnjw+PUvCrz82Xs4zUirnXPGCuwnv9v7GijumrUGHJ6xH3xs3g4foZYhICABeAg2UUsQAREQAREQAREQARFYkYA6REAEREAEREAEREAEREAEREAERODYEzA1rjVroBoXQsAd7k2hzoQ3CrNAzl5T4ph1K3kTCx2m90V88d8dIsVKcC7ncpbHOYsDQ0nWER7bhyL1fhFJSJ/DjW41i9ve0/bSkavto0/yb/cDsG91zStzbtjsvhwvefIsZvZNIsvmkCaNGdgLZiivgOhKo0rMpnTgmC8kzybPattYVBpCAra/Q7gsLUkEREAEREAEREAEREAEREAEREAEREAEREAEREAEREAEREAENoMAFTbXAHwNoBjnnMeu44Fb/r8x1sGrilg45t1OJkYW+OqnZtFsUAxmGEhfp1rBwcRfK9msllvdxEOry45EgMRsP/00nv3XJwAOrWu+0KpzXKsEGF2z+YajKNhzNBPxKf7aF75v/OsD+M0v2WZeAs+S5a1AbEjgWTPxNzXzFl2kGGzxmLFhqJMWt5SABOClRFQXAREQAREQAREQAREQAREQAREYfAJagQiIgAiIgAiIgAiIgAhsGgETBSm/OArAVO4chbib3KoOXzUhzgQ8B2rC3Y/OXMcMH38v52HuHKcwY9ZOS6rtZuVrIFAvDuIRz6jgxCtxsAn8zA5P3SLM84MMsK1sOHz+o02c/8EG0Bxn6wgtQ/qSl/2+I4iYBP+OhjUUeTxhtoahGjJABDrPxQCFvb5Q9ZQIiIAIiIAIiIAIiIAIiIAIiIAIiMDwE9AKRUAEREAEREAERGDzCVAIDOMMI4Pzddzu7hOAd9TzzCjkuVn2Ub3jvVsphIjf/wL4+f8GZL79heiCd7dQLEuxzHQ/AgFyijHgcqdlePiTt8PlTThUjvBQF7rtE21u2p7fA698Hm/FNsT0qW+VzhlUh2rLYWxTEoEFAhKAF1ioNNwEtDoREAEREAEREAEREAEREAEREAEREIHhJ6AVioAIiIAIiECfEHAIyGE/yzsy2cTpd6BgR0UmUjqMyCgEjzLOLsl2ka5ihMsaOP9fDqBZt5+YBjLnqTlzUnanRIE40lzLrMcs9em2mIAJrWZszbxDgTqeeu525Kar+znAwLHdOccRlqzBypEVy82szYxN60l8tDEL/M2fzSHOXh4+VmieJ8jB2d8jNp8UgSP3HmlPQYE4MlagsDA4ErQ4HyNS2FhyRcfnaEuaVR1wAn7A41f4IiACIrAGAhoiAiIgAiIgAiIgAiIgAiIgAiIgAiIw/AS0QhEQARHoRwIBN71ljqzSKcd4RApz3Y2WCl5RwZc/mdMty67JPNKU1kWAwipc4KMRjTiFM+/QxC3uRrYmtmIEsH709ioadbznjYfwg2/NwL7uXtjNhdLKEfAMpDNm+cqj1DO8BDr/jzO8q9TKREAEREAEti4BrVwEREAEREAEREAEREAEREAEREAERGD4CWiFItC3BCJuetsCLnfp68xI6bcnoVIT/Pn3HX778xFkqMCvIFBKFForfQL1s4ArMDZexeOfM4GYH0J0dYCEkb6z5RjWFqcuEabrH30bePcb9yM0xxCDidGLZ7ItblvZ49KnvD46dCkK6BpcAjoDg7t3ilwEREAEREAEROAIBNQtAiIgAiIgAiIgAiIgAiIgAiIgAiIw/AT6d4UU7VwTt7/bOPXCAGp6vQmVc5jjT39kH7zLkwiIJFI6a5atk0CIFXAHcZ9HFrjy1TNqwZNwqLa8kTNrrUr3M0788mdfBF+cAp8VcD7jHC7FQ30XncaOjqQ974CxpYt+S69eixcBERABERABERABERhWAlqXCIiACIiACIiACIiACIiACIiACGwiAcq9fgY3u22GseOoyWaXUS6kqtfViOiP0yAyp99vfHoXrMoiJ9wy8k9abvduMYmswXRU18AJl5vDvR41DlclY9NguYtAr9hy95hsE1/73AO45FcncjaPLI7Dvuq1LjbAYmM080s2Mbhd6VVkbf/KB4eAzsLg7JUiFQEREAEREAEREAEREAERWBMBDRIBERABERABERABERABERCBzSbgkGejuOVdawDVOkcRD6beoZuXOaY/l+EHXy9wyR9mWVFaPwGTWGn2u8q2V24UDzjb48QrFqbJwprQs4vz4iAQI/7naxH//v4myyNW5YyOViYblYxNS4XgcsRWu2u9KxGQALwSGbWLgAiIgAiIgAiIgAiIgAiIgAgMHgFFLAIiIAIiIAIiIAIiIAKbTiBJdAhuCje81TaYcBjjBGAFdOsq5wAoAkePL33yEL1XUCqV3ZpjC/px5JmWHbDjpD247x9PEGkdcAXsMuqW98KKIsPMfodXPncaeTwO6cPudFuYjbov9xnJsMJl+rXZCt1q3iIEtoQAvEX2UssUAREQAREQAREQAREQAREQAREQgS1NQIsXAREQAREQAREQgU0jMP87vCbRRYqGAX907VGcemXKMNbUs8DonKrkVz83S/E347w9m2jIHROiiek058jU1fGEZ+5CPgqKrWMgXFr7nopdupngbHMDmZ/E2189hUt+l6FRFLAwDp/Exrbt8F61DBqB9l525sutobN/pfLi5/h/nsUNqonAkBHQckRABERABERABERABERABERABERABIafgFYoAiIgAiIgAptPgCKwyXkBHsEXOP329uUow4o0vxfBWS/LXUmOXnKg6fDT7zrsvXgckfOzUWndBIxpRF6p4WrXHMFdHjgCsImJWT4vrtsummEjl50JM54VoEFPTfz4WxH/8nZuaTMiy2fguJ8eGVVniwAcaQ8smI+RbXx0SeJjMFvSrGqfEQgu8v8JBYKfQ8hmEHyD9YDAOANPXDKOQcYxrs7+OSBnznL0NRT+ANzIFHx1juVp1MNB9tcQ/SwKN7Ps2aBrJREQAREYBgJagwiIgAiIgAiIgAiIgAiIgAiIgAiIwPAT0ApFQAREYLMJUJRzFPEoypQ/FewA18Tpt9pO8Q4t28Xcs1ImjigLG7mbykdHX/zkAYQQNuJJz1JwQ0syazYcHvkM8lzYLvLx4C4z71Jy9GOWnFLIL3K88a/3wnuWwxgQKozIBnCc0lARiBTukU6TbT73OHLPzebbePbQBPwMkB2gwLsfp1whxzWvX8EZt3W4+0PncNZTZvGk5+Z4xotHce6rcrz0TWN4xTtHcN67c7zqvSN4zT+PYdHxHSqCWowIiIAIiMDWJqDVi4AIiIAIiIAIiIAIiIAIiIAIiIAIDD8BrVAE+oKAYxQZYCJwtLzAjuPncM0bWjulHmaBYq1vG0BxDxu/qBNF6s7/8VkHFzjvxj1ucQ+O64+40jUO4RZ3p3xmVbYsToSOti3uObqaiX/cPMuCx0fePo2ffX8yHRY7J4iVZd15jvetc4TunCLo2igBbsoaXUQTeR3PD63ZnIXzDWSVJrK8iZNOHcEZt8nwwMfO4lkvB8XcEXzgK7vw798/Hu/+eo43fryCv3rXCP7sFTvw2Odsx4OeMoq7/XEFt71vFbe8e46b3WkUN7h1jhvcKqN5CcBr3BMNEwEREAEREAERGCACClUEREAEREAEREAEREAEREAEREAERGD4CfTXCqkWhgkKeKCoM4ub3nIcGTW89LEfu+AoEpmZAIQuXRnwsx8X+N2va3Q/KjlwQ1gjgqsh+Doec04pxCagae9Kx1YsS0hd2NBFb+mrT2Dvb4G3nVdDs1mDd/az0xSGbQY7L2bLzsPnl21X47EhwPfZJqIYn1769F5bW9sAyryLzTUReb6in8P23Q63uGOOx54T8bJ/rOL935jEe7/q8LL3eDzpRZO468NzXP+WAcddKSDbxon4rtuvgcOz7Ln39qV4+kcCbEh9Ecg4oy+YN5Oxh4OVREAEREAEREAEREAERGA4CGgVIiACIiACIiACIiACIiACIiACIrA5BIJL8zrvcdPbmBgDODY5KjEZC8452H/zWhHWeVHrafv46qemERu74CkCObZ72jq9DtpjXY2XuwWf13D164/iFncdIV4H286k73Emw+qYm3E7uY+srDeZM1r6xwHM3/rKGczNOOp7Y1j4oWl2MAqY2cbCLpu9bVaXbQ6B9t60Z+eeuBrg6skC9yvYCXGB72VAE3OoTjRxy7vN4ikvauDNn5zEP38beOk7RnDWM8Zxk9vl2HUygArFW/sVgTzAxNws50vNE8GejhQBe8npmwcGyRy7+f8W2JywKzUc9qT1yERABERABERABERABERABERgAAkoZBEQAREQAREQAREQAREQARHYRAJJd4kIRcQZt55A0mOsDT26qBP98D8n4OyLQBOgTCzs0VTD79ah0cjx8KdlCBn30JcrptyWqFpetnTxXjj87zcLfOHj08gz7mOS7Gym9qGxctva87b72vWtmm/murkH9lPvfMGjKxCj5zs/RhtFQBXws0B+KU4+bT8e8qQa3viRMXzsvyt48du24/6P34Y/uj5QHc2QVR3SlnuuxdEsWd6y6FhgshNgXYvNcS4sssX9SK6XtqkuAiIgAiIgAiIgAiIgAiIgAiIgAoNFQNGKgAiIgAiIgAiIgAiIQF8QiLjKNSvYeRKDcbTOtFTJsbpZ55i1lvncH34F/OT7tfRBoE8y5Vof1rjDCFDIu/oN6rjZ/8vZPHfncQAAEABJREFUxY2zrzlZssQapT4rYT5HF64wB7zuRbPwYRtcYwTOeTjnaDkt4wyuw1hU6hMCfPl4XkKSXzNEH+BHplHddhBXuNocHva0gDd/Yjve86VdOPu5o7jO6aDYy9AjrSO5jnIqpn/IYfueajwD5YjyXrYBVivNA0nkbeesMrVrPvWxYTiTViUCIiACIiACIiACIiACIiACIiACIjD8BLRCERABERABERABEegLAkngiTjjtjWGkyrMu53CvMPvfO0goouUhDLAvkh0810qrIVAJDBa+ilmN4eznzkG+7vN5aPsY6G8s9CVtLB3iMAn3l/DBT/JEZujSDFY46J5bHazzkY+2FlVubcEeD7KCRZzj7ZX2SHYF8A7j2/gPo+IeO37tuEfPj2Ox/z5BK52Hb6TpsU6PueaAAVjzF+sw4x9821rKdj4Tlv9GZt+9RHqFYHBJKCoRUAEREAEREAEREAEREAEREAEREAEhp+AVigCIiACIiAC/UOAWp13DdzwZhkiZVkLLNqtbexvF1NudbNUWcvNBETKOuaUxW99JUfgPNGaPOe0nLqTacHpb4OuxeUWHmN/49cMzuG0awOn324E0UfY19SeUIkT7e1p59YLjijtaODZphUU6vkMi/suAd7/9xXUGwHBFwhZAfYms5jmdUcOx3yFD6Jt1iE7NgQcp7HdsZ9ddij8IYSRi3DDM8bw/Nc38OFvj+CpL5rENW4EZCMBcBHzR8Q7OFd+0e3sQMGunDczx7wztQdYbtbZZ+X2eMvNrK3TrI1zt87Ich46R6ssAiIgAgNIQCGLgAiIgAiIgAiIgAiIgAiIgAiIgAgMPwGtUAREQAT6iQCFF0eRyE/jRjcfh0kxXY2O7kFRkoovknPWv/OfFwGxgvKS3FNyWOudAG2/ODzLCzzkceOAT991sqVXiecjuW7iX97WxO9+ewjehPsYEMtPgLmfLo3QbZMJmOhuZmfEzQHOhN1pIN+De53l8I//fjm88j0V3PZeI2zjttk/vLDz43iu0guKHl3mf22u/dqGaZQIiIAIiIAIDAgBhSkCIiACIiACIiACIiACIiACIiACIjD8BLRCEeg7Ag6Rws91bjqGbDJSEWKAzLom55kjM7oNRcD3/7OJuUO7gWBfErIx5tQvHQ3Jkg4FXasT4AZxwM6TL8Ft70G5zLGyXCqHLddzlG2mEgIHLs7xL+8KqLgxeP4HE/YpNnozevScz9HAejK2KR1jAtyAkER5B5cV2H7cNB7zZ8DHv3sCnvHKCVzpWty50QZcbu89Y+N4wDaN5Q0lnsNVn19Lv41hfKv6UacIiIAIiIAIiIAIDBABhSoCIiACIiACIiACIiACIiACIiACIjD8BPp1hc1mwI1vEagDUQjKGkAShbD4cqy2jcW1J/rEXlBjhs88vv3VQ0BzG6KJhPTnLIeutRNwRJlxeMADHr0DlYk5lo0xs5RMREuFLt0cz0Ul+XrrebOYmZ5NZTAK6NocAovemc69t3BYz+rYfnzAw540gvd8cTce/ORRjB3PdhSIoUm5l3vq60g/4Z32sdtnxuJYv/VXNOtfh54UAREQAREQAREQARHY2gS0ehEQAREQAREQAREQAREQAREQARHYNAKUfRH9NK53+iRjMOmFQhETVSIKf2xqJWtqFdeRVdMzsQl89VOjdO1onDnQa6SlXiTd2S1UMWRXd5Zj2l1ex+jkDO511hhgDFueA/uSsZ4wss5iSh3FVF/TzZzQmtSYf/G/BT7z4QYqWQ7nMjjnkbUMJkjSbO/M5jcyVWwmm71tVpdtmIBtNJnDNXgGyJb1ggLv+I46HnVODe/5co5HPa/A6HFANs73mnsR4dNWAQ6InrVAi2hfjm1mYGtp7R7Lg92OiTHaYzKPJhEBERABERABERABERABERCBHhGQWxEQAREQAREQAREQAREQARHYbAIRIxPAtW7COBwtmlhrBZY7kslEJgFZ3tG8hqL5orjsarj0YuC3v65RfvI0a1/D4xqymAAF86IZcI+HNjE6QYZuhP3Mee9MR79PnU8vLucjAf/0+hkgjALt82Hi4+JhR6gdHuMRHhiy7m4thzvrmkA2B/hZBL5JIWsgVC/FPR42jX/+6ige8WeTGN1V44QcS1GYhTI5wDkHasU0Vij4AvQQzbCGK3CMGbMeJt9D33ItAiIgAiIgAiIgAiIgAiIgAiIgAr0lIO8iIAIiIAIiIAIiIAIi0A8EXMC1bziK6nhApFhEfXHVqExSWnXAcp1JM/L43jcOUW8aTSMoP8FTjHLOLXwwyh5nxkkcjUUl7koJYQFIcPtx14dsA+yXmZ1Pop7Dwn/l+GXu5sJsma4Vmzj+1//j8Y3PRGTIkcUKc4fM9q1l3gEswjRhM8dnzLD0sk6zpe2qr5EAwfIdDXxnI0bg/CiCO4Qb33YP3v6J43HOy3ZgfKe58kAxAkR711iGPefgkMHZ19uwMs2VxhcRyViHmQ03w+ZcFvHmzNzDWeVaBERABERABERABERABERABERABERg+AlohSIgAiIgAiIgAiLQPwQCrnfTOiUiyi6uvmJYrtXTzlvVtWV0jVDBd7/egKda6JyjzuQOe9Y0J7PDOrZsg9FYsMhdAsW/m916B067ZgYkhHVQ6aMtTqlrcdPaazZlezTLb30lhft23XK2WbbINjThIk+qLCUwL5o7ngDuO0V4+8caO0+9EC984wRe+d5TccXrBricD9q7RpHYvg62s4L0rDUubJCVzDi6L5NF25eBKSgRWCcBPSYCIiACIiACIiACIiACIiACIiACIjD8BLRCERABERABEdhkAqbemTGMJA5FXONGFJVYBUK6J2HRFCKzsiU1mTDT0dTqWUtWcFDA974+itxzrhgQA+VM+9yYOWucOc6bhWXGh5TAvXINRBPNM+5PdQYPfHwFaUPAPpS7YvdOW3afrNEMa7jMNcf+7IdNfOdLAa65DS76NK1tW7Qb985y2z/L543PRdphs9hnwWaHdahhRQItkJHkG0UAKk0g24sHPGEOb//ElXC7+/AsxALOuHr2J3OAs59y98xx2OV4ZszAfJE5AJ2Gzou+5sd3tne/bDN136s8ioAIiMCmENCkIiACIiACIiACIiACIiACIiACIiACw09AKxQBERCBzSYQGUDLKCyZ5IpsCje52TioL7Iva+UsdjEVzYjf/dJj76VziBSruuh6yF2ZGkc5zDURg0fRyHHCKVXc5HYVlm3p1m+ffVq5m8YzwsRJ8c9/NwfEMZjeOz+DiY3zFRV6SsBRXk//AKCO6lgNJ13O4W/fvwNPev4kJo+P3BeP6O3L4KVR2NlY2jYYdZ74wQhUUYqACIiACIjAqgTUKQIiIAIiIAIiIAIiIAIiIAIiIAIiMPwEtEIR6AsCJgrRXJGiySsRp/3RJEZ3As5HOFBMZDe6fGU+x3e/OoUMFBJDBKdK3xK62OWJhtVdzNLKitDEPR9MeYyiYDaSmnpw46ZQcAazn3/P4auf5hSR54KZJTsetm9mVm9baBeUd5mA43uZcTsK3PE+wJv/rYLr3jyHyzmNY58dB75Nzjk2DEfikoZjIVqFCIiACIiACIjA1iWglYuACIiACIiACIiACIiACIiACIiACAw/gf5bIeU6CnxFmMMfXYvRUfCLaLJg0kspDrPStRSaET/4dkAI9qUi5255jtSszFpVZSsRiBVQBcT49inc86HVVMb8dYglbibv3Us8B9ymf37zDOwXu0H5se272zO1/SpfIBDIm/jLn0Tnu7nthBm87G2j+PPXjmPbLo7zNd66/57SaV8knr6+iENBiIAIiIAIiIAIiIAIiMB6COgZERABERABERABERABERABERABEdgkAlReObPzTdzklizHjPoic7aBJVB6QjcuUwtpJiL+9HvbgfQ7wg7UgWECVzemGAAfGwzR9oXmGjj91qMY30lysVMim6B/9vPerRQxjb1/AL7xBW5ZsfCpsYn1S609Z2dE7TblR0eAO4tgn1ZT9AXfw8IfwDVvOo23fWYUZ9wlUhYuEDMblT7/BXenw+wM2C50Grvnkz03X+nrgq2grwNUcCIgAiIgAiIgAiIgAiIgAiKwPAG1ioAIiIAIiIAIiIAIiIAIiMBmEjBVloJQHMFVrt0W+Dpll87yxuO8+EKH3/92H/UqilScuu2REcCsXVe+AgH7eV+Kvvc4q4JsZOnekOkKj62v2SE2xvGBfziIZt1+erixPjd6qkXgKLK0leSPKoXeaTzgMRN49Xt2YucJ7LBtZ8aXiEKwjTkKv/ND7W0zm2/oy4IttS8DU1AiIAIiIAIiIAIiIAIiIAIiIAIisCIBdYiACIiACIiACIiACIjAZhOwv+nqGpjYOY3TrmPBdKiyVu2m0fVPvltHjgmgSbG5428Am9Bj1s3phs8XAfoCkyccxBm3y7EmxZyPUCVcHwo+O3cwx/kf5uNxBM5lcM4B3sG+3LYvgNmzbHJ81mzZTjUuQ4DA2BrMHNAomgj8Lxvbg3NfXcVTX1TFyDbAk71zLu2Dcy5tbfkkH1wuWafZcn0D0DZU/08YAN4KUQREQAREQAREQAREQAREQAREQAREYIME9LgIiIAIiIAIiIAIbD4BxxAoJPJ+1WsVwDFQW/73e3NoNFD+AnQ8BhNybUOV/Bzu/VDuWcZVOVrPUqkafvJDszi4twJQ8XX294c5X9mDJD6yqrQRAgmm3czINP00OpBlHjuPj3jte3bjjg8gf3tVyiGLZnOsmTEbsGSLMVs9bFv26iPUKwKDQUBRioAIiIAIiIAIiIAIiIAIiIAIiIAIDD8BrVAEREAEREAE+oSACTAUfmOOa157ErDPD7semc1Bx0mlauI7X9oO76rwVHaco5DZ9fmG12GAQwwZbnP3iXKRxtSsrC1/t36z5XuXaQ0wZbdoTgHNiI+9c5T7VeHMHGpd6bNeFtJhsdz2l31Lkn0dbLakWdVOAoaOwnrZFBAMWPRwWcQVrwq86SM5rnMzD7DuPFk7WhpsD6ZC2heXinbvtNSIjgFYuOgTbVto7XrJwrSQzaxsZ8YEbjM0OF2d1kznzc6cdSezsS2zKDlISQREQAQGmYBiFwEREAEREAEREAEREAEREAEREAERGH4CWqEIiIAI9BsBU2cCrnn9URQNK3czPlNxTOihMBUDDl6a47cXzsA51pkQe/4ZazcX0we+Aq527Squdl3KYkwwhl2NyvarSB4zP4lvfqGO3/z6IKexiazd+lO3bt0g4Mgz4zvnKIImQRbIqw1c78wpvPFfMhx/Cicx9EkdZXnQksXeNovdBG7H/x+Y2bsfq0DIUS6PDKzdFGATiAPZ0Lw9JxMBERABERCBgSWgwEVABERABERABERABERABERABERABIafgFYoAn1IIFKUiX4W17yRR5aZWtPtICn4UEKMFHN+8sMGon3haNNQ37GZTAPrNGuTLSXQhtXEbe5RQ44tMo4AABAASURBVDDB0BguHdaVOoU488N9+vf3FcjzMe6eNQDOOdheQVcXCET6MKOwTjE0ooZsdB+uf6tD+Ku37cDkCUA+NssxFIh579tkS1jOGHBotmJ3rJjZ/2vqHtN7qvjlDzJ8+zPAx985h/e/4QD+8WXTeNNfzOK8c6bxymccwl88bj+e/9h9LVmczyuJgAiIgAiIgAiIwKARULwiIAIiIAIiIAIiIAIiIAIiIAIiIALDT6BfV0idD9t3jWD3qXUqTlRyTKjparAUuBApHmb4+Y8P0rNvffHHIhM1IXQam5Q6CRgcRArnFNNcHXe+/zhFsZwjWE8/oxtZ7maiX7q8+NfAN7/EcsiSc+cWDka71M7TAN3WSIBw50c6hFBBoAAcskO46W1y/PVbd2F8OwekYXxXWNzcxDPA87cQgwVmttAy/0Jbs5k9wtf+4t/N4GufquFdr96DlzzhIB5zxwO4x7VncN+bTOEJ95zFCx7XxBteWMFbXjaGd7++in979xg++68j+NxHxvDNz23Dd764g2e9cx6VRUAEREAEREAEREAERGAwCChKERABERABERABERABERABERABEdgUAqbRBIp69tXvVa4zDdjXvz3Rm0a4PqpCFIR+8t1t1IqyRXISO7dC2uAaA5k1cIPTx7H7ZLqa36eMFbKF7SaLG06O+zNBAz763n1oNGeT8Gxfb8fIeQKNc9hXwJ5Fy1lVWjMBQuNOAhR+Ca/AHIrYQKT4e9t7jOEv/34bKsTPbhsCwN4d7glLhyc7BJ3WOaJb58F8mq8aC3yBLXwcYnmOxgq7on0wzrPBZeCC/y3wb2+r4yVPnMJDz9yHR9wy4IVPrOOf/nYcX/n3Ci78ySjqs5OIzUn4Yox5BSgyVH0VFc96nfVmFWjmyWIjkwAMXSIgAiIgAiIgAiIgAiIgAgNGQOGKgAiIgAiIgAiIgAiIgAiIwOYTaIYmrnJtijmeokvX5RYTr0zECig4zw+/ayKSX7RoakhJvmznizpVARzJ0ByquOWd5+BsmxIxtC7P3IxZN5JtGY/DFz7mkbmJJFfGdO+G863qw9ZNqEnZzVjhnsaMtXFURjLc8i7AC96wDfaxt+vaVnKOReeE0x51sph54MIo0PoSHBgHIuuFw8G9EV/8+BzOO6eBB950Bo+7+z783V9m+Oonx7Hntzvg4ja4QEXbxkf6mf//ix2ytQXTNRxrm06jREAEREAEREAEREAEREAEREAERGADBPSoCIiACIiACIiACIiACPQFgYgQ67jatXOKUWsXZY4qdNOQ0MSeizIc3F8gsm7W9mECT6e125UbAe6Pr1HGy4DqAdz+3iamEaB19cq4Of/xuTlc9rsxhCI/bBY7JZ122AA1LEPA9swsILgCgUJogQZcdRpn/L8GXvj6SYq/EVllmUePdVPkhPPGnbYyM7amNLsvwxc+MoPnPvogHnD6frz8T3J85l8qmNozjqx5PAXfDJnL4L2Hc4DnjSWWeXce9uW4maO3tZjnuIFPWoAIiIAIiIAIiIAIiIAIiIAIiIAIiMDwE9AKRUAEREAEREAERKCfCETKUVe5xvZWSKGVdzFzpiA18csfNxFR76LjreKK/KLHNW4Qsct+/jnx7OHaKdh97L01wNlv+5pEh2WvXoex7KQD1ch944lHsnbg1tZIlbxSx+m3LfDiN1URs4As38x3w/Y6Mi4zZim1ypbFgB9/N1DsncbDbz+Hvz6nie9/bRJo7uLycrj2GtNYPszcOa7TzQGWt/vRuhwHtIpHyiQAH4mQ+vudgOITAREQAREQAREQAREQAREQAREQAREYfgJaoQiIgAiIgAj0GQGHaqWCq1yTQp+30CjaLBVrrHlDRrEnTuD/vl8ghDTJhrxtlYdNig/clrReimi3uiul+hgQY0yW2rt54zbZ1k/9AfjOVygAF+NwFJ6dywAzUOZzDvZngNvGcAC2Q9cSAi2Y6MyBYKyKUQQ/h+udAbzkTduRjwOVUXs8B4HDRi02z7bljM0rps7xKw5qdViMVuSeg0KwK1ixtojAps99uI4/uX8DT7lvDZ/5SMS+S+xv9O5As8Y5Ahgyx9pBNVHXR0TmvHMJGVwxQsvhOM5HBzMYA6AcZ2OPYJyFo5VEQAREYCAJKGgREAEREAEREAEREAEREAEREAEREIHhJ6AVioAIiEA/Egi44tUo0mQWG1Uay7puFIgo/vzsJ0DuktLV9RmG2mGsIlI6vNO9joPPKNCx1rP1cqs+/dF9iAVFvvYk3DvAlOiVDLrWRIBwDWEWcKWrVnDuqyaQj3Q+aJ0c09nU87K98zZnTkXWgmGZYu7BvQXe9cpZPOj0Bv7mzxx++J/sBy19Fb4QlEVc1hZKZd3u1racWd/aza99qEaKgAiIgAiIQB8RUCgiIAIiIAIiIAIiIAIiIAIiIAIiIALDT0ArFIG+JRBwxavOUfyxACn+wEQgE22s3g0zn43k/xc/asDHw/07Dum0bsw6PD4cTH895coRO06KLJsA3KvVcSPo+j8+kyGGvCX5FvCINHYorZOAcaXxkDtXcB8P4mXvzHDClQq4ZdVNa+y0dU67psc4T6QhAAXQPFTFe14zh0fdpo73vm4EU5dW4GIFlTwio/ibxVGTgeEDWEc6I1jT5dY0arlBFt1y7WoTAREQAREQAREQgb4loMBEQAREQAREQAREQAREQAREQAREQASGn0D/rZBiFEU9KjuAC7jyH1H5SSoLVR3rQnevSJ9T+wP2XgKEcLgQZAJnp3V39kH3FuHyWdzubg7eGzv7gtpydPHivtNbKAJ+f+E0fvitOcSiwpZIWzm192zlEeopCbQ5RoxNNvCC147jpCtZTx2lgtruxzG8bE4zTmlZ0+MzH57Go+78B7znjTkO7HWIMQN8K8aQA8UYX+CRFLLj/zf45DFJ6X9Nx2QmTSICIiACIiACIiACIiACGycgDyIgAiIgAiIgAiIgAiIgAiIgAiKwCQSo9rgGYGaf/KGB065ZQdGgCIwuX5yq1JlzXPAjT1GR4qUr4KgIO+vr8nR96m7DYYVYx/XOzMqvRUMv5LDSp888vvivGXzchTyvwjlHo/AHl9bQuWelZJyadVuWgDHrsEiO2UH8yYtz3ODmJq4bQXsf7GFvN5rlZiz2PB1EUUzD3s+ffBt42gP247w/r+CSC49DqGfIXAXOwre4LRYPZGZsZEp9DgFmyYk5snE9ME7bA69yKQIiIAIiIAIiIAIiIAIiIAJdJyCHIiACIiACIiACIiACIiACIrBZBBz1GopR8Ehf8fk6rnDaGLLcM6CM1u3E+VyOn/94ihIRBSPXTBOwNeV2C7x1GqtKHQS27/C44c0oyHa0dbVoYnyyiK99loUk+jk4myT9PLAVDjf7mNv27fAetZQEjKBDNJ5+Dvd9ZBV3vP8IHF8z7+19s34buQkU43bUDkziVc/ejz95yBx+8p2dQMHYLFaG5NLu8yyknA1L06IvgG1c25YO3HjdSG3cizyIgAiIgAiIgAiIgAiIgAiIgAiIQC8JyLcIiIAIiIAIiIAIiIAIbDYB+2lXMxcp/DZxxdMYEMugKLyS3sMR606xDvz25x7eFfAIsF8ydm6JO6ubLWlWtcB1b5qjMl5QQG/T8HAmzLat3byRPAJ7fu3xix9xs1qHwHnADK0ran9aJI6UESbMbFxEIx7ANW4yi8c9eztQBVy2SSAtJFqoAd/5fIHH3mUfPv8vYwj1UaD9XrLfuQzOOZqnOfYtTtbiePZSzi77X4cZiz1Jvidej5FTTSMCIiACIiACIiACIiACIiACIiACIjD8BLRCERABERABERABEegbAtEhhoDLXf4E+BFGNa/gBFbMmHUpUUvCL35SSaKlo7gEmHSExReFJ5gtbt2aNe7N/MJdwOm3jvAm2Fsj65Z11dJX2QFf+OReNBul3LbMDi2e8ogDFg/fOjU7xGYFlxzTkT7+5AwvfMNOVKn/Umdley9ToPMmzWKwHIjRyq0mhvW3fzGF55x9AJf9bhdiky+/n+EgbmhrGJYEyZ7l3ti0tvlH6L5XqTyRvfIuvyLQOwLyLAIiIAIiIAIiIAIiIAIiIAIiIAIiMPwEtEIREAEREAER6B8CJvbSTBe63JUpEpmomARGE48szO5LLr/7tQnOOWKwn5+2ORbMZuu0hZ6tW4qU3Lx38D7DmXccBeaxOQrp6M4V6cYOgUl50eObn93N/RmHHYclGiAHlslOiP30c1nTfSUCgRCDqwGVAue+YgLHn+o4lEIr75YMvbG0HPBsMmO24WReqfLCvuS2HDxJbIsFfvMT4An3mMEn/7kC19zF9ojQjPBhNEUQeQ6S8UwwwYRjMwRGSbOyGYtsijRKxeyKju82zWZCD65ukelBaHIpAiIgAisRULsIiIAIiIAIiIAIiIAIiIAIiIAIiMDwE9AKRUAERKDPCESXAsqyDFc4rZHK5S2UWZfv+/cAB/bO0SulHAqNLCitSICKmisoxQFFEXDC5QucdLkqxbjWA629a9W6kDnEwmN6P/C9b+1FltncjKELnremC75b6R9TVGBbda+zgJvc0cElAb+KpLT2Ekz6G74jnMH2kPNZxni+/ukmnvyg3+CnP2Agkf0WHEeVyZXZ/N3qZvMNqxRsXNtWGbaBLv5fYwNP61EREAEREAERONYENJ8IiIAIiIAIiIAIiIAIiIAIiIAIiMDwE9AKRaAfCZgohIhGs4nLXYUV0296FSfd/+4COo9VOF+nFTQsMuhaTMB+ktkFMoq43uk14LD9YUOngEfG3E6s93I+w39+fhZZHIcpze7wCdfreos919oI2z80cJVreDz5+RUgmwVSW8ZtCgBCImzCpmOtq8kVdNfkFKPgZLDPdN/1qjm8+En7Mbf3JOTewceINDfDdTQcdh0pKutv22EPd73BYu26UzkUAREQAREQAREQgV4QkE8REAEREAEREAEREAEREAEREAEREIHhJ9CXK2wLPhSKnHO40lUp+vU40F/8dArOZYCpTZwXSZmCrlUJRGqxATe5hX2taQO5cYkf261q+pvlZlY2s/JRG/2GgK98ugmfNblF+VF72NoPkJ8BSIJ8WY6OkmV+AOe+LkM2FoAwxhE5T731e5bNmPUkme8aOBnq0w5//bQG3vN6T3H/JLZVAVezLkrQrPLMpLCxnosPr+exdTxjK1rHY3pEBERABERABERABERABI4pAU0mAiIgAiIgAiIgAiIgAiIgAiIgAptHoEO3Gal6nHT5joZeREXN66Jfe4qZdB4rvJmcw8YkQVEcS7nVzdg9PGmdK+F+BIq+8PBZDTe4OcsUfl0y9lG0d4bQjFWYrXOm8jGHxqzDD77JvQgTdJeVzSvcbVqvrWrRMRBmrSrpBT8D+AYe9tRRnHbNHM42y6BxiGsZszLZo2ZlbZ33gs/RCRPQZLmOZm0Uc9PAi56wB1/8+DRCkaHR4DhXwIVRCsCMhCnbn7nQAAAQAElEQVSY8Yl+Ty18/R6m4hMBERABERABERABERABEdi6BLRyERABERABERABERABERABEegDAhR+EB0KTOO4ExkPxUXee5Z+cwHnKqhQ2d//tb9R6ig2ms3PyD60bb5xaxeI4+QrAidejhgSKzKjWB5pZQksIVHjiPUl88t5/u+HTUwfKkpn1rYWb3xuLcOGewxfpEjBnO8SlVXyo1RZTOK0axd4+NO2AVkJye5moKjffR6t+W2CZs4YKhT0MzznkbP47pd3AMXCF/4uTV7ebXi72u9CMKmmUHUTAREQAREQAREQAREQAREQAREQgf4joIhEQAREQAREQAREQAREoJ8IULg6+XIj8GMmBZlZcEulFqubWd/67XcXOmSuQrGyiWjqZXs66DqcAOE4irEUYm90JntLva5VcJQQzcC8NIeNX9/+yhz3hfuc/iFAOTdSufRtxbaVLbqXBBb2CtEjo/6aj+/DM14yhqxiO0OWnmeegzmS91ayilmryheDwm27ss7cpssKHLzE46n3mcWPvltO4F2GHI7meWZo9kUyp3C0QUk8mYMS6kKcKomACIiACIiACIiACIiACIiACIiACAw/Aa1QBERABERABERABPqPgMNJp2ZAoEjVk+Co9JoGRfvtrw+hWUTEyIrNNUjqk8W7CeYQcPXrArFn+2OLKvfou1/PUNjXo9Y0b629mq8vU1jDkGWeGqImO8g0+9lnsqg19uJeD63i2qc7ZDkb7Gt3GkdQgkWXL/pPHpm7Q6lUm8rw3LNn8JtfVNCojQJ+DnANrHrx8SRArzpoczslAG8uf81+9AT0hAiIgAiIgAiIgAiIgAiIgAiIgAiIwPAT0ApFQAREQAREoC8JBBdx6pUoDnmKwKDE4tphsmz1yHzd4hCFxZa7Sy8CijACl1EAdh72c7NFdCjou6DyZIYkj1kAZtjil6PoSw6xiWtdfxwut/1hPTEiNDIDjK/ZelG1ng0x/a3YH32/gHNjCM7Ryj2y81Gg/C/yrHDLYNaekafDTkmydttWzUMcQcgaOP6UcTz0qeNA2jIHHvfSCMbR0N4+qyxnNmYtZn5Acbfg4OAQ4yiKGvCCxx/Az38wxnqGvOKAYhKIFZT7lx5KH3bb3oFVb0YXVjdjsS9TP8fWl8AUlAiIwGYS0NwiIAIiIAIiIAIiIAIiIAIiIAIiIALDT0ArFAEREIE+JuAKHH8SFSBT9Zh1N1KTbChAUWf81c8aFJ08hTCbhG2ct5yL5bLQui+tt5q3YOaozO3aPYKrXNMDzV4A4MaYWyqU3/naNEs5BWCqlnYWJOmSx9Ekx/Nd4QMRj3x6xHEns9jTxPfIzXAGng3HjOJ8YyrHuY+7FP/1dYr3kcKwqbscBtgAjku5lTGQl61gIANX0CIgAiIgAluMgJYrAiIgAiIgAiIgAiIgAiIgAiIgAiIw/AS0QhHoZwKOAqBr4IRTciRtaF7066LUYmIiNacDeznXvH82AKC+ucjYpDRPICKgjitchdwqVH/tZ3zn+7pRMGXQLCByih99l+XIc9DhWvvTAeOwInnNty2Ur3a9Gu7+kDH2ECrvjjafbJjZfMNGCvRcjANhBPCci+/Z6/5iDv/15VG+ylW2Mwa2LczgWDRj1pG6+KZ3eO1NcZBi7Q0BeRUBERABERABEeh7AgpQBERABERABERABERABERABERABERg+An09wopMCYBuIkTLzeCos5oD9eHQDVpwbDOi/P86uf2helyE6zT59A/5lDEiKtSUIwmnCcBuGvqIenZXpgFOO/xna/Zl7809qTUzamSw2G6GZyWJZE1wv6rN+fwqKdPwFOThTe2K6zZusxW6F5zs/kw8bfp8N43TOOTH4hwYYKPR8C+sLd+rHwFdnUaq32dJAD39fYoOBEQAREQAREQARHY8gQEQAREQAREQAREQAREQAREQAREQAQ2nYAJP0iyVQUnXj6nCMiQqBuxyZpZKVNEObKsHe2dz1KEirGJA5dV+TArduc89nUpiyk51s1SZXhuG1pJ4EZkeYHrnTkCXym4J6P0V/IDTArrNHatK5WC7+xBh1//wn5O2CUvthc+CZtWd3AsmyH9awDomifgEBwQuB8hq+G6Z9Zw5p25L3mDI5jzvihxbFcQRnqNvPk6J/f49uci3vmqgDwfA5yDwwicy+AcyxSinWNOw3KXY2PbWOzn5Ps5OMUmAiIgAiIgAiIgAiIgAiKwlQlo7SIgAiIgAiIgAiIgAiIgAiLQPwSo6yG4WZxwMuCz5eOizITA/9YnBJtk04TLMvzh9yxH2vLTqPUwAg4+r+CK18gQY045uIruX44uPX70/TnU5gKFXpSGzsvGtK2zfSuXySPyhbEXyL60Bet8R570nG0ARXvA/hbwynzsnTJbecRaemzOHBdfGPHCp+/hvnHu+cesb76yYsHC74yjFLNXHL7pHX7TI1AAIiACIiACIiACIiACIiACIiACIrCUgOoiIAIiIAIiIAIiIAIi0GcEfJZhYkfAyDgDO4K60ikUcfTaUnqItybw+wsLgKKZo+rkkmAGilaloXU5DjVrVbd4FpFV6rjiVRw50Fxg3oMUPC74EeDdCNKGUGp2KC9ne0VD2i+Xuh33CLpQwuDBJq9mM+BGNw+43pkAXIPnHKtehtBs1UFr6GxMeTz3UVMopk8AwtF7dHzErWGefhlyhP9F9UuYZRy6i4AIiIAIiIAIiIAIiIAIiIAIiIAIDD8BrVAEREAEREAEREAE+pFARkVlx64qYH9HdIUAXau9nbeqR5FRuMztC+A6n6GXJCiyqLQ6AQq+V70GRVnio8bIsRQWywLL3UomygPf/xbzUEmaJo9Et5wPuR9TT7knMUN1tIZHP30SCWDMy9z2DctffAuSpL5872qtHU65Za99wUH89hc2X4Cjmmt+lz69XNvSManO5XT9eCXH3bvpbHaPpTz1loC8i4AIiIAIiIAIiIAIiIAIiIAIiIAIDD8BrVAEREAEREAE+pcA1aFduykyoiWtsI62taJ27PM0y3G0l/nis7MHgdjIk+vShaNW5hCdGfvcYivHbPV7wJWvNQVk5OBoKdk+maXKBm8RERQwKRz+9EdNwHX+jeHIvYrgriCyvyyxxjgijR1KRiBW4N0MTrvmDK5zMzZ4bpbLWSCk9jbNw2NzK7GXfFuVNWfmiKpv4AMsfukjAZ/7cA4fxunL5uSEIcItsfRlMNtSzkct2R6aWdnMR4BPz5u19aNZjP0Yl2ISAREQgQ4CKoqACIiACIiACIiACIiACIiACIiACAw/Aa1QBERABPqbQK1Wx4mnUP2BqUoUAbseLv1SJNt3CQUmv1S+cV2fbagcuoCrXaOCaNtDERZJCe7yCqkC7t/jcOklc/DeUQB0SFNB15EJOCriFF55vh93zg44ar9HfmYjIzgfd8g8TO0B3viyy4BA0d7OhzWu1zb6/HrnXcdzS/8Psg4XekQEREAEREAEekhArkVABERABERABERABERABERABERABIafgFYoAn1PoBSUjjupwUgp1MIE4G6rQZRs6Pri39URTWSm4OjgAOactCOxzdqTdTRv2aLtAwXg60xQmG1BCFUWjBOzriSHWFTxyx8CleYuZNyngIjDtqYrcw2pEx9w8mkN3PhWOaKd3Qi7o2dXyBD5mp537gFMXXo8p/G09Sd72mz9Ho7tk4MU67Elo9lEQAREQAREQAQ2nYACEAEREAEREAEREAEREAEREAEREAERGH4Cg7JC5wJ27C5QfvZJ9Qpdvlou917SoDBG+cZRYKRUxgoOFxq7KW52eR3HxF0LFsHESDXWFbjCVSgsJiytvi7H4XOHH/9whttfhc1JSZjlpZNwbu7bMh1LB26xekQjHMS9z/LIRmBHunXD4sv2r22Le9ZYI/80kjnf1/84v4mvf8ahKPgu0W+gpW7eeGrsn1mwtDjxSC3zvi0eMwg1/h9kEMJUjCIgAiIgAiIgAiIgAluMgJYrAiIgAiIgAiIgAiIgAiIgAiIgAn1EwASlOnbtmgRCBYhjjK1DTWJtw8mEw2wO04eaaDQpZppDtgVwbisn2czmNEsNw3BbxxqMR9u4FRSAt+1w2L6LIh/LbEFXBdg0ld2a+NXPM0TuSWxJh0ks5L6knO1pbthYM+hqEbAzPL5jGnd4IN+btjJpiNrWGmfVVvEoM5Nzm8TPd8OcUOltHvJ49QsuhQuc0B3irljHglu2ph+JTtvWajYvreLAZ7a+gV+EFiACIiACIiACIiACIiACIjBMBLQWERABERABERABERABERABEeg/AnmeY9uOrMeBZbjskgLO/kgqlSkTG8F8QZiiwNXjCPrfvTEwK6lkWYYrnDYK5yMcWZXxl31luRt3zldk+PUF9vPczcPExMUzRFbbxqIS9ybg5ncYx66TqNF6GnGWWBbfjZrtnOWLe45UM4cNOm6PC3jr3xzEwb2jgKPHQOEZDibUs4bV/FM7ho3BgF/EPOArUPgiIAIiIAIiIAIiIAIiIAIiIALDQ0ArEQEREAEREAEREAEREIE+JdBoFNhxHIMzrcmMxa4mU6eix749VcRQSlDzembnRGlcLwLonGQQypTxXAFDddKpcz0PODYcfvV/+6knNuDTHlBis7znMw/uBJFb5L2DzwLueN8JCqtNUIelFVjt4mOrdS/TZ+9Ddb79Nz/x+PSHHbK4jftl7dwrAPY+WclGY8gvW2ffL1EBioAIiIAIiIAIiIAIiIAIiIAIiIAIDD8BrVAEREAEREAEREAE+plAnmfYtsuh/fO/XY/VVKmY4eC+DJFCcNf9D5VDg5UBFIC9c7jy1azs4JxDr64LL2giNLcB9kVp+vFg6FqNAMVxB4dms4kTThrBmXcwIbbOs23i7/ISr2v5a+et6toyvjtpIDXmf/zbQ6jNVlAUAYijbLb5zFg8UlrjsCO52ex+CcCbvQOa/0gE1C8CIiACIiACIiACIiACIiACIiACIjD8BLRCERABERABEeh7AkXRwLadVIeSANiLcOmb6cDeDI4CsBkooNnXpm0xh3IWgqMETcNWv8iI6h6cL3DylUimpRo65+Cc6y4d7svvf0GfzUlO2doN24O2pdnYj6WWOrbkLf2UMnE0Y4E7PGgvSjQUgX3Gck4DyjbMXxyepHXL5xuPpuADLvgp8PXP8R0pOIf3sJ8G984nv9w82J+JNmu7pU7dLqYxnjUzZgOdhmENA70BCl4ERGA1AuoTAREQAREQAREQAREQAREQAREQAREYfgJaoQiIgAgMBoFKJcPkNpOmaBQEexX1gf2F6VQt41xLJ1qmaemQrVN3aBZ1nHSq/Y1XW3Xv4Fx4wSEUBfcGFBZtqmXN5m/bsgO2SCNfENeAfaGdE9ct7rAD5cUKC+zlvcvJcW/o+O9fNY1mfYTObR+YgY1Jabby1jEJwFtnr7VSERABERgsAopWBERABERABERABERABERAhbNE7QAAEABJREFUBERABERg+AlohSIwQASaFP8q1R4GbJ8iuiam9tUoWRXwvJuIYx+Zds7qqWdZe2fbli3HDFkecPkreyxofCb8maF7F5lfdKFDpZoBkSJm+vq4e+6H0lMSgOs44fJTuPr1yI1bwl3iuUay7q85w0+/4/HNzzsehQrduw5jkcnmb7eyOtTJ1jrUC9TiREAEREAEREAEBo+AIhYBERABERABERABERABERABERABERh+AoO2wsnJMdjXjCYg9S72gJnpJrzUmyMjTsp4hrziMbnzyMPXPaL1k9+/uSBDs1kv3bTayoruyxPgIXYFbn+PDK5CBX35QRtobfLZQGslFt/31lm4aF//Wh/b7R9VMFtIEZHnxmyhbThLpD+cC9OqREAEREAEREAEREAEBpKAghYBERABERABERABERABERABERCB/iNAwW/H8VNoFhaas1v3zLQxWqQ156ooatuT7/Q3VFnq1LCGSNThyjaYDAyZ7TwOyMfTxmzQ4dLHqSi2myhkXvSrccToEWLB3Po4Oczag5QvEHCIjVEg5Lj5Hbex2QTZTmYb5dax3+aKdtnvgf/44n54TpPxbHi2ec7sWGbGFBEcG9OeWc6mIU629iFenpYmAiIgAiIgAiIgAiIgAiIwOAQUqQiIgAiIgAiIgAiIgAiIgAj0L4Gx8RHk6SeguywAt5ZsXvfvA4rQhHOSb1pYjpAFnHhqjtDohaBne0A1MTAvMuzbNwPvbZfaIdmcbWu3KW8TcFnAzuNyXO/MnIe6wmZjRZ4sAXazspmVj9JiBthPccP2gz6Y/uUfp1GvjcHZT0/P9x3u10RgMzo4vHOIWnhqh2g1WooIiIAIiIAIiIAIiIAIiIAIiMBgElDUIiACIiACIiACIiACItDnBMbGRhAKKk2g6MTU9XBjATQAz5s3gcvmWWYS+4jRbJmuLdQUEXyR7MTLNwHngG5/2Wl6JQIKuj+wB9x7m8NkNTMrc0qlFQhEFHEO17sp3xefQHKccTMzdmZsWm+yx5Nb3qJH/RDw2Y84ZKEKl+YLcNElwxa9jHTfLl2BiYAIiIAIiIAIiIAIiIAIiIAIiIAIDD8BrVAEREAEREAEREAEBoHA5KSDz3orq+zfTxHY0SgDJz3TQdeqBCImttfhK9mqozbSmVWAi38PCsGBbrQhhLCG5JDxXbnRzSnQFmTWi9cm+aQ6zym++dU69l02A/C9iQU3LH0FzA62bNWU8GzVxWvdfU1AwYmACIiACIiACIiACIiACIiACIiACAw/Aa1QBERABERABAaEQEQ+ModGnYJTjyKOwWPmoANiddEMgU1JeqSe5WiLOrdgxVgERygU+0DbfUI1/U3eGCNzA9S2jcChDzdHBxl9Bvz2winmlNSiY1s7Wblt7TblJYGILA+47hkjZTWxXMqKPLl/5YD13in2cqvO/3CgQr8dzlW4TznfIY/oeR5caaV3B8/9axtg8WBoL6M7tIvTwkRABAaVgOIWAREQAREQAREQAREQAREQAREQAREYfgJaoQiIgAgMFoGRUYdKtXeyiqM45UyUSj//TFVrsPAc+2gNEW3ncVmPfuo345psRyL2X0aBkXOxoSM5ls2YKR1GYHyyjtP+iM1Zg7dRWpeT7Qffman9wA++NUvnJvxmPAssgmV7l6y4yGy/2raoY+gqvfs/1dCh0oJEQAREQASOCQFNIgIiIAIiIAIiIAIiIAIiIAIiIAIiMPwEtEIRGEAC3kc06z0MPANmZu2rU1O2OI/pVMyUliNARq4J+Ca27waKgmMcrWvJnJmISOHXZdhzEedKoiJltdiyrs01jI4KXP+MCtwI9yktjxxT3s0bfTN943MH0JiZoGPbM2ZKiQBPacp1EwEREAEREAEREIFNJ6AAREAEREAEREAEREAEREAEREAEREAEhp/AoK5wdNQj7+EXwPbB4t79cwgu0KhsQdfqBMjIzWHn7gzpF6FXH3z0vdEERYfQjJg+UOUcnla2Hb2zrfVE5Bm+3k0LFE3jVeHiZ2jdTLb3DTps4ttftp/pZh1mbFJKBHy66yYCIiACIiACIiACIiACm0tAs4uACIiACIiACIiACIiACIiACIhAHxMIqIzNoVHrwZeMppHRms0msjgC0x2HWMra8B6bsOUTIJZcA9t3UGB0TTj7r+tKsIOvOOzfWwXoH7y8A5zjDboWE4iwtyOAojkF4Ctfu4qMWwMUHDZJ61KyvU/mEJs5/uPzdcSQwc6EWZdmGXg3fuBXoAWIgAiIgAiIgAiIgAiIgAgMOAGFLwIiIAIiIAIiIAIiIAIiIAL9T2BszKEyYrJK6EmweTXHbK057ztpXPM1FZYn4DA2Dvjcfq55+RHrbnXlk7ERMT3lKGualW26LyXQPq0OoPgLP4vrXH8UsNeF5DB/davgEAqH//luHY1ahhBMZO6W7+Hwk9APx1K0ChEQAREQAREQAREQAREQAREQgYEjoIBFQAREQAREQAREQAREYEAI+IyBms7FrCeJvpuNAo65Q6RsZtaTmYbEKYX4OILtO8DLLWNsWneKfNJ+Yhhw6QvgJgKbIg26ViDA/WBPUdSwY1fA2HZWeI5RqsBW6ap5vpA/+W4NaI70aIauhnvMnfWlAHzMKWhCERABERABERABERABERABERABERCBY05AE4qACIiACIiACIjAYBHosfpH946yLxbJWWxMItpy+WDR6360lLhihrEkAHffO1o/aEw9E3OzAbYNtgu9mGk4fLq0jDwPuMrVqP5mJqCTW2o1cmap0qWbw3e/QZ+xB19/dynCzXTDt2Mzp9fcInAYATWIgAiIgAiIgAiIgAiIgAiIgAiIgAgMPwGtUAREQAREQAQGjsDE5AhjpuBkSiBLXUsdLucO2WfGZua97PAxUhKOiG6xJUXShm0xC1xvsL/BGx2qEwcAw2Wo2N695OiqQnPI6P/APsA5R4OuZQk4tmbl3+H1TZx65RnWjZ9vHVPrN2Nzl1KoRfz0e+P0TwG4sHezu/67FOamuSH5TZtbE4uACIjAEgKqioAIiIAIiIAIiIAIiIAIiIAIiIAIDD8BrVAEREAEBpQAhVikr0J7FD9FTOcoYkVJN2shbD8BvGPH9rUMXd+YtA8OjTmgNldfn4+t9BQFeVuucx5X/iOKvzzPaLVZe1eNvvf83uHQIW6OOeZrY5lsgYD+L7LAQiUREAEREIHNJKC5RUAEREAEREAEREAEREAEREAEREAEhp+AVigCA0uAitO8yMQCq71YSn2uUX5FGQNzlwzgfNC1iEAETCsfGWkJjT1DFNFoANwOmP5vBl0rE3ANFBR9Tzw1JzQO4z7xvlC2ettSx/pv//ffdfptbbwr1u9oSJ+UADykG6tliYAIiIAIiMAgEVCsIiACIiACIiACIiACIiACIiACIiACw09g8FdoPz5sq6DoxGSlrpuJY85ubc+9mqjtf3Bzo+R6Kfwl9AEpo9rsnAPT4ALrdeQupBmaFMxPPHUEcMAiQ3evC342hWDKvLml8Ew12EqyFgEJwC0QykRABERABERABERABDaFgCYVAREQAREQAREQAREQAREQAREQgcEgkAQuk1VM2SrFrq4Gbm6TUUFLc7W9p0ZWLGc2mKlrUdsOmDXqDYyOVXuo+0XGXGBqilPEBfaOk5uxU2meQMkqoAL7ae7jTmSHITNjMaXOcmrYwI3TXXSh7T0LyQ03JeW6tQmISJuEchEQAREQAREQAREQAREQgWNMQNOJgAiIgAiIgAiIgAiIgAiIwCARMLGprWJZuduxt33az9m252nPsbTebt+6eYwRbl4ojz0A0SHyUwC2r3/NejDRcLhsf7numth5Qrkk2xWjGFHWu3m/+PcRlUrrS+OYLbjWq5JYSABOGHQTAREQAREQAREQAREQAREQARE4pgQ0mQiIgAiIgAiIgAiIgAgMNIFuq0wmldEoNAKUbiKtzSe1tSuWO97axuIWTc5HjE+QAxNQ9IiCw9yMuU6TWEG2EoGWCDs+EeG5NyAynug0up1b27ylnqO9hfkHLvk9UK/ZvtPS3JxwvleFjv+DbD4MRSACIiACIiACIiACIiACIiACIiACIjD8BLRCERABERABERABERhUAjHMS1ldXkIpXrn2V5QmAielbKVpyvEr9W6Fducc7Cvg3q7V5rCfgI6cy/Lezja43u08mhWY3JHBVSnKIs6fYOvp9touu6RAltkXwLF0fdg/lCibt+pdAvBW3fn+W7ciEgEREAEREAEREAEREAEREAEREAERGH4CWqEIiIAIiIAIDCgBh6JeRbHwAWIP1uGwbVd2uN95UdhktLYdPmyrtNgWBDJxVLjsK2DAWkxwtNzEwLZtlEjJOtJd6BD+I6cx26j34XqekCj4etfE2PgM0CxXZwS5TUkIthFl68buth/1aU7RrCK6jOZhHwDbR/PtHN5m3tg8g/60cR/0NSh+ERCBgSegBYiACIiACIiACIiACIiACIiACIiACAw/Aa1QBERABAabQK3WRJ71UFiiawfKZPYlo6lZy+LioGXbt16jkTgWXwCXZLkzVB6ZyqruyxDg2eX5nZwcB7LeyY+OM+/fz9t8shZWWhlLSiTQux2gcyUREAEREAEROCIBDRABERABERABERABERABERABERABERh+AlqhCAwBAfsKNCQFMHA1vZBXTMFqG6dYKSWB2MatNGBrtJvcmGWdX0zbnnRaFziQtSNq7zycc7Qu+BxyF3nVo/y9bC7UNomZJWe3bhh9zs4U3At6ZBlgDsCznIxlxzKzLZ24C1t6/Vq8CIiACIiACIjAJhLQ1CIgAiIgAiIgAiIgAiIgAiIgAiIgAsNPYGhWSAEQ88qSicBdXpkD7KeNS1vJN5Uti8FspSFbqD12/DRz95dd7jG3Bd5LTlsrX2eCbPqHEuUTPLEwK2vduJs3+yJ7wZdbKKrUIqAT2wKhTAREQAREQAREQARE4JgS0GQiIAIiIAIiIAIiIAIiIAIiIAIiMEAEHGYO5vBJeDUByqxL4Zt6ZUZ3E9tZSHNQDGY9SZCRbSwjyWg2b9tSY7/fuh6fCVueTBw8pg7WiMX4sJVt6NpljOmMrqtjZZ70f9YdpzJjq9IyBIiIewIULJgZSbNlhh5lU3NhvP1EesupZ956ZVK/lc1SZQvfeEy38Oq1dBEQAREQAREQAREQAREQgU0goClFQAREQAREQAREQAREQAREYAAJJIGRqtZ86FSe5ssbL9jXrNXRnDJvxGFTLXJv87ZtUceWqjg4GAUwR9cv1+ExwsTfjgYV10wgacGtfTqKhw4bGjtaWGbqaFBxGQISgJeBoiYREAEREAEREAEREAEREAEREIEeEZBbERABERABERABERABERhQAgcO2heIpjzZd7mWd4qE3ViUQ5ZXKZYt8avPGbHsRUwx2M16W3KXbYtVu2Klz+07KDRTkbdfNTbriust4IQ7g07b+NNxOfAAAAnxSURBVJJtc83j8p7sNUnGbhuVyvYI61sxlad3k1eu6UVABERABERABERABERABERABERABIafgFYoAiIgAiIgAiIgAoNLwFHMckD67V/m6L68Yq537swBzoTDri2sZB3GomwYqWao1eplpSf3co+NPCXgnswwXE75XsScp5e5c8y7vTq34DAV063VZv8oAz2YEwN7lad3YMNX4ENAQEsQAREQAREQAREQAREQAREQAREQAREYfgJaoQiIgAiIgAgMOAGH2qFxriHCvgKNsVN8YnOXUjZaA+zTRVMd0b6s0rZ229bNTeqzD3+bBXDoYKUEYX8Ttix1+e4wMgL46j76tT1gprQCAe4MBeCpQ+SU+STG+hVGHn2zaz1CKZ7i8q4TufmO1mpVdjiB7rE/3LdaREAEROAIBNQtAiIgAiIgAiIgAiIgAiIgAiIgAiIw/AS0QhEQAREYDgJztYBGvYBzHs61Banura1eKzA6llP/7b7v7kXZP54a9Wbaj15HlI8CI6PVXk8zBP491xAxNwuEeoPlMtlpNitrG7mbf6R3b2IyA8A52iJwz/4BAKcZ0FTSGtDgFbYIiIAIiMAAE1DoIiACIiACIiACIiACIiACIiACIiACw09AKxSBISJwYH8D3ndHyloOS7WSYYRmM5ghQteKBCKFwIhZUxttDAX5GJG+zrZqV4z+kp8CqFZH6Nu+/qbZh6601Kdbi4Cd2AxwDVx26TT8CMvGj2Y9ZujileXA9l0jgAnAnCO9K8yZoKskIAG45KC7CIiACIiACIjAMSSgqURABERABERABERABERABERABERABIafwLCtMMLDO5NVui1ntUjR7c6dLEcHx6y8WUG2LAFXirEH9wcqv7RlB228MdL1ccdtoyMWQHMtY4vSEgLck9psRKhTNW91mShr1qpuILN3b+HxnbtG0yuShH9uiX0EzFenrQUjldOLtPDMViotprWVVq61ioAIiIAIiIAIiIAIbAYBzSkCIiACIiACIiACIiACIiACIiACg0eA6tLei6twmSlKJmdRcerWKpI73qg0TuyqI68EuHwWnspWKeLYnG3r1qQ999OzCYyJJ640QayiMVeyceQHCpCpvVs3m4fuxya4J97MGpZatyYbZD/GpEEhPkNRd5jeV0XhHA2wHrNur+7kK8yiVitgUnPIa4jc/8h3ZqsLv23O9p60y8pFQAREQAREQAREQAREQAREoIcE5FoEREAEREAEREAEREAEREAEBpfA7GwNRSO0FtDOW9WuZE16cRgZ86jX6yx3JqqQnVWVSYBMQhUH90WKf5QB7ctc+0J33jhkI4nu7XFXASZ3cD+S/04p08pts5EyIMdIdQKX/L5IX+cawp4QouMrXLWOPM9gCnOMGQIFZ3srA/tMBN7qu+G3OgCtXwREQAREQAREQAREQAREQARE4BgQ0BQiIAIiIAIiIAIiIAIiMOAEmkUT1Ji4CpO0mJnyZFk3jKIVKDA6VDAyAjhk0LUaAQcfKvAxx+wBj3Jf0OWrALjVoRlx0uVs7x3nyeaty5MNuDvH+DNagUY94LI/1NH+GNt6zIzlIuPojaQrXY2ib6Tka85DnvYKVqZTbhvvWzv5zVy+5hYBERABERABERABERABERABERABERh+AlqhCIiACIiACIiACAwDgdpcA3OzFJzKH53t8pJMuSpFrB27RuCciWmdU0jS6qSRyqYwRocDe7knbSEwdXTrVkpoPnflF8BJveyW7yH0w72Aa6BSGcElv6/BTrQRtNys2yu+0tUmWn+Tm/vfbedD4M/YD8EytIQBJKCQRUAEREAEREAEREAEREAEREAEREAEhp+AVigCIiACIiACQ0LAUWwawdSUCbFmXZS0zJUZKAAzn5jkDR72U7altGXztQ26EgHj0YR9Zrr/shrQrAImQKKLl/nznCNGHH9ShY7LfWGhlazetlbTls8CCh7cC39J+dG2iDx6QohOr36dDFnOSRzfEtaT4sz5lEoCvsx0FwEREIFjSUBziYAIiIAIiIAIiIAIiIAIiIAIiIAIDD8BrVAEREAEhotAsxlwaL8pTfZ1LsXaXihOdL9jd0FwFLZ4VzoSAfsCuAA12iMNXGe/yWgOO4+zPV+6J9ysXpyBdUa6+Y8ZD49Gs4HfXEBehsusR4FVRoHLn+YR7Yt81+AsPZyM3gct2ckdtJgVrwiIgAiIwCATUOwiIAIiIAIiIAIiIAIiIAIiIAIiIALDT0ArFIGhIxBRreY4cJmJTL0Tf+2L1h0n1OGyKgmaoMZMaRkCxob7EHNc9occztu+mOTVacs8djRNNgXoj753n2T7wTmYjsbFlhsbKfyiid/+qgOUFc26DSMHrnOTGlz6Arjebe8D748nd+DXoAWIgAiIgAiIgAgMCAGFKQIiIAIiIAIiIAIiIAIiIAIiIAIiMPwEhnWFzWYThw6GHi6Pvik67jzOvmi1r4B7ONUQuA5wCBRoL91DaHngiiKtm8l8AqGo4+RTKQC7CMep2ALEbs4zBL7s57K5jAgKwIS09w+p0uIUgCTSAjB+bcNGLm5AbOKGZ4zRCcs8BywodRCQANwBQ0UREAEREAEREAEREIGeEZBjERABERABERABERABERABERABERhoAvYzw3svm0VkIaLZo7U4nHhqhhA6/bcVM8t7NG333PbcE+VEBIqxcCaSR+zZW0cMFM1NXWwJkd0Mwrscu0+IiG4GnvpmOW83ZxgCX2k/IuyEZr6KRt3jx9/lGTYV0sRf+5lmRKS943IjbcPJUQC+RYboD3LeCs3BObdht8PiwNAPy1q0DhEQAREQAREQAREQAREQgb4koKBEQAREQAREQAREQAREQAREYBgIRBy4jAKTqVcUgbu/IpPHgIntDnm+VL7hvN2fcKA9mtYbfcTFF83BZTmcd7RuLqm1By6Dzx1Oudwo6nX91PDqhB27KcrGDD//32mWLdkLY19rO0rAVi8/DLbTbj1ly1He7cHocfzlgKtfaweKMAfY1NDVJuDbBeUiIAIiIAIiIAIiIAIiIAIiIAIi0HUCcigCIiACIiACIiACIiACQ0IghICDl+VAMKWJeVfXZYpWAbgmdp/Y8m0Kp6laKYeuRQS4B+QSyevSPxQo6pS7DKHZonHdq5x8eY8so2xJcdO2pXueh82T7U2GH38/AyJ5gXuD1plestR1bxenQNqEgJvcqo48X7cnDOtl1I/52jShCIiACIiACIiACIiACIiACIiACIjA8BPQCkVABERABERABERgmAhEFNi/l7IKtSaXxKdur44CMJo47sQKisJ12/mQ+mtSXtyBvZdyeYbMjMVepCtcGcjSl9muF+6HzKenAJyjqBVcV/nOsNDdZD8BHj1uc5ftcI5zQPvSCfj/AwAA//+jcbNpAAAABklEQVQDAAHaQoHWMCLcAAAAAElFTkSuQmC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7556480" cy="987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46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139</Words>
  <Application>Microsoft Office PowerPoint</Application>
  <PresentationFormat>Произвольный</PresentationFormat>
  <Paragraphs>33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Golos Text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Артём Бондаренко</cp:lastModifiedBy>
  <cp:revision>10</cp:revision>
  <dcterms:created xsi:type="dcterms:W3CDTF">2026-05-14T07:38:30Z</dcterms:created>
  <dcterms:modified xsi:type="dcterms:W3CDTF">2026-05-14T09:13:43Z</dcterms:modified>
</cp:coreProperties>
</file>